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0" r:id="rId55"/>
    <p:sldId id="311" r:id="rId56"/>
    <p:sldId id="312" r:id="rId57"/>
    <p:sldId id="313" r:id="rId58"/>
    <p:sldId id="314" r:id="rId59"/>
    <p:sldId id="315" r:id="rId60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9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372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372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3722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8277" y="1023873"/>
            <a:ext cx="8276844" cy="680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83219" y="1207528"/>
            <a:ext cx="7530465" cy="272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047" y="1907794"/>
            <a:ext cx="2742565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Linked</a:t>
            </a:r>
            <a:r>
              <a:rPr spc="-60" dirty="0"/>
              <a:t> </a:t>
            </a:r>
            <a:r>
              <a:rPr spc="-5" dirty="0"/>
              <a:t>Lists</a:t>
            </a:r>
          </a:p>
        </p:txBody>
      </p:sp>
      <p:sp>
        <p:nvSpPr>
          <p:cNvPr id="4" name="object 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/>
          <p:nvPr/>
        </p:nvSpPr>
        <p:spPr>
          <a:xfrm>
            <a:off x="2866770" y="4269994"/>
            <a:ext cx="4549775" cy="1686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0" dirty="0" smtClean="0">
                <a:latin typeface="Arial"/>
                <a:cs typeface="Arial"/>
              </a:rPr>
              <a:t>Peng, Sheng-Lung</a:t>
            </a:r>
          </a:p>
          <a:p>
            <a:pPr algn="ctr">
              <a:lnSpc>
                <a:spcPct val="100000"/>
              </a:lnSpc>
            </a:pPr>
            <a:r>
              <a:rPr lang="en-US" altLang="zh-TW" sz="2000" spc="-10" dirty="0" smtClean="0">
                <a:latin typeface="Arial"/>
                <a:cs typeface="Arial"/>
              </a:rPr>
              <a:t>&amp;</a:t>
            </a:r>
            <a:r>
              <a:rPr lang="zh-TW" altLang="en-US" sz="2000" spc="-10" dirty="0" smtClean="0">
                <a:latin typeface="Arial"/>
                <a:cs typeface="Arial"/>
              </a:rPr>
              <a:t> </a:t>
            </a:r>
            <a:r>
              <a:rPr lang="en-US" sz="2000" spc="-10" dirty="0" err="1" smtClean="0">
                <a:latin typeface="Arial"/>
                <a:cs typeface="Arial"/>
              </a:rPr>
              <a:t>Ond</a:t>
            </a:r>
            <a:r>
              <a:rPr lang="cs-CZ" sz="2000" spc="-10" dirty="0" smtClean="0">
                <a:latin typeface="Arial"/>
                <a:cs typeface="Arial"/>
              </a:rPr>
              <a:t>řej Navrátil</a:t>
            </a:r>
            <a:endParaRPr sz="2000" dirty="0">
              <a:latin typeface="Arial"/>
              <a:cs typeface="Arial"/>
            </a:endParaRPr>
          </a:p>
          <a:p>
            <a:pPr marL="12700" marR="5080" algn="ctr">
              <a:lnSpc>
                <a:spcPct val="119800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Department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Computer Science  National </a:t>
            </a:r>
            <a:r>
              <a:rPr lang="en-US" sz="2400" spc="-5" dirty="0" smtClean="0">
                <a:latin typeface="Arial"/>
                <a:cs typeface="Arial"/>
              </a:rPr>
              <a:t>Dong Hwa </a:t>
            </a:r>
            <a:r>
              <a:rPr sz="2400" spc="-5" dirty="0" smtClean="0">
                <a:latin typeface="Arial"/>
                <a:cs typeface="Arial"/>
              </a:rPr>
              <a:t>University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7257415" cy="3580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Array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Successive </a:t>
            </a:r>
            <a:r>
              <a:rPr sz="2400" dirty="0">
                <a:latin typeface="Arial"/>
                <a:cs typeface="Arial"/>
              </a:rPr>
              <a:t>items </a:t>
            </a:r>
            <a:r>
              <a:rPr sz="2400" spc="-5" dirty="0">
                <a:latin typeface="Arial"/>
                <a:cs typeface="Arial"/>
              </a:rPr>
              <a:t>locate a fixed</a:t>
            </a:r>
            <a:r>
              <a:rPr sz="2400" spc="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distance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Disadvantage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Data movements </a:t>
            </a:r>
            <a:r>
              <a:rPr sz="2400" spc="-5" dirty="0">
                <a:latin typeface="Arial"/>
                <a:cs typeface="Arial"/>
              </a:rPr>
              <a:t>during insertion and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deletion</a:t>
            </a:r>
            <a:endParaRPr sz="24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Waste space in storing </a:t>
            </a:r>
            <a:r>
              <a:rPr sz="2400" i="1" spc="-5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ordered </a:t>
            </a:r>
            <a:r>
              <a:rPr sz="2400" dirty="0">
                <a:latin typeface="Arial"/>
                <a:cs typeface="Arial"/>
              </a:rPr>
              <a:t>lists of </a:t>
            </a:r>
            <a:r>
              <a:rPr sz="2400" spc="-5" dirty="0">
                <a:latin typeface="Arial"/>
                <a:cs typeface="Arial"/>
              </a:rPr>
              <a:t>varying  size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Possible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solution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Linked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28283" y="5176265"/>
            <a:ext cx="661670" cy="551180"/>
          </a:xfrm>
          <a:custGeom>
            <a:avLst/>
            <a:gdLst/>
            <a:ahLst/>
            <a:cxnLst/>
            <a:rect l="l" t="t" r="r" b="b"/>
            <a:pathLst>
              <a:path w="661670" h="551179">
                <a:moveTo>
                  <a:pt x="0" y="0"/>
                </a:moveTo>
                <a:lnTo>
                  <a:pt x="0" y="550926"/>
                </a:lnTo>
                <a:lnTo>
                  <a:pt x="661415" y="550926"/>
                </a:lnTo>
                <a:lnTo>
                  <a:pt x="66141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27521" y="5176265"/>
            <a:ext cx="662305" cy="551180"/>
          </a:xfrm>
          <a:custGeom>
            <a:avLst/>
            <a:gdLst/>
            <a:ahLst/>
            <a:cxnLst/>
            <a:rect l="l" t="t" r="r" b="b"/>
            <a:pathLst>
              <a:path w="662304" h="551179">
                <a:moveTo>
                  <a:pt x="0" y="0"/>
                </a:moveTo>
                <a:lnTo>
                  <a:pt x="0" y="550926"/>
                </a:lnTo>
                <a:lnTo>
                  <a:pt x="662177" y="550926"/>
                </a:lnTo>
                <a:lnTo>
                  <a:pt x="66217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989698" y="5176265"/>
            <a:ext cx="662305" cy="551180"/>
          </a:xfrm>
          <a:custGeom>
            <a:avLst/>
            <a:gdLst/>
            <a:ahLst/>
            <a:cxnLst/>
            <a:rect l="l" t="t" r="r" b="b"/>
            <a:pathLst>
              <a:path w="662304" h="551179">
                <a:moveTo>
                  <a:pt x="0" y="0"/>
                </a:moveTo>
                <a:lnTo>
                  <a:pt x="0" y="550926"/>
                </a:lnTo>
                <a:lnTo>
                  <a:pt x="662177" y="550926"/>
                </a:lnTo>
                <a:lnTo>
                  <a:pt x="662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89698" y="5176265"/>
            <a:ext cx="662305" cy="551180"/>
          </a:xfrm>
          <a:custGeom>
            <a:avLst/>
            <a:gdLst/>
            <a:ahLst/>
            <a:cxnLst/>
            <a:rect l="l" t="t" r="r" b="b"/>
            <a:pathLst>
              <a:path w="662304" h="551179">
                <a:moveTo>
                  <a:pt x="0" y="0"/>
                </a:moveTo>
                <a:lnTo>
                  <a:pt x="0" y="550926"/>
                </a:lnTo>
                <a:lnTo>
                  <a:pt x="662177" y="550926"/>
                </a:lnTo>
                <a:lnTo>
                  <a:pt x="66217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53401" y="5176265"/>
            <a:ext cx="662305" cy="551180"/>
          </a:xfrm>
          <a:custGeom>
            <a:avLst/>
            <a:gdLst/>
            <a:ahLst/>
            <a:cxnLst/>
            <a:rect l="l" t="t" r="r" b="b"/>
            <a:pathLst>
              <a:path w="662304" h="551179">
                <a:moveTo>
                  <a:pt x="0" y="0"/>
                </a:moveTo>
                <a:lnTo>
                  <a:pt x="0" y="550926"/>
                </a:lnTo>
                <a:lnTo>
                  <a:pt x="662177" y="550926"/>
                </a:lnTo>
                <a:lnTo>
                  <a:pt x="662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53401" y="5176265"/>
            <a:ext cx="662305" cy="551180"/>
          </a:xfrm>
          <a:custGeom>
            <a:avLst/>
            <a:gdLst/>
            <a:ahLst/>
            <a:cxnLst/>
            <a:rect l="l" t="t" r="r" b="b"/>
            <a:pathLst>
              <a:path w="662304" h="551179">
                <a:moveTo>
                  <a:pt x="0" y="0"/>
                </a:moveTo>
                <a:lnTo>
                  <a:pt x="0" y="550926"/>
                </a:lnTo>
                <a:lnTo>
                  <a:pt x="662177" y="550926"/>
                </a:lnTo>
                <a:lnTo>
                  <a:pt x="66217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14067" y="5176265"/>
            <a:ext cx="662305" cy="551180"/>
          </a:xfrm>
          <a:custGeom>
            <a:avLst/>
            <a:gdLst/>
            <a:ahLst/>
            <a:cxnLst/>
            <a:rect l="l" t="t" r="r" b="b"/>
            <a:pathLst>
              <a:path w="662304" h="551179">
                <a:moveTo>
                  <a:pt x="0" y="0"/>
                </a:moveTo>
                <a:lnTo>
                  <a:pt x="0" y="550926"/>
                </a:lnTo>
                <a:lnTo>
                  <a:pt x="662177" y="550926"/>
                </a:lnTo>
                <a:lnTo>
                  <a:pt x="662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14067" y="5176265"/>
            <a:ext cx="661670" cy="551180"/>
          </a:xfrm>
          <a:custGeom>
            <a:avLst/>
            <a:gdLst/>
            <a:ahLst/>
            <a:cxnLst/>
            <a:rect l="l" t="t" r="r" b="b"/>
            <a:pathLst>
              <a:path w="661670" h="551179">
                <a:moveTo>
                  <a:pt x="0" y="0"/>
                </a:moveTo>
                <a:lnTo>
                  <a:pt x="0" y="550926"/>
                </a:lnTo>
                <a:lnTo>
                  <a:pt x="661416" y="550926"/>
                </a:lnTo>
                <a:lnTo>
                  <a:pt x="66141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Singly Linked</a:t>
            </a:r>
            <a:r>
              <a:rPr spc="-30" dirty="0"/>
              <a:t> </a:t>
            </a:r>
            <a:r>
              <a:rPr spc="-5" dirty="0"/>
              <a:t>Lists</a:t>
            </a:r>
          </a:p>
        </p:txBody>
      </p:sp>
      <p:sp>
        <p:nvSpPr>
          <p:cNvPr id="7" name="object 7"/>
          <p:cNvSpPr/>
          <p:nvPr/>
        </p:nvSpPr>
        <p:spPr>
          <a:xfrm>
            <a:off x="6400685" y="3765041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0" y="0"/>
                </a:moveTo>
                <a:lnTo>
                  <a:pt x="0" y="381000"/>
                </a:lnTo>
                <a:lnTo>
                  <a:pt x="1066800" y="381000"/>
                </a:lnTo>
                <a:lnTo>
                  <a:pt x="10668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86472" y="376504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64715" y="3765041"/>
            <a:ext cx="1524000" cy="381000"/>
          </a:xfrm>
          <a:custGeom>
            <a:avLst/>
            <a:gdLst/>
            <a:ahLst/>
            <a:cxnLst/>
            <a:rect l="l" t="t" r="r" b="b"/>
            <a:pathLst>
              <a:path w="1524000" h="381000">
                <a:moveTo>
                  <a:pt x="0" y="0"/>
                </a:moveTo>
                <a:lnTo>
                  <a:pt x="0" y="381000"/>
                </a:lnTo>
                <a:lnTo>
                  <a:pt x="1524000" y="381000"/>
                </a:lnTo>
                <a:lnTo>
                  <a:pt x="15240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15272" y="376504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81713" y="3911346"/>
            <a:ext cx="843280" cy="76200"/>
          </a:xfrm>
          <a:custGeom>
            <a:avLst/>
            <a:gdLst/>
            <a:ahLst/>
            <a:cxnLst/>
            <a:rect l="l" t="t" r="r" b="b"/>
            <a:pathLst>
              <a:path w="843279" h="76200">
                <a:moveTo>
                  <a:pt x="784085" y="38100"/>
                </a:moveTo>
                <a:lnTo>
                  <a:pt x="782561" y="35051"/>
                </a:lnTo>
                <a:lnTo>
                  <a:pt x="779513" y="33527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779513" y="42671"/>
                </a:lnTo>
                <a:lnTo>
                  <a:pt x="782561" y="41148"/>
                </a:lnTo>
                <a:lnTo>
                  <a:pt x="784085" y="38100"/>
                </a:lnTo>
                <a:close/>
              </a:path>
              <a:path w="843279" h="76200">
                <a:moveTo>
                  <a:pt x="842772" y="38100"/>
                </a:moveTo>
                <a:lnTo>
                  <a:pt x="766572" y="0"/>
                </a:lnTo>
                <a:lnTo>
                  <a:pt x="766572" y="33527"/>
                </a:lnTo>
                <a:lnTo>
                  <a:pt x="779513" y="33527"/>
                </a:lnTo>
                <a:lnTo>
                  <a:pt x="782561" y="35051"/>
                </a:lnTo>
                <a:lnTo>
                  <a:pt x="784085" y="38100"/>
                </a:lnTo>
                <a:lnTo>
                  <a:pt x="784085" y="67443"/>
                </a:lnTo>
                <a:lnTo>
                  <a:pt x="842772" y="38100"/>
                </a:lnTo>
                <a:close/>
              </a:path>
              <a:path w="843279" h="76200">
                <a:moveTo>
                  <a:pt x="784085" y="67443"/>
                </a:moveTo>
                <a:lnTo>
                  <a:pt x="784085" y="38100"/>
                </a:lnTo>
                <a:lnTo>
                  <a:pt x="782561" y="41148"/>
                </a:lnTo>
                <a:lnTo>
                  <a:pt x="779513" y="42671"/>
                </a:lnTo>
                <a:lnTo>
                  <a:pt x="766572" y="42671"/>
                </a:lnTo>
                <a:lnTo>
                  <a:pt x="766572" y="76200"/>
                </a:lnTo>
                <a:lnTo>
                  <a:pt x="784085" y="674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86701" y="3911346"/>
            <a:ext cx="690880" cy="76200"/>
          </a:xfrm>
          <a:custGeom>
            <a:avLst/>
            <a:gdLst/>
            <a:ahLst/>
            <a:cxnLst/>
            <a:rect l="l" t="t" r="r" b="b"/>
            <a:pathLst>
              <a:path w="690879" h="76200">
                <a:moveTo>
                  <a:pt x="631698" y="38100"/>
                </a:moveTo>
                <a:lnTo>
                  <a:pt x="630174" y="35051"/>
                </a:lnTo>
                <a:lnTo>
                  <a:pt x="6271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1"/>
                </a:lnTo>
                <a:lnTo>
                  <a:pt x="627126" y="42671"/>
                </a:lnTo>
                <a:lnTo>
                  <a:pt x="630174" y="41148"/>
                </a:lnTo>
                <a:lnTo>
                  <a:pt x="631698" y="38100"/>
                </a:lnTo>
                <a:close/>
              </a:path>
              <a:path w="690879" h="76200">
                <a:moveTo>
                  <a:pt x="690372" y="38100"/>
                </a:moveTo>
                <a:lnTo>
                  <a:pt x="614172" y="0"/>
                </a:lnTo>
                <a:lnTo>
                  <a:pt x="614172" y="33527"/>
                </a:lnTo>
                <a:lnTo>
                  <a:pt x="627126" y="33527"/>
                </a:lnTo>
                <a:lnTo>
                  <a:pt x="630174" y="35051"/>
                </a:lnTo>
                <a:lnTo>
                  <a:pt x="631698" y="38100"/>
                </a:lnTo>
                <a:lnTo>
                  <a:pt x="631698" y="67437"/>
                </a:lnTo>
                <a:lnTo>
                  <a:pt x="690372" y="38100"/>
                </a:lnTo>
                <a:close/>
              </a:path>
              <a:path w="690879" h="76200">
                <a:moveTo>
                  <a:pt x="631698" y="67437"/>
                </a:moveTo>
                <a:lnTo>
                  <a:pt x="631698" y="38100"/>
                </a:lnTo>
                <a:lnTo>
                  <a:pt x="630174" y="41148"/>
                </a:lnTo>
                <a:lnTo>
                  <a:pt x="627126" y="42671"/>
                </a:lnTo>
                <a:lnTo>
                  <a:pt x="614172" y="42671"/>
                </a:lnTo>
                <a:lnTo>
                  <a:pt x="614172" y="76200"/>
                </a:lnTo>
                <a:lnTo>
                  <a:pt x="63169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66885" y="3765041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0" y="0"/>
                </a:moveTo>
                <a:lnTo>
                  <a:pt x="0" y="381000"/>
                </a:lnTo>
                <a:lnTo>
                  <a:pt x="1066799" y="381000"/>
                </a:lnTo>
                <a:lnTo>
                  <a:pt x="10667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52685" y="376504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95685" y="3765041"/>
            <a:ext cx="1066800" cy="381000"/>
          </a:xfrm>
          <a:custGeom>
            <a:avLst/>
            <a:gdLst/>
            <a:ahLst/>
            <a:cxnLst/>
            <a:rect l="l" t="t" r="r" b="b"/>
            <a:pathLst>
              <a:path w="1066800" h="381000">
                <a:moveTo>
                  <a:pt x="0" y="0"/>
                </a:moveTo>
                <a:lnTo>
                  <a:pt x="0" y="381000"/>
                </a:lnTo>
                <a:lnTo>
                  <a:pt x="1066800" y="381000"/>
                </a:lnTo>
                <a:lnTo>
                  <a:pt x="10668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81485" y="3765041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285885" y="3419094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81313" y="3914394"/>
            <a:ext cx="309880" cy="76200"/>
          </a:xfrm>
          <a:custGeom>
            <a:avLst/>
            <a:gdLst/>
            <a:ahLst/>
            <a:cxnLst/>
            <a:rect l="l" t="t" r="r" b="b"/>
            <a:pathLst>
              <a:path w="309880" h="76200">
                <a:moveTo>
                  <a:pt x="250698" y="38100"/>
                </a:moveTo>
                <a:lnTo>
                  <a:pt x="249174" y="35051"/>
                </a:lnTo>
                <a:lnTo>
                  <a:pt x="246125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1"/>
                </a:lnTo>
                <a:lnTo>
                  <a:pt x="246125" y="42671"/>
                </a:lnTo>
                <a:lnTo>
                  <a:pt x="249174" y="41909"/>
                </a:lnTo>
                <a:lnTo>
                  <a:pt x="250698" y="38100"/>
                </a:lnTo>
                <a:close/>
              </a:path>
              <a:path w="309880" h="76200">
                <a:moveTo>
                  <a:pt x="309372" y="38100"/>
                </a:moveTo>
                <a:lnTo>
                  <a:pt x="233172" y="0"/>
                </a:lnTo>
                <a:lnTo>
                  <a:pt x="233172" y="33527"/>
                </a:lnTo>
                <a:lnTo>
                  <a:pt x="246125" y="33527"/>
                </a:lnTo>
                <a:lnTo>
                  <a:pt x="249174" y="35051"/>
                </a:lnTo>
                <a:lnTo>
                  <a:pt x="250698" y="38100"/>
                </a:lnTo>
                <a:lnTo>
                  <a:pt x="250698" y="67437"/>
                </a:lnTo>
                <a:lnTo>
                  <a:pt x="309372" y="38100"/>
                </a:lnTo>
                <a:close/>
              </a:path>
              <a:path w="309880" h="76200">
                <a:moveTo>
                  <a:pt x="250698" y="67437"/>
                </a:moveTo>
                <a:lnTo>
                  <a:pt x="250698" y="38100"/>
                </a:lnTo>
                <a:lnTo>
                  <a:pt x="249174" y="41909"/>
                </a:lnTo>
                <a:lnTo>
                  <a:pt x="246125" y="42671"/>
                </a:lnTo>
                <a:lnTo>
                  <a:pt x="233172" y="42671"/>
                </a:lnTo>
                <a:lnTo>
                  <a:pt x="233172" y="76200"/>
                </a:lnTo>
                <a:lnTo>
                  <a:pt x="25069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52913" y="3911346"/>
            <a:ext cx="767080" cy="76200"/>
          </a:xfrm>
          <a:custGeom>
            <a:avLst/>
            <a:gdLst/>
            <a:ahLst/>
            <a:cxnLst/>
            <a:rect l="l" t="t" r="r" b="b"/>
            <a:pathLst>
              <a:path w="767079" h="76200">
                <a:moveTo>
                  <a:pt x="707898" y="38100"/>
                </a:moveTo>
                <a:lnTo>
                  <a:pt x="706374" y="35051"/>
                </a:lnTo>
                <a:lnTo>
                  <a:pt x="703326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1"/>
                </a:lnTo>
                <a:lnTo>
                  <a:pt x="703326" y="42671"/>
                </a:lnTo>
                <a:lnTo>
                  <a:pt x="706374" y="41148"/>
                </a:lnTo>
                <a:lnTo>
                  <a:pt x="707898" y="38100"/>
                </a:lnTo>
                <a:close/>
              </a:path>
              <a:path w="767079" h="76200">
                <a:moveTo>
                  <a:pt x="766572" y="38100"/>
                </a:moveTo>
                <a:lnTo>
                  <a:pt x="690372" y="0"/>
                </a:lnTo>
                <a:lnTo>
                  <a:pt x="690372" y="33527"/>
                </a:lnTo>
                <a:lnTo>
                  <a:pt x="703326" y="33527"/>
                </a:lnTo>
                <a:lnTo>
                  <a:pt x="706374" y="35051"/>
                </a:lnTo>
                <a:lnTo>
                  <a:pt x="707898" y="38100"/>
                </a:lnTo>
                <a:lnTo>
                  <a:pt x="707898" y="67437"/>
                </a:lnTo>
                <a:lnTo>
                  <a:pt x="766572" y="38100"/>
                </a:lnTo>
                <a:close/>
              </a:path>
              <a:path w="767079" h="76200">
                <a:moveTo>
                  <a:pt x="707898" y="67437"/>
                </a:moveTo>
                <a:lnTo>
                  <a:pt x="707898" y="38100"/>
                </a:lnTo>
                <a:lnTo>
                  <a:pt x="706374" y="41148"/>
                </a:lnTo>
                <a:lnTo>
                  <a:pt x="703326" y="42671"/>
                </a:lnTo>
                <a:lnTo>
                  <a:pt x="690372" y="42671"/>
                </a:lnTo>
                <a:lnTo>
                  <a:pt x="690372" y="76200"/>
                </a:lnTo>
                <a:lnTo>
                  <a:pt x="70789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43754" y="3765041"/>
            <a:ext cx="9080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5015" algn="l"/>
              </a:tabLst>
            </a:pPr>
            <a:r>
              <a:rPr sz="2400" spc="-5" dirty="0">
                <a:latin typeface="Arial"/>
                <a:cs typeface="Arial"/>
              </a:rPr>
              <a:t>ca</a:t>
            </a:r>
            <a:r>
              <a:rPr sz="2400" dirty="0">
                <a:latin typeface="Arial"/>
                <a:cs typeface="Arial"/>
              </a:rPr>
              <a:t>t	</a:t>
            </a: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8755" y="3765041"/>
            <a:ext cx="9080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5015" algn="l"/>
              </a:tabLst>
            </a:pPr>
            <a:r>
              <a:rPr sz="2400" spc="-5" dirty="0">
                <a:latin typeface="Arial"/>
                <a:cs typeface="Arial"/>
              </a:rPr>
              <a:t>sa</a:t>
            </a:r>
            <a:r>
              <a:rPr sz="2400" dirty="0">
                <a:latin typeface="Arial"/>
                <a:cs typeface="Arial"/>
              </a:rPr>
              <a:t>t	</a:t>
            </a: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25155" y="3765041"/>
            <a:ext cx="15036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40105" algn="l"/>
              </a:tabLst>
            </a:pPr>
            <a:r>
              <a:rPr sz="2400" spc="-5" dirty="0">
                <a:latin typeface="Arial"/>
                <a:cs typeface="Arial"/>
              </a:rPr>
              <a:t>va</a:t>
            </a:r>
            <a:r>
              <a:rPr sz="2400" dirty="0">
                <a:latin typeface="Arial"/>
                <a:cs typeface="Arial"/>
              </a:rPr>
              <a:t>t	</a:t>
            </a:r>
            <a:r>
              <a:rPr sz="2000" spc="-5" dirty="0">
                <a:latin typeface="Arial"/>
                <a:cs typeface="Arial"/>
              </a:rPr>
              <a:t>NULL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20785" y="4679442"/>
            <a:ext cx="58521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u="heavy" spc="-5" dirty="0">
                <a:latin typeface="Arial"/>
                <a:cs typeface="Arial"/>
              </a:rPr>
              <a:t>*Figure 4.2: </a:t>
            </a:r>
            <a:r>
              <a:rPr sz="2400" u="heavy" spc="-5" dirty="0">
                <a:latin typeface="Arial"/>
                <a:cs typeface="Arial"/>
              </a:rPr>
              <a:t>Usual way </a:t>
            </a:r>
            <a:r>
              <a:rPr sz="2400" u="heavy" dirty="0">
                <a:latin typeface="Arial"/>
                <a:cs typeface="Arial"/>
              </a:rPr>
              <a:t>to </a:t>
            </a:r>
            <a:r>
              <a:rPr sz="2400" u="heavy" spc="-5" dirty="0">
                <a:latin typeface="Arial"/>
                <a:cs typeface="Arial"/>
              </a:rPr>
              <a:t>draw a linked</a:t>
            </a:r>
            <a:r>
              <a:rPr sz="2400" u="heavy" spc="40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9130" y="2957321"/>
            <a:ext cx="1245235" cy="1183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  <a:tabLst>
                <a:tab pos="762000" algn="l"/>
              </a:tabLst>
            </a:pPr>
            <a:r>
              <a:rPr sz="2400" spc="-10" dirty="0">
                <a:latin typeface="Arial"/>
                <a:cs typeface="Arial"/>
              </a:rPr>
              <a:t>dat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link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Times New Roman"/>
              <a:cs typeface="Times New Roman"/>
            </a:endParaRPr>
          </a:p>
          <a:p>
            <a:pPr marR="80010" algn="ctr">
              <a:lnSpc>
                <a:spcPct val="100000"/>
              </a:lnSpc>
              <a:tabLst>
                <a:tab pos="760095" algn="l"/>
              </a:tabLst>
            </a:pPr>
            <a:r>
              <a:rPr sz="2400" spc="-5" dirty="0">
                <a:latin typeface="Arial"/>
                <a:cs typeface="Arial"/>
              </a:rPr>
              <a:t>bat	</a:t>
            </a: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22739" y="3323844"/>
            <a:ext cx="76200" cy="344805"/>
          </a:xfrm>
          <a:custGeom>
            <a:avLst/>
            <a:gdLst/>
            <a:ahLst/>
            <a:cxnLst/>
            <a:rect l="l" t="t" r="r" b="b"/>
            <a:pathLst>
              <a:path w="76200" h="344804">
                <a:moveTo>
                  <a:pt x="76200" y="268223"/>
                </a:moveTo>
                <a:lnTo>
                  <a:pt x="0" y="268223"/>
                </a:lnTo>
                <a:lnTo>
                  <a:pt x="33528" y="335279"/>
                </a:lnTo>
                <a:lnTo>
                  <a:pt x="33528" y="281177"/>
                </a:lnTo>
                <a:lnTo>
                  <a:pt x="35051" y="284225"/>
                </a:lnTo>
                <a:lnTo>
                  <a:pt x="38100" y="285750"/>
                </a:lnTo>
                <a:lnTo>
                  <a:pt x="41148" y="284225"/>
                </a:lnTo>
                <a:lnTo>
                  <a:pt x="42672" y="281177"/>
                </a:lnTo>
                <a:lnTo>
                  <a:pt x="42672" y="335279"/>
                </a:lnTo>
                <a:lnTo>
                  <a:pt x="76200" y="268223"/>
                </a:lnTo>
                <a:close/>
              </a:path>
              <a:path w="76200" h="344804">
                <a:moveTo>
                  <a:pt x="42672" y="268223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8" y="4571"/>
                </a:lnTo>
                <a:lnTo>
                  <a:pt x="33528" y="268223"/>
                </a:lnTo>
                <a:lnTo>
                  <a:pt x="42672" y="268223"/>
                </a:lnTo>
                <a:close/>
              </a:path>
              <a:path w="76200" h="344804">
                <a:moveTo>
                  <a:pt x="42672" y="335279"/>
                </a:moveTo>
                <a:lnTo>
                  <a:pt x="42672" y="281177"/>
                </a:lnTo>
                <a:lnTo>
                  <a:pt x="41148" y="284225"/>
                </a:lnTo>
                <a:lnTo>
                  <a:pt x="38100" y="285750"/>
                </a:lnTo>
                <a:lnTo>
                  <a:pt x="35051" y="284225"/>
                </a:lnTo>
                <a:lnTo>
                  <a:pt x="33528" y="281177"/>
                </a:lnTo>
                <a:lnTo>
                  <a:pt x="33528" y="335279"/>
                </a:lnTo>
                <a:lnTo>
                  <a:pt x="38100" y="344423"/>
                </a:lnTo>
                <a:lnTo>
                  <a:pt x="4267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13467" y="3325367"/>
            <a:ext cx="76200" cy="376555"/>
          </a:xfrm>
          <a:custGeom>
            <a:avLst/>
            <a:gdLst/>
            <a:ahLst/>
            <a:cxnLst/>
            <a:rect l="l" t="t" r="r" b="b"/>
            <a:pathLst>
              <a:path w="76200" h="376554">
                <a:moveTo>
                  <a:pt x="33591" y="300228"/>
                </a:moveTo>
                <a:lnTo>
                  <a:pt x="0" y="300228"/>
                </a:lnTo>
                <a:lnTo>
                  <a:pt x="33527" y="367284"/>
                </a:lnTo>
                <a:lnTo>
                  <a:pt x="33527" y="313182"/>
                </a:lnTo>
                <a:lnTo>
                  <a:pt x="33591" y="300228"/>
                </a:lnTo>
                <a:close/>
              </a:path>
              <a:path w="76200" h="376554">
                <a:moveTo>
                  <a:pt x="42736" y="300228"/>
                </a:moveTo>
                <a:lnTo>
                  <a:pt x="33591" y="300228"/>
                </a:lnTo>
                <a:lnTo>
                  <a:pt x="33527" y="313182"/>
                </a:lnTo>
                <a:lnTo>
                  <a:pt x="35051" y="316230"/>
                </a:lnTo>
                <a:lnTo>
                  <a:pt x="38100" y="317754"/>
                </a:lnTo>
                <a:lnTo>
                  <a:pt x="41910" y="316230"/>
                </a:lnTo>
                <a:lnTo>
                  <a:pt x="42672" y="313182"/>
                </a:lnTo>
                <a:lnTo>
                  <a:pt x="42736" y="300228"/>
                </a:lnTo>
                <a:close/>
              </a:path>
              <a:path w="76200" h="376554">
                <a:moveTo>
                  <a:pt x="76200" y="300228"/>
                </a:moveTo>
                <a:lnTo>
                  <a:pt x="42736" y="300228"/>
                </a:lnTo>
                <a:lnTo>
                  <a:pt x="42672" y="313182"/>
                </a:lnTo>
                <a:lnTo>
                  <a:pt x="41910" y="316230"/>
                </a:lnTo>
                <a:lnTo>
                  <a:pt x="38100" y="317754"/>
                </a:lnTo>
                <a:lnTo>
                  <a:pt x="35051" y="316230"/>
                </a:lnTo>
                <a:lnTo>
                  <a:pt x="33527" y="313182"/>
                </a:lnTo>
                <a:lnTo>
                  <a:pt x="33527" y="367284"/>
                </a:lnTo>
                <a:lnTo>
                  <a:pt x="38100" y="376428"/>
                </a:lnTo>
                <a:lnTo>
                  <a:pt x="76200" y="300228"/>
                </a:lnTo>
                <a:close/>
              </a:path>
              <a:path w="76200" h="376554">
                <a:moveTo>
                  <a:pt x="44195" y="5334"/>
                </a:moveTo>
                <a:lnTo>
                  <a:pt x="42672" y="1524"/>
                </a:lnTo>
                <a:lnTo>
                  <a:pt x="39624" y="0"/>
                </a:lnTo>
                <a:lnTo>
                  <a:pt x="35813" y="1524"/>
                </a:lnTo>
                <a:lnTo>
                  <a:pt x="35051" y="4572"/>
                </a:lnTo>
                <a:lnTo>
                  <a:pt x="33591" y="300228"/>
                </a:lnTo>
                <a:lnTo>
                  <a:pt x="42736" y="300228"/>
                </a:lnTo>
                <a:lnTo>
                  <a:pt x="44195" y="5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Insertion</a:t>
            </a:r>
          </a:p>
        </p:txBody>
      </p:sp>
      <p:sp>
        <p:nvSpPr>
          <p:cNvPr id="7" name="object 7"/>
          <p:cNvSpPr/>
          <p:nvPr/>
        </p:nvSpPr>
        <p:spPr>
          <a:xfrm>
            <a:off x="2706509" y="3797046"/>
            <a:ext cx="664210" cy="331470"/>
          </a:xfrm>
          <a:custGeom>
            <a:avLst/>
            <a:gdLst/>
            <a:ahLst/>
            <a:cxnLst/>
            <a:rect l="l" t="t" r="r" b="b"/>
            <a:pathLst>
              <a:path w="664210" h="331470">
                <a:moveTo>
                  <a:pt x="0" y="0"/>
                </a:moveTo>
                <a:lnTo>
                  <a:pt x="0" y="331470"/>
                </a:lnTo>
                <a:lnTo>
                  <a:pt x="663701" y="331470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06509" y="3797046"/>
            <a:ext cx="940435" cy="331470"/>
          </a:xfrm>
          <a:custGeom>
            <a:avLst/>
            <a:gdLst/>
            <a:ahLst/>
            <a:cxnLst/>
            <a:rect l="l" t="t" r="r" b="b"/>
            <a:pathLst>
              <a:path w="940435" h="331470">
                <a:moveTo>
                  <a:pt x="0" y="0"/>
                </a:moveTo>
                <a:lnTo>
                  <a:pt x="0" y="331470"/>
                </a:lnTo>
                <a:lnTo>
                  <a:pt x="940307" y="331470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70211" y="3797046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60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70211" y="3797046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60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84967" y="3806952"/>
            <a:ext cx="664210" cy="330200"/>
          </a:xfrm>
          <a:custGeom>
            <a:avLst/>
            <a:gdLst/>
            <a:ahLst/>
            <a:cxnLst/>
            <a:rect l="l" t="t" r="r" b="b"/>
            <a:pathLst>
              <a:path w="664210" h="330200">
                <a:moveTo>
                  <a:pt x="0" y="0"/>
                </a:moveTo>
                <a:lnTo>
                  <a:pt x="0" y="329946"/>
                </a:lnTo>
                <a:lnTo>
                  <a:pt x="663701" y="329946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84967" y="3806190"/>
            <a:ext cx="939800" cy="330835"/>
          </a:xfrm>
          <a:custGeom>
            <a:avLst/>
            <a:gdLst/>
            <a:ahLst/>
            <a:cxnLst/>
            <a:rect l="l" t="t" r="r" b="b"/>
            <a:pathLst>
              <a:path w="939800" h="330835">
                <a:moveTo>
                  <a:pt x="0" y="0"/>
                </a:moveTo>
                <a:lnTo>
                  <a:pt x="0" y="330708"/>
                </a:lnTo>
                <a:lnTo>
                  <a:pt x="939546" y="330708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48669" y="3806952"/>
            <a:ext cx="276225" cy="330200"/>
          </a:xfrm>
          <a:custGeom>
            <a:avLst/>
            <a:gdLst/>
            <a:ahLst/>
            <a:cxnLst/>
            <a:rect l="l" t="t" r="r" b="b"/>
            <a:pathLst>
              <a:path w="276225" h="330200">
                <a:moveTo>
                  <a:pt x="0" y="0"/>
                </a:moveTo>
                <a:lnTo>
                  <a:pt x="0" y="329946"/>
                </a:lnTo>
                <a:lnTo>
                  <a:pt x="275843" y="329946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48669" y="3806190"/>
            <a:ext cx="276225" cy="330835"/>
          </a:xfrm>
          <a:custGeom>
            <a:avLst/>
            <a:gdLst/>
            <a:ahLst/>
            <a:cxnLst/>
            <a:rect l="l" t="t" r="r" b="b"/>
            <a:pathLst>
              <a:path w="276225" h="330835">
                <a:moveTo>
                  <a:pt x="0" y="0"/>
                </a:moveTo>
                <a:lnTo>
                  <a:pt x="0" y="330708"/>
                </a:lnTo>
                <a:lnTo>
                  <a:pt x="275843" y="330708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75617" y="3814571"/>
            <a:ext cx="664210" cy="331470"/>
          </a:xfrm>
          <a:custGeom>
            <a:avLst/>
            <a:gdLst/>
            <a:ahLst/>
            <a:cxnLst/>
            <a:rect l="l" t="t" r="r" b="b"/>
            <a:pathLst>
              <a:path w="664210" h="331470">
                <a:moveTo>
                  <a:pt x="0" y="0"/>
                </a:moveTo>
                <a:lnTo>
                  <a:pt x="0" y="331470"/>
                </a:lnTo>
                <a:lnTo>
                  <a:pt x="663701" y="331470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75617" y="3814571"/>
            <a:ext cx="939800" cy="331470"/>
          </a:xfrm>
          <a:custGeom>
            <a:avLst/>
            <a:gdLst/>
            <a:ahLst/>
            <a:cxnLst/>
            <a:rect l="l" t="t" r="r" b="b"/>
            <a:pathLst>
              <a:path w="939800" h="331470">
                <a:moveTo>
                  <a:pt x="0" y="0"/>
                </a:moveTo>
                <a:lnTo>
                  <a:pt x="0" y="331470"/>
                </a:lnTo>
                <a:lnTo>
                  <a:pt x="939546" y="331470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39319" y="3814571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3" y="331470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39319" y="3814571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3" y="331470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53301" y="3814571"/>
            <a:ext cx="665480" cy="331470"/>
          </a:xfrm>
          <a:custGeom>
            <a:avLst/>
            <a:gdLst/>
            <a:ahLst/>
            <a:cxnLst/>
            <a:rect l="l" t="t" r="r" b="b"/>
            <a:pathLst>
              <a:path w="665479" h="331470">
                <a:moveTo>
                  <a:pt x="0" y="0"/>
                </a:moveTo>
                <a:lnTo>
                  <a:pt x="0" y="331470"/>
                </a:lnTo>
                <a:lnTo>
                  <a:pt x="665226" y="331470"/>
                </a:lnTo>
                <a:lnTo>
                  <a:pt x="6652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53301" y="3814571"/>
            <a:ext cx="941069" cy="331470"/>
          </a:xfrm>
          <a:custGeom>
            <a:avLst/>
            <a:gdLst/>
            <a:ahLst/>
            <a:cxnLst/>
            <a:rect l="l" t="t" r="r" b="b"/>
            <a:pathLst>
              <a:path w="941070" h="331470">
                <a:moveTo>
                  <a:pt x="0" y="0"/>
                </a:moveTo>
                <a:lnTo>
                  <a:pt x="0" y="331470"/>
                </a:lnTo>
                <a:lnTo>
                  <a:pt x="941070" y="331470"/>
                </a:lnTo>
                <a:lnTo>
                  <a:pt x="9410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18527" y="3814571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59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18527" y="3814571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4" y="331470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89848" y="3822191"/>
            <a:ext cx="664210" cy="332740"/>
          </a:xfrm>
          <a:custGeom>
            <a:avLst/>
            <a:gdLst/>
            <a:ahLst/>
            <a:cxnLst/>
            <a:rect l="l" t="t" r="r" b="b"/>
            <a:pathLst>
              <a:path w="664209" h="332739">
                <a:moveTo>
                  <a:pt x="0" y="0"/>
                </a:moveTo>
                <a:lnTo>
                  <a:pt x="0" y="332232"/>
                </a:lnTo>
                <a:lnTo>
                  <a:pt x="663701" y="332232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89848" y="3822191"/>
            <a:ext cx="940435" cy="332740"/>
          </a:xfrm>
          <a:custGeom>
            <a:avLst/>
            <a:gdLst/>
            <a:ahLst/>
            <a:cxnLst/>
            <a:rect l="l" t="t" r="r" b="b"/>
            <a:pathLst>
              <a:path w="940434" h="332739">
                <a:moveTo>
                  <a:pt x="0" y="0"/>
                </a:moveTo>
                <a:lnTo>
                  <a:pt x="0" y="332232"/>
                </a:lnTo>
                <a:lnTo>
                  <a:pt x="940307" y="332232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53551" y="3822191"/>
            <a:ext cx="276860" cy="332740"/>
          </a:xfrm>
          <a:custGeom>
            <a:avLst/>
            <a:gdLst/>
            <a:ahLst/>
            <a:cxnLst/>
            <a:rect l="l" t="t" r="r" b="b"/>
            <a:pathLst>
              <a:path w="276859" h="332739">
                <a:moveTo>
                  <a:pt x="0" y="0"/>
                </a:moveTo>
                <a:lnTo>
                  <a:pt x="0" y="332232"/>
                </a:lnTo>
                <a:lnTo>
                  <a:pt x="276605" y="332232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853551" y="3822191"/>
            <a:ext cx="276860" cy="332740"/>
          </a:xfrm>
          <a:custGeom>
            <a:avLst/>
            <a:gdLst/>
            <a:ahLst/>
            <a:cxnLst/>
            <a:rect l="l" t="t" r="r" b="b"/>
            <a:pathLst>
              <a:path w="276859" h="332739">
                <a:moveTo>
                  <a:pt x="0" y="0"/>
                </a:moveTo>
                <a:lnTo>
                  <a:pt x="0" y="332232"/>
                </a:lnTo>
                <a:lnTo>
                  <a:pt x="276605" y="332232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524622" y="4504944"/>
            <a:ext cx="664210" cy="332740"/>
          </a:xfrm>
          <a:custGeom>
            <a:avLst/>
            <a:gdLst/>
            <a:ahLst/>
            <a:cxnLst/>
            <a:rect l="l" t="t" r="r" b="b"/>
            <a:pathLst>
              <a:path w="664209" h="332739">
                <a:moveTo>
                  <a:pt x="0" y="0"/>
                </a:moveTo>
                <a:lnTo>
                  <a:pt x="0" y="332231"/>
                </a:lnTo>
                <a:lnTo>
                  <a:pt x="663701" y="332231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524622" y="4504944"/>
            <a:ext cx="940435" cy="332740"/>
          </a:xfrm>
          <a:custGeom>
            <a:avLst/>
            <a:gdLst/>
            <a:ahLst/>
            <a:cxnLst/>
            <a:rect l="l" t="t" r="r" b="b"/>
            <a:pathLst>
              <a:path w="940434" h="332739">
                <a:moveTo>
                  <a:pt x="0" y="0"/>
                </a:moveTo>
                <a:lnTo>
                  <a:pt x="0" y="332232"/>
                </a:lnTo>
                <a:lnTo>
                  <a:pt x="940307" y="332232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188325" y="4504944"/>
            <a:ext cx="276860" cy="332740"/>
          </a:xfrm>
          <a:custGeom>
            <a:avLst/>
            <a:gdLst/>
            <a:ahLst/>
            <a:cxnLst/>
            <a:rect l="l" t="t" r="r" b="b"/>
            <a:pathLst>
              <a:path w="276859" h="332739">
                <a:moveTo>
                  <a:pt x="0" y="0"/>
                </a:moveTo>
                <a:lnTo>
                  <a:pt x="0" y="332232"/>
                </a:lnTo>
                <a:lnTo>
                  <a:pt x="276605" y="332232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88325" y="4504944"/>
            <a:ext cx="276860" cy="332740"/>
          </a:xfrm>
          <a:custGeom>
            <a:avLst/>
            <a:gdLst/>
            <a:ahLst/>
            <a:cxnLst/>
            <a:rect l="l" t="t" r="r" b="b"/>
            <a:pathLst>
              <a:path w="276859" h="332739">
                <a:moveTo>
                  <a:pt x="0" y="0"/>
                </a:moveTo>
                <a:lnTo>
                  <a:pt x="0" y="332232"/>
                </a:lnTo>
                <a:lnTo>
                  <a:pt x="276605" y="332232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41661" y="3928871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2" y="38100"/>
                </a:moveTo>
                <a:lnTo>
                  <a:pt x="483108" y="34289"/>
                </a:lnTo>
                <a:lnTo>
                  <a:pt x="479298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479298" y="42672"/>
                </a:lnTo>
                <a:lnTo>
                  <a:pt x="483108" y="41148"/>
                </a:lnTo>
                <a:lnTo>
                  <a:pt x="484632" y="38100"/>
                </a:lnTo>
                <a:close/>
              </a:path>
              <a:path w="543560" h="76200">
                <a:moveTo>
                  <a:pt x="543306" y="38100"/>
                </a:moveTo>
                <a:lnTo>
                  <a:pt x="467106" y="0"/>
                </a:lnTo>
                <a:lnTo>
                  <a:pt x="467106" y="33527"/>
                </a:lnTo>
                <a:lnTo>
                  <a:pt x="479298" y="33527"/>
                </a:lnTo>
                <a:lnTo>
                  <a:pt x="483108" y="34289"/>
                </a:lnTo>
                <a:lnTo>
                  <a:pt x="484632" y="38100"/>
                </a:lnTo>
                <a:lnTo>
                  <a:pt x="484632" y="67437"/>
                </a:lnTo>
                <a:lnTo>
                  <a:pt x="543306" y="38100"/>
                </a:lnTo>
                <a:close/>
              </a:path>
              <a:path w="543560" h="76200">
                <a:moveTo>
                  <a:pt x="484632" y="67437"/>
                </a:moveTo>
                <a:lnTo>
                  <a:pt x="484632" y="38100"/>
                </a:lnTo>
                <a:lnTo>
                  <a:pt x="483108" y="41148"/>
                </a:lnTo>
                <a:lnTo>
                  <a:pt x="479298" y="42672"/>
                </a:lnTo>
                <a:lnTo>
                  <a:pt x="467106" y="42672"/>
                </a:lnTo>
                <a:lnTo>
                  <a:pt x="467106" y="76200"/>
                </a:lnTo>
                <a:lnTo>
                  <a:pt x="48463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10757" y="3938015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69" y="38100"/>
                </a:moveTo>
                <a:lnTo>
                  <a:pt x="482358" y="35051"/>
                </a:lnTo>
                <a:lnTo>
                  <a:pt x="479310" y="33528"/>
                </a:lnTo>
                <a:lnTo>
                  <a:pt x="4584" y="33528"/>
                </a:lnTo>
                <a:lnTo>
                  <a:pt x="774" y="35051"/>
                </a:lnTo>
                <a:lnTo>
                  <a:pt x="0" y="38100"/>
                </a:lnTo>
                <a:lnTo>
                  <a:pt x="774" y="41910"/>
                </a:lnTo>
                <a:lnTo>
                  <a:pt x="4584" y="43434"/>
                </a:lnTo>
                <a:lnTo>
                  <a:pt x="479310" y="43434"/>
                </a:lnTo>
                <a:lnTo>
                  <a:pt x="482358" y="41910"/>
                </a:lnTo>
                <a:lnTo>
                  <a:pt x="483869" y="38100"/>
                </a:lnTo>
                <a:close/>
              </a:path>
              <a:path w="542925" h="76200">
                <a:moveTo>
                  <a:pt x="542543" y="38100"/>
                </a:moveTo>
                <a:lnTo>
                  <a:pt x="466343" y="0"/>
                </a:lnTo>
                <a:lnTo>
                  <a:pt x="466343" y="33528"/>
                </a:lnTo>
                <a:lnTo>
                  <a:pt x="479310" y="33528"/>
                </a:lnTo>
                <a:lnTo>
                  <a:pt x="482358" y="35051"/>
                </a:lnTo>
                <a:lnTo>
                  <a:pt x="483869" y="38100"/>
                </a:lnTo>
                <a:lnTo>
                  <a:pt x="483869" y="67437"/>
                </a:lnTo>
                <a:lnTo>
                  <a:pt x="542543" y="38100"/>
                </a:lnTo>
                <a:close/>
              </a:path>
              <a:path w="542925" h="76200">
                <a:moveTo>
                  <a:pt x="483869" y="67437"/>
                </a:moveTo>
                <a:lnTo>
                  <a:pt x="483869" y="38100"/>
                </a:lnTo>
                <a:lnTo>
                  <a:pt x="482358" y="41910"/>
                </a:lnTo>
                <a:lnTo>
                  <a:pt x="479310" y="43434"/>
                </a:lnTo>
                <a:lnTo>
                  <a:pt x="466343" y="43434"/>
                </a:lnTo>
                <a:lnTo>
                  <a:pt x="466343" y="76200"/>
                </a:lnTo>
                <a:lnTo>
                  <a:pt x="483869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932311" y="3938015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2" y="38100"/>
                </a:moveTo>
                <a:lnTo>
                  <a:pt x="483108" y="35051"/>
                </a:lnTo>
                <a:lnTo>
                  <a:pt x="479298" y="33528"/>
                </a:lnTo>
                <a:lnTo>
                  <a:pt x="4572" y="33528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479298" y="43434"/>
                </a:lnTo>
                <a:lnTo>
                  <a:pt x="483108" y="41910"/>
                </a:lnTo>
                <a:lnTo>
                  <a:pt x="484632" y="38100"/>
                </a:lnTo>
                <a:close/>
              </a:path>
              <a:path w="543560" h="76200">
                <a:moveTo>
                  <a:pt x="543306" y="38100"/>
                </a:moveTo>
                <a:lnTo>
                  <a:pt x="467106" y="0"/>
                </a:lnTo>
                <a:lnTo>
                  <a:pt x="467106" y="33528"/>
                </a:lnTo>
                <a:lnTo>
                  <a:pt x="479298" y="33528"/>
                </a:lnTo>
                <a:lnTo>
                  <a:pt x="483108" y="35051"/>
                </a:lnTo>
                <a:lnTo>
                  <a:pt x="484632" y="38100"/>
                </a:lnTo>
                <a:lnTo>
                  <a:pt x="484632" y="67437"/>
                </a:lnTo>
                <a:lnTo>
                  <a:pt x="543306" y="38100"/>
                </a:lnTo>
                <a:close/>
              </a:path>
              <a:path w="543560" h="76200">
                <a:moveTo>
                  <a:pt x="484632" y="67437"/>
                </a:moveTo>
                <a:lnTo>
                  <a:pt x="484632" y="38100"/>
                </a:lnTo>
                <a:lnTo>
                  <a:pt x="483108" y="41910"/>
                </a:lnTo>
                <a:lnTo>
                  <a:pt x="479298" y="43434"/>
                </a:lnTo>
                <a:lnTo>
                  <a:pt x="467106" y="43434"/>
                </a:lnTo>
                <a:lnTo>
                  <a:pt x="467106" y="76200"/>
                </a:lnTo>
                <a:lnTo>
                  <a:pt x="48463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47317" y="3955541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100"/>
                </a:moveTo>
                <a:lnTo>
                  <a:pt x="482333" y="35052"/>
                </a:lnTo>
                <a:lnTo>
                  <a:pt x="479298" y="33528"/>
                </a:lnTo>
                <a:lnTo>
                  <a:pt x="4559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59" y="43434"/>
                </a:lnTo>
                <a:lnTo>
                  <a:pt x="479298" y="43434"/>
                </a:lnTo>
                <a:lnTo>
                  <a:pt x="482333" y="41910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6331" y="0"/>
                </a:lnTo>
                <a:lnTo>
                  <a:pt x="466331" y="33528"/>
                </a:lnTo>
                <a:lnTo>
                  <a:pt x="479298" y="33528"/>
                </a:lnTo>
                <a:lnTo>
                  <a:pt x="482333" y="35052"/>
                </a:lnTo>
                <a:lnTo>
                  <a:pt x="483857" y="38100"/>
                </a:lnTo>
                <a:lnTo>
                  <a:pt x="483857" y="67437"/>
                </a:lnTo>
                <a:lnTo>
                  <a:pt x="542531" y="38100"/>
                </a:lnTo>
                <a:close/>
              </a:path>
              <a:path w="542925" h="76200">
                <a:moveTo>
                  <a:pt x="483857" y="67437"/>
                </a:moveTo>
                <a:lnTo>
                  <a:pt x="483857" y="38100"/>
                </a:lnTo>
                <a:lnTo>
                  <a:pt x="482333" y="41910"/>
                </a:lnTo>
                <a:lnTo>
                  <a:pt x="479298" y="43434"/>
                </a:lnTo>
                <a:lnTo>
                  <a:pt x="466331" y="43434"/>
                </a:lnTo>
                <a:lnTo>
                  <a:pt x="466331" y="76200"/>
                </a:lnTo>
                <a:lnTo>
                  <a:pt x="48385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658748" y="4113276"/>
            <a:ext cx="170815" cy="374650"/>
          </a:xfrm>
          <a:custGeom>
            <a:avLst/>
            <a:gdLst/>
            <a:ahLst/>
            <a:cxnLst/>
            <a:rect l="l" t="t" r="r" b="b"/>
            <a:pathLst>
              <a:path w="170815" h="374650">
                <a:moveTo>
                  <a:pt x="19799" y="32765"/>
                </a:moveTo>
                <a:lnTo>
                  <a:pt x="19799" y="28956"/>
                </a:lnTo>
                <a:lnTo>
                  <a:pt x="8381" y="2286"/>
                </a:lnTo>
                <a:lnTo>
                  <a:pt x="6095" y="0"/>
                </a:lnTo>
                <a:lnTo>
                  <a:pt x="2273" y="0"/>
                </a:lnTo>
                <a:lnTo>
                  <a:pt x="0" y="3048"/>
                </a:lnTo>
                <a:lnTo>
                  <a:pt x="0" y="6096"/>
                </a:lnTo>
                <a:lnTo>
                  <a:pt x="11429" y="32765"/>
                </a:lnTo>
                <a:lnTo>
                  <a:pt x="13703" y="35051"/>
                </a:lnTo>
                <a:lnTo>
                  <a:pt x="17525" y="35051"/>
                </a:lnTo>
                <a:lnTo>
                  <a:pt x="19799" y="32765"/>
                </a:lnTo>
                <a:close/>
              </a:path>
              <a:path w="170815" h="374650">
                <a:moveTo>
                  <a:pt x="47243" y="93725"/>
                </a:moveTo>
                <a:lnTo>
                  <a:pt x="46481" y="89915"/>
                </a:lnTo>
                <a:lnTo>
                  <a:pt x="35039" y="63246"/>
                </a:lnTo>
                <a:lnTo>
                  <a:pt x="32753" y="60960"/>
                </a:lnTo>
                <a:lnTo>
                  <a:pt x="28955" y="60960"/>
                </a:lnTo>
                <a:lnTo>
                  <a:pt x="26669" y="64008"/>
                </a:lnTo>
                <a:lnTo>
                  <a:pt x="26669" y="67056"/>
                </a:lnTo>
                <a:lnTo>
                  <a:pt x="38100" y="93725"/>
                </a:lnTo>
                <a:lnTo>
                  <a:pt x="40373" y="96012"/>
                </a:lnTo>
                <a:lnTo>
                  <a:pt x="44195" y="96012"/>
                </a:lnTo>
                <a:lnTo>
                  <a:pt x="47243" y="93725"/>
                </a:lnTo>
                <a:close/>
              </a:path>
              <a:path w="170815" h="374650">
                <a:moveTo>
                  <a:pt x="73901" y="154686"/>
                </a:moveTo>
                <a:lnTo>
                  <a:pt x="73901" y="150875"/>
                </a:lnTo>
                <a:lnTo>
                  <a:pt x="61721" y="124968"/>
                </a:lnTo>
                <a:lnTo>
                  <a:pt x="59423" y="121920"/>
                </a:lnTo>
                <a:lnTo>
                  <a:pt x="55625" y="121920"/>
                </a:lnTo>
                <a:lnTo>
                  <a:pt x="53327" y="124968"/>
                </a:lnTo>
                <a:lnTo>
                  <a:pt x="53327" y="128777"/>
                </a:lnTo>
                <a:lnTo>
                  <a:pt x="64769" y="154686"/>
                </a:lnTo>
                <a:lnTo>
                  <a:pt x="67817" y="156972"/>
                </a:lnTo>
                <a:lnTo>
                  <a:pt x="70853" y="156972"/>
                </a:lnTo>
                <a:lnTo>
                  <a:pt x="73901" y="154686"/>
                </a:lnTo>
                <a:close/>
              </a:path>
              <a:path w="170815" h="374650">
                <a:moveTo>
                  <a:pt x="100583" y="215646"/>
                </a:moveTo>
                <a:lnTo>
                  <a:pt x="100583" y="211836"/>
                </a:lnTo>
                <a:lnTo>
                  <a:pt x="89141" y="185927"/>
                </a:lnTo>
                <a:lnTo>
                  <a:pt x="86105" y="182879"/>
                </a:lnTo>
                <a:lnTo>
                  <a:pt x="82295" y="183641"/>
                </a:lnTo>
                <a:lnTo>
                  <a:pt x="80009" y="185927"/>
                </a:lnTo>
                <a:lnTo>
                  <a:pt x="80009" y="189737"/>
                </a:lnTo>
                <a:lnTo>
                  <a:pt x="91427" y="215646"/>
                </a:lnTo>
                <a:lnTo>
                  <a:pt x="94475" y="218694"/>
                </a:lnTo>
                <a:lnTo>
                  <a:pt x="97523" y="217932"/>
                </a:lnTo>
                <a:lnTo>
                  <a:pt x="100583" y="215646"/>
                </a:lnTo>
                <a:close/>
              </a:path>
              <a:path w="170815" h="374650">
                <a:moveTo>
                  <a:pt x="127241" y="276606"/>
                </a:moveTo>
                <a:lnTo>
                  <a:pt x="127241" y="272796"/>
                </a:lnTo>
                <a:lnTo>
                  <a:pt x="115824" y="246887"/>
                </a:lnTo>
                <a:lnTo>
                  <a:pt x="112775" y="244601"/>
                </a:lnTo>
                <a:lnTo>
                  <a:pt x="108953" y="244601"/>
                </a:lnTo>
                <a:lnTo>
                  <a:pt x="106679" y="246887"/>
                </a:lnTo>
                <a:lnTo>
                  <a:pt x="106679" y="250698"/>
                </a:lnTo>
                <a:lnTo>
                  <a:pt x="118109" y="276606"/>
                </a:lnTo>
                <a:lnTo>
                  <a:pt x="121157" y="279653"/>
                </a:lnTo>
                <a:lnTo>
                  <a:pt x="124205" y="279653"/>
                </a:lnTo>
                <a:lnTo>
                  <a:pt x="127241" y="276606"/>
                </a:lnTo>
                <a:close/>
              </a:path>
              <a:path w="170815" h="374650">
                <a:moveTo>
                  <a:pt x="170675" y="289560"/>
                </a:moveTo>
                <a:lnTo>
                  <a:pt x="100583" y="320039"/>
                </a:lnTo>
                <a:lnTo>
                  <a:pt x="133350" y="347096"/>
                </a:lnTo>
                <a:lnTo>
                  <a:pt x="133350" y="307848"/>
                </a:lnTo>
                <a:lnTo>
                  <a:pt x="136398" y="305562"/>
                </a:lnTo>
                <a:lnTo>
                  <a:pt x="139445" y="305562"/>
                </a:lnTo>
                <a:lnTo>
                  <a:pt x="142493" y="307848"/>
                </a:lnTo>
                <a:lnTo>
                  <a:pt x="144779" y="313944"/>
                </a:lnTo>
                <a:lnTo>
                  <a:pt x="145529" y="317753"/>
                </a:lnTo>
                <a:lnTo>
                  <a:pt x="145529" y="357153"/>
                </a:lnTo>
                <a:lnTo>
                  <a:pt x="166103" y="374141"/>
                </a:lnTo>
                <a:lnTo>
                  <a:pt x="170675" y="289560"/>
                </a:lnTo>
                <a:close/>
              </a:path>
              <a:path w="170815" h="374650">
                <a:moveTo>
                  <a:pt x="145529" y="317753"/>
                </a:moveTo>
                <a:lnTo>
                  <a:pt x="144779" y="313944"/>
                </a:lnTo>
                <a:lnTo>
                  <a:pt x="142493" y="307848"/>
                </a:lnTo>
                <a:lnTo>
                  <a:pt x="139445" y="305562"/>
                </a:lnTo>
                <a:lnTo>
                  <a:pt x="136398" y="305562"/>
                </a:lnTo>
                <a:lnTo>
                  <a:pt x="133350" y="307848"/>
                </a:lnTo>
                <a:lnTo>
                  <a:pt x="133350" y="311658"/>
                </a:lnTo>
                <a:lnTo>
                  <a:pt x="136398" y="317753"/>
                </a:lnTo>
                <a:lnTo>
                  <a:pt x="138683" y="320801"/>
                </a:lnTo>
                <a:lnTo>
                  <a:pt x="142493" y="320801"/>
                </a:lnTo>
                <a:lnTo>
                  <a:pt x="145529" y="317753"/>
                </a:lnTo>
                <a:close/>
              </a:path>
              <a:path w="170815" h="374650">
                <a:moveTo>
                  <a:pt x="145529" y="357153"/>
                </a:moveTo>
                <a:lnTo>
                  <a:pt x="145529" y="317753"/>
                </a:lnTo>
                <a:lnTo>
                  <a:pt x="142493" y="320801"/>
                </a:lnTo>
                <a:lnTo>
                  <a:pt x="138683" y="320801"/>
                </a:lnTo>
                <a:lnTo>
                  <a:pt x="136398" y="317753"/>
                </a:lnTo>
                <a:lnTo>
                  <a:pt x="133350" y="311658"/>
                </a:lnTo>
                <a:lnTo>
                  <a:pt x="133350" y="347096"/>
                </a:lnTo>
                <a:lnTo>
                  <a:pt x="145529" y="3571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359775" y="4136897"/>
            <a:ext cx="150495" cy="506095"/>
          </a:xfrm>
          <a:custGeom>
            <a:avLst/>
            <a:gdLst/>
            <a:ahLst/>
            <a:cxnLst/>
            <a:rect l="l" t="t" r="r" b="b"/>
            <a:pathLst>
              <a:path w="150495" h="506095">
                <a:moveTo>
                  <a:pt x="16764" y="474725"/>
                </a:moveTo>
                <a:lnTo>
                  <a:pt x="16001" y="471677"/>
                </a:lnTo>
                <a:lnTo>
                  <a:pt x="12966" y="469391"/>
                </a:lnTo>
                <a:lnTo>
                  <a:pt x="9156" y="469391"/>
                </a:lnTo>
                <a:lnTo>
                  <a:pt x="7632" y="472439"/>
                </a:lnTo>
                <a:lnTo>
                  <a:pt x="0" y="500634"/>
                </a:lnTo>
                <a:lnTo>
                  <a:pt x="761" y="503681"/>
                </a:lnTo>
                <a:lnTo>
                  <a:pt x="3822" y="505967"/>
                </a:lnTo>
                <a:lnTo>
                  <a:pt x="7632" y="505967"/>
                </a:lnTo>
                <a:lnTo>
                  <a:pt x="9156" y="502919"/>
                </a:lnTo>
                <a:lnTo>
                  <a:pt x="16764" y="474725"/>
                </a:lnTo>
                <a:close/>
              </a:path>
              <a:path w="150495" h="506095">
                <a:moveTo>
                  <a:pt x="32778" y="410717"/>
                </a:moveTo>
                <a:lnTo>
                  <a:pt x="32016" y="406907"/>
                </a:lnTo>
                <a:lnTo>
                  <a:pt x="29730" y="404622"/>
                </a:lnTo>
                <a:lnTo>
                  <a:pt x="25920" y="405384"/>
                </a:lnTo>
                <a:lnTo>
                  <a:pt x="23622" y="407669"/>
                </a:lnTo>
                <a:lnTo>
                  <a:pt x="16764" y="435863"/>
                </a:lnTo>
                <a:lnTo>
                  <a:pt x="17525" y="439674"/>
                </a:lnTo>
                <a:lnTo>
                  <a:pt x="19811" y="441198"/>
                </a:lnTo>
                <a:lnTo>
                  <a:pt x="23622" y="441198"/>
                </a:lnTo>
                <a:lnTo>
                  <a:pt x="25920" y="438150"/>
                </a:lnTo>
                <a:lnTo>
                  <a:pt x="32778" y="410717"/>
                </a:lnTo>
                <a:close/>
              </a:path>
              <a:path w="150495" h="506095">
                <a:moveTo>
                  <a:pt x="49542" y="345948"/>
                </a:moveTo>
                <a:lnTo>
                  <a:pt x="48780" y="342138"/>
                </a:lnTo>
                <a:lnTo>
                  <a:pt x="45732" y="339851"/>
                </a:lnTo>
                <a:lnTo>
                  <a:pt x="41922" y="340613"/>
                </a:lnTo>
                <a:lnTo>
                  <a:pt x="40398" y="343662"/>
                </a:lnTo>
                <a:lnTo>
                  <a:pt x="32778" y="371093"/>
                </a:lnTo>
                <a:lnTo>
                  <a:pt x="33540" y="374903"/>
                </a:lnTo>
                <a:lnTo>
                  <a:pt x="36575" y="377189"/>
                </a:lnTo>
                <a:lnTo>
                  <a:pt x="40398" y="376427"/>
                </a:lnTo>
                <a:lnTo>
                  <a:pt x="41922" y="373379"/>
                </a:lnTo>
                <a:lnTo>
                  <a:pt x="49542" y="345948"/>
                </a:lnTo>
                <a:close/>
              </a:path>
              <a:path w="150495" h="506095">
                <a:moveTo>
                  <a:pt x="65544" y="281177"/>
                </a:moveTo>
                <a:lnTo>
                  <a:pt x="64782" y="277367"/>
                </a:lnTo>
                <a:lnTo>
                  <a:pt x="62496" y="275081"/>
                </a:lnTo>
                <a:lnTo>
                  <a:pt x="58674" y="275843"/>
                </a:lnTo>
                <a:lnTo>
                  <a:pt x="56388" y="278891"/>
                </a:lnTo>
                <a:lnTo>
                  <a:pt x="49542" y="306324"/>
                </a:lnTo>
                <a:lnTo>
                  <a:pt x="49542" y="310134"/>
                </a:lnTo>
                <a:lnTo>
                  <a:pt x="52590" y="312419"/>
                </a:lnTo>
                <a:lnTo>
                  <a:pt x="56388" y="311657"/>
                </a:lnTo>
                <a:lnTo>
                  <a:pt x="58674" y="308610"/>
                </a:lnTo>
                <a:lnTo>
                  <a:pt x="65544" y="281177"/>
                </a:lnTo>
                <a:close/>
              </a:path>
              <a:path w="150495" h="506095">
                <a:moveTo>
                  <a:pt x="82308" y="216407"/>
                </a:moveTo>
                <a:lnTo>
                  <a:pt x="81546" y="212598"/>
                </a:lnTo>
                <a:lnTo>
                  <a:pt x="78498" y="210312"/>
                </a:lnTo>
                <a:lnTo>
                  <a:pt x="74675" y="211074"/>
                </a:lnTo>
                <a:lnTo>
                  <a:pt x="72402" y="214122"/>
                </a:lnTo>
                <a:lnTo>
                  <a:pt x="65544" y="241553"/>
                </a:lnTo>
                <a:lnTo>
                  <a:pt x="66306" y="245363"/>
                </a:lnTo>
                <a:lnTo>
                  <a:pt x="69354" y="247650"/>
                </a:lnTo>
                <a:lnTo>
                  <a:pt x="73151" y="246887"/>
                </a:lnTo>
                <a:lnTo>
                  <a:pt x="74675" y="243839"/>
                </a:lnTo>
                <a:lnTo>
                  <a:pt x="82308" y="216407"/>
                </a:lnTo>
                <a:close/>
              </a:path>
              <a:path w="150495" h="506095">
                <a:moveTo>
                  <a:pt x="98298" y="151637"/>
                </a:moveTo>
                <a:lnTo>
                  <a:pt x="97548" y="147827"/>
                </a:lnTo>
                <a:lnTo>
                  <a:pt x="95250" y="146303"/>
                </a:lnTo>
                <a:lnTo>
                  <a:pt x="91452" y="146303"/>
                </a:lnTo>
                <a:lnTo>
                  <a:pt x="89166" y="149351"/>
                </a:lnTo>
                <a:lnTo>
                  <a:pt x="82308" y="177546"/>
                </a:lnTo>
                <a:lnTo>
                  <a:pt x="82308" y="180593"/>
                </a:lnTo>
                <a:lnTo>
                  <a:pt x="85356" y="182879"/>
                </a:lnTo>
                <a:lnTo>
                  <a:pt x="89166" y="182117"/>
                </a:lnTo>
                <a:lnTo>
                  <a:pt x="91452" y="179831"/>
                </a:lnTo>
                <a:lnTo>
                  <a:pt x="98298" y="151637"/>
                </a:lnTo>
                <a:close/>
              </a:path>
              <a:path w="150495" h="506095">
                <a:moveTo>
                  <a:pt x="150114" y="83057"/>
                </a:moveTo>
                <a:lnTo>
                  <a:pt x="131825" y="0"/>
                </a:lnTo>
                <a:lnTo>
                  <a:pt x="76200" y="64007"/>
                </a:lnTo>
                <a:lnTo>
                  <a:pt x="150114" y="83057"/>
                </a:lnTo>
                <a:close/>
              </a:path>
              <a:path w="150495" h="506095">
                <a:moveTo>
                  <a:pt x="115061" y="86867"/>
                </a:moveTo>
                <a:lnTo>
                  <a:pt x="114300" y="83819"/>
                </a:lnTo>
                <a:lnTo>
                  <a:pt x="111251" y="81534"/>
                </a:lnTo>
                <a:lnTo>
                  <a:pt x="107454" y="81534"/>
                </a:lnTo>
                <a:lnTo>
                  <a:pt x="105168" y="84581"/>
                </a:lnTo>
                <a:lnTo>
                  <a:pt x="98298" y="112775"/>
                </a:lnTo>
                <a:lnTo>
                  <a:pt x="99072" y="115824"/>
                </a:lnTo>
                <a:lnTo>
                  <a:pt x="102120" y="118110"/>
                </a:lnTo>
                <a:lnTo>
                  <a:pt x="105168" y="118110"/>
                </a:lnTo>
                <a:lnTo>
                  <a:pt x="107454" y="115062"/>
                </a:lnTo>
                <a:lnTo>
                  <a:pt x="115061" y="868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843148" y="3805173"/>
            <a:ext cx="52133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BAT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69028" y="3830320"/>
            <a:ext cx="5346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CAT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42153" y="3841737"/>
            <a:ext cx="52133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EAT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907656" y="3855465"/>
            <a:ext cx="50673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FAT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44929" y="4516120"/>
            <a:ext cx="6240145" cy="1120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GAT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400" u="heavy" spc="-5" dirty="0">
                <a:latin typeface="Arial"/>
                <a:cs typeface="Arial"/>
              </a:rPr>
              <a:t>Insert GAT after</a:t>
            </a:r>
            <a:r>
              <a:rPr sz="2400" u="heavy" spc="-90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FAT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218309" y="3865359"/>
            <a:ext cx="5346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HAT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875917" y="3909821"/>
            <a:ext cx="101600" cy="142875"/>
          </a:xfrm>
          <a:custGeom>
            <a:avLst/>
            <a:gdLst/>
            <a:ahLst/>
            <a:cxnLst/>
            <a:rect l="l" t="t" r="r" b="b"/>
            <a:pathLst>
              <a:path w="101600" h="142875">
                <a:moveTo>
                  <a:pt x="101333" y="0"/>
                </a:moveTo>
                <a:lnTo>
                  <a:pt x="0" y="14249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32620" y="3955541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59" h="76200">
                <a:moveTo>
                  <a:pt x="484644" y="38100"/>
                </a:moveTo>
                <a:lnTo>
                  <a:pt x="483120" y="35052"/>
                </a:lnTo>
                <a:lnTo>
                  <a:pt x="480072" y="33528"/>
                </a:lnTo>
                <a:lnTo>
                  <a:pt x="5346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5346" y="43434"/>
                </a:lnTo>
                <a:lnTo>
                  <a:pt x="480072" y="43434"/>
                </a:lnTo>
                <a:lnTo>
                  <a:pt x="483120" y="41910"/>
                </a:lnTo>
                <a:lnTo>
                  <a:pt x="484644" y="38100"/>
                </a:lnTo>
                <a:close/>
              </a:path>
              <a:path w="543559" h="76200">
                <a:moveTo>
                  <a:pt x="543305" y="38100"/>
                </a:moveTo>
                <a:lnTo>
                  <a:pt x="467105" y="0"/>
                </a:lnTo>
                <a:lnTo>
                  <a:pt x="467105" y="33528"/>
                </a:lnTo>
                <a:lnTo>
                  <a:pt x="480072" y="33528"/>
                </a:lnTo>
                <a:lnTo>
                  <a:pt x="483120" y="35052"/>
                </a:lnTo>
                <a:lnTo>
                  <a:pt x="484644" y="38100"/>
                </a:lnTo>
                <a:lnTo>
                  <a:pt x="484644" y="67430"/>
                </a:lnTo>
                <a:lnTo>
                  <a:pt x="543305" y="38100"/>
                </a:lnTo>
                <a:close/>
              </a:path>
              <a:path w="543559" h="76200">
                <a:moveTo>
                  <a:pt x="484644" y="67430"/>
                </a:moveTo>
                <a:lnTo>
                  <a:pt x="484644" y="38100"/>
                </a:lnTo>
                <a:lnTo>
                  <a:pt x="483120" y="41910"/>
                </a:lnTo>
                <a:lnTo>
                  <a:pt x="480072" y="43434"/>
                </a:lnTo>
                <a:lnTo>
                  <a:pt x="467105" y="43434"/>
                </a:lnTo>
                <a:lnTo>
                  <a:pt x="467105" y="76200"/>
                </a:lnTo>
                <a:lnTo>
                  <a:pt x="484644" y="67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243467" y="3038094"/>
            <a:ext cx="5168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583065" y="3400044"/>
            <a:ext cx="281305" cy="397510"/>
          </a:xfrm>
          <a:custGeom>
            <a:avLst/>
            <a:gdLst/>
            <a:ahLst/>
            <a:cxnLst/>
            <a:rect l="l" t="t" r="r" b="b"/>
            <a:pathLst>
              <a:path w="281305" h="397510">
                <a:moveTo>
                  <a:pt x="241015" y="331665"/>
                </a:moveTo>
                <a:lnTo>
                  <a:pt x="8381" y="2285"/>
                </a:lnTo>
                <a:lnTo>
                  <a:pt x="5334" y="0"/>
                </a:lnTo>
                <a:lnTo>
                  <a:pt x="2286" y="761"/>
                </a:lnTo>
                <a:lnTo>
                  <a:pt x="0" y="3809"/>
                </a:lnTo>
                <a:lnTo>
                  <a:pt x="762" y="7619"/>
                </a:lnTo>
                <a:lnTo>
                  <a:pt x="233421" y="337036"/>
                </a:lnTo>
                <a:lnTo>
                  <a:pt x="241015" y="331665"/>
                </a:lnTo>
                <a:close/>
              </a:path>
              <a:path w="281305" h="397510">
                <a:moveTo>
                  <a:pt x="249174" y="379868"/>
                </a:moveTo>
                <a:lnTo>
                  <a:pt x="249174" y="345947"/>
                </a:lnTo>
                <a:lnTo>
                  <a:pt x="246887" y="348995"/>
                </a:lnTo>
                <a:lnTo>
                  <a:pt x="243840" y="349757"/>
                </a:lnTo>
                <a:lnTo>
                  <a:pt x="240792" y="347471"/>
                </a:lnTo>
                <a:lnTo>
                  <a:pt x="233421" y="337036"/>
                </a:lnTo>
                <a:lnTo>
                  <a:pt x="205740" y="356615"/>
                </a:lnTo>
                <a:lnTo>
                  <a:pt x="249174" y="379868"/>
                </a:lnTo>
                <a:close/>
              </a:path>
              <a:path w="281305" h="397510">
                <a:moveTo>
                  <a:pt x="249174" y="345947"/>
                </a:moveTo>
                <a:lnTo>
                  <a:pt x="248412" y="342138"/>
                </a:lnTo>
                <a:lnTo>
                  <a:pt x="241015" y="331665"/>
                </a:lnTo>
                <a:lnTo>
                  <a:pt x="233421" y="337036"/>
                </a:lnTo>
                <a:lnTo>
                  <a:pt x="240792" y="347471"/>
                </a:lnTo>
                <a:lnTo>
                  <a:pt x="243840" y="349757"/>
                </a:lnTo>
                <a:lnTo>
                  <a:pt x="246887" y="348995"/>
                </a:lnTo>
                <a:lnTo>
                  <a:pt x="249174" y="345947"/>
                </a:lnTo>
                <a:close/>
              </a:path>
              <a:path w="281305" h="397510">
                <a:moveTo>
                  <a:pt x="281178" y="397001"/>
                </a:moveTo>
                <a:lnTo>
                  <a:pt x="268224" y="312419"/>
                </a:lnTo>
                <a:lnTo>
                  <a:pt x="241015" y="331665"/>
                </a:lnTo>
                <a:lnTo>
                  <a:pt x="248412" y="342138"/>
                </a:lnTo>
                <a:lnTo>
                  <a:pt x="249174" y="345947"/>
                </a:lnTo>
                <a:lnTo>
                  <a:pt x="249174" y="379868"/>
                </a:lnTo>
                <a:lnTo>
                  <a:pt x="281178" y="3970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55647" y="4528566"/>
            <a:ext cx="27679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spc="-5" dirty="0">
                <a:latin typeface="Arial"/>
                <a:cs typeface="Arial"/>
              </a:rPr>
              <a:t>Delete GAT from</a:t>
            </a:r>
            <a:r>
              <a:rPr sz="2400" u="heavy" spc="-75" dirty="0">
                <a:latin typeface="Arial"/>
                <a:cs typeface="Arial"/>
              </a:rPr>
              <a:t> </a:t>
            </a:r>
            <a:r>
              <a:rPr sz="2400" u="heavy" spc="-10" dirty="0">
                <a:latin typeface="Arial"/>
                <a:cs typeface="Arial"/>
              </a:rPr>
              <a:t>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42045" y="3339846"/>
            <a:ext cx="662940" cy="331470"/>
          </a:xfrm>
          <a:custGeom>
            <a:avLst/>
            <a:gdLst/>
            <a:ahLst/>
            <a:cxnLst/>
            <a:rect l="l" t="t" r="r" b="b"/>
            <a:pathLst>
              <a:path w="662939" h="331470">
                <a:moveTo>
                  <a:pt x="0" y="0"/>
                </a:moveTo>
                <a:lnTo>
                  <a:pt x="0" y="331470"/>
                </a:lnTo>
                <a:lnTo>
                  <a:pt x="662940" y="331470"/>
                </a:lnTo>
                <a:lnTo>
                  <a:pt x="6629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41283" y="3339846"/>
            <a:ext cx="940435" cy="331470"/>
          </a:xfrm>
          <a:custGeom>
            <a:avLst/>
            <a:gdLst/>
            <a:ahLst/>
            <a:cxnLst/>
            <a:rect l="l" t="t" r="r" b="b"/>
            <a:pathLst>
              <a:path w="940435" h="331470">
                <a:moveTo>
                  <a:pt x="0" y="0"/>
                </a:moveTo>
                <a:lnTo>
                  <a:pt x="0" y="331470"/>
                </a:lnTo>
                <a:lnTo>
                  <a:pt x="940308" y="331470"/>
                </a:lnTo>
                <a:lnTo>
                  <a:pt x="94030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04985" y="3339846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60" h="331470">
                <a:moveTo>
                  <a:pt x="0" y="0"/>
                </a:moveTo>
                <a:lnTo>
                  <a:pt x="0" y="331470"/>
                </a:lnTo>
                <a:lnTo>
                  <a:pt x="276606" y="331470"/>
                </a:lnTo>
                <a:lnTo>
                  <a:pt x="27660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4985" y="3339846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60" h="331470">
                <a:moveTo>
                  <a:pt x="0" y="0"/>
                </a:moveTo>
                <a:lnTo>
                  <a:pt x="0" y="331470"/>
                </a:lnTo>
                <a:lnTo>
                  <a:pt x="276606" y="331470"/>
                </a:lnTo>
                <a:lnTo>
                  <a:pt x="27660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19741" y="3349752"/>
            <a:ext cx="664210" cy="330200"/>
          </a:xfrm>
          <a:custGeom>
            <a:avLst/>
            <a:gdLst/>
            <a:ahLst/>
            <a:cxnLst/>
            <a:rect l="l" t="t" r="r" b="b"/>
            <a:pathLst>
              <a:path w="664210" h="330200">
                <a:moveTo>
                  <a:pt x="0" y="0"/>
                </a:moveTo>
                <a:lnTo>
                  <a:pt x="0" y="329946"/>
                </a:lnTo>
                <a:lnTo>
                  <a:pt x="663701" y="329946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19741" y="3348990"/>
            <a:ext cx="939800" cy="330835"/>
          </a:xfrm>
          <a:custGeom>
            <a:avLst/>
            <a:gdLst/>
            <a:ahLst/>
            <a:cxnLst/>
            <a:rect l="l" t="t" r="r" b="b"/>
            <a:pathLst>
              <a:path w="939800" h="330835">
                <a:moveTo>
                  <a:pt x="0" y="0"/>
                </a:moveTo>
                <a:lnTo>
                  <a:pt x="0" y="330708"/>
                </a:lnTo>
                <a:lnTo>
                  <a:pt x="939546" y="330708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83443" y="3349752"/>
            <a:ext cx="276225" cy="330200"/>
          </a:xfrm>
          <a:custGeom>
            <a:avLst/>
            <a:gdLst/>
            <a:ahLst/>
            <a:cxnLst/>
            <a:rect l="l" t="t" r="r" b="b"/>
            <a:pathLst>
              <a:path w="276225" h="330200">
                <a:moveTo>
                  <a:pt x="0" y="0"/>
                </a:moveTo>
                <a:lnTo>
                  <a:pt x="0" y="329946"/>
                </a:lnTo>
                <a:lnTo>
                  <a:pt x="275843" y="329946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83443" y="3348990"/>
            <a:ext cx="276225" cy="330835"/>
          </a:xfrm>
          <a:custGeom>
            <a:avLst/>
            <a:gdLst/>
            <a:ahLst/>
            <a:cxnLst/>
            <a:rect l="l" t="t" r="r" b="b"/>
            <a:pathLst>
              <a:path w="276225" h="330835">
                <a:moveTo>
                  <a:pt x="0" y="0"/>
                </a:moveTo>
                <a:lnTo>
                  <a:pt x="0" y="330708"/>
                </a:lnTo>
                <a:lnTo>
                  <a:pt x="275843" y="330708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18189" y="3357371"/>
            <a:ext cx="664210" cy="331470"/>
          </a:xfrm>
          <a:custGeom>
            <a:avLst/>
            <a:gdLst/>
            <a:ahLst/>
            <a:cxnLst/>
            <a:rect l="l" t="t" r="r" b="b"/>
            <a:pathLst>
              <a:path w="664210" h="331470">
                <a:moveTo>
                  <a:pt x="0" y="0"/>
                </a:moveTo>
                <a:lnTo>
                  <a:pt x="0" y="331470"/>
                </a:lnTo>
                <a:lnTo>
                  <a:pt x="663701" y="331470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18189" y="3357371"/>
            <a:ext cx="939800" cy="331470"/>
          </a:xfrm>
          <a:custGeom>
            <a:avLst/>
            <a:gdLst/>
            <a:ahLst/>
            <a:cxnLst/>
            <a:rect l="l" t="t" r="r" b="b"/>
            <a:pathLst>
              <a:path w="939800" h="331470">
                <a:moveTo>
                  <a:pt x="0" y="0"/>
                </a:moveTo>
                <a:lnTo>
                  <a:pt x="0" y="331470"/>
                </a:lnTo>
                <a:lnTo>
                  <a:pt x="939546" y="331470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81891" y="3357371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3" y="331470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81891" y="3357371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3" y="331470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88087" y="3357371"/>
            <a:ext cx="665480" cy="331470"/>
          </a:xfrm>
          <a:custGeom>
            <a:avLst/>
            <a:gdLst/>
            <a:ahLst/>
            <a:cxnLst/>
            <a:rect l="l" t="t" r="r" b="b"/>
            <a:pathLst>
              <a:path w="665479" h="331470">
                <a:moveTo>
                  <a:pt x="0" y="0"/>
                </a:moveTo>
                <a:lnTo>
                  <a:pt x="0" y="331470"/>
                </a:lnTo>
                <a:lnTo>
                  <a:pt x="665213" y="331470"/>
                </a:lnTo>
                <a:lnTo>
                  <a:pt x="66521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88087" y="3357371"/>
            <a:ext cx="942340" cy="331470"/>
          </a:xfrm>
          <a:custGeom>
            <a:avLst/>
            <a:gdLst/>
            <a:ahLst/>
            <a:cxnLst/>
            <a:rect l="l" t="t" r="r" b="b"/>
            <a:pathLst>
              <a:path w="942340" h="331470">
                <a:moveTo>
                  <a:pt x="0" y="0"/>
                </a:moveTo>
                <a:lnTo>
                  <a:pt x="0" y="331470"/>
                </a:lnTo>
                <a:lnTo>
                  <a:pt x="941831" y="331470"/>
                </a:lnTo>
                <a:lnTo>
                  <a:pt x="9418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53301" y="3357371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59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853301" y="3357371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59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524622" y="3364991"/>
            <a:ext cx="664210" cy="332740"/>
          </a:xfrm>
          <a:custGeom>
            <a:avLst/>
            <a:gdLst/>
            <a:ahLst/>
            <a:cxnLst/>
            <a:rect l="l" t="t" r="r" b="b"/>
            <a:pathLst>
              <a:path w="664209" h="332739">
                <a:moveTo>
                  <a:pt x="0" y="0"/>
                </a:moveTo>
                <a:lnTo>
                  <a:pt x="0" y="332232"/>
                </a:lnTo>
                <a:lnTo>
                  <a:pt x="663701" y="332232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524622" y="3364991"/>
            <a:ext cx="940435" cy="332740"/>
          </a:xfrm>
          <a:custGeom>
            <a:avLst/>
            <a:gdLst/>
            <a:ahLst/>
            <a:cxnLst/>
            <a:rect l="l" t="t" r="r" b="b"/>
            <a:pathLst>
              <a:path w="940434" h="332739">
                <a:moveTo>
                  <a:pt x="0" y="0"/>
                </a:moveTo>
                <a:lnTo>
                  <a:pt x="0" y="332232"/>
                </a:lnTo>
                <a:lnTo>
                  <a:pt x="940307" y="332232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88325" y="3364991"/>
            <a:ext cx="276860" cy="332740"/>
          </a:xfrm>
          <a:custGeom>
            <a:avLst/>
            <a:gdLst/>
            <a:ahLst/>
            <a:cxnLst/>
            <a:rect l="l" t="t" r="r" b="b"/>
            <a:pathLst>
              <a:path w="276859" h="332739">
                <a:moveTo>
                  <a:pt x="0" y="0"/>
                </a:moveTo>
                <a:lnTo>
                  <a:pt x="0" y="332232"/>
                </a:lnTo>
                <a:lnTo>
                  <a:pt x="276605" y="332232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188325" y="3364991"/>
            <a:ext cx="276860" cy="332740"/>
          </a:xfrm>
          <a:custGeom>
            <a:avLst/>
            <a:gdLst/>
            <a:ahLst/>
            <a:cxnLst/>
            <a:rect l="l" t="t" r="r" b="b"/>
            <a:pathLst>
              <a:path w="276859" h="332739">
                <a:moveTo>
                  <a:pt x="0" y="0"/>
                </a:moveTo>
                <a:lnTo>
                  <a:pt x="0" y="332232"/>
                </a:lnTo>
                <a:lnTo>
                  <a:pt x="276605" y="332232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876435" y="3471671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1" y="38100"/>
                </a:moveTo>
                <a:lnTo>
                  <a:pt x="483107" y="34289"/>
                </a:lnTo>
                <a:lnTo>
                  <a:pt x="479297" y="33527"/>
                </a:lnTo>
                <a:lnTo>
                  <a:pt x="5333" y="33527"/>
                </a:lnTo>
                <a:lnTo>
                  <a:pt x="1523" y="34289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479297" y="42672"/>
                </a:lnTo>
                <a:lnTo>
                  <a:pt x="483107" y="41148"/>
                </a:lnTo>
                <a:lnTo>
                  <a:pt x="484631" y="38100"/>
                </a:lnTo>
                <a:close/>
              </a:path>
              <a:path w="543560" h="76200">
                <a:moveTo>
                  <a:pt x="543305" y="38100"/>
                </a:moveTo>
                <a:lnTo>
                  <a:pt x="467105" y="0"/>
                </a:lnTo>
                <a:lnTo>
                  <a:pt x="467105" y="33527"/>
                </a:lnTo>
                <a:lnTo>
                  <a:pt x="479297" y="33527"/>
                </a:lnTo>
                <a:lnTo>
                  <a:pt x="483107" y="34289"/>
                </a:lnTo>
                <a:lnTo>
                  <a:pt x="484631" y="38100"/>
                </a:lnTo>
                <a:lnTo>
                  <a:pt x="484631" y="67437"/>
                </a:lnTo>
                <a:lnTo>
                  <a:pt x="543305" y="38100"/>
                </a:lnTo>
                <a:close/>
              </a:path>
              <a:path w="543560" h="76200">
                <a:moveTo>
                  <a:pt x="484631" y="67437"/>
                </a:moveTo>
                <a:lnTo>
                  <a:pt x="484631" y="38100"/>
                </a:lnTo>
                <a:lnTo>
                  <a:pt x="483107" y="41148"/>
                </a:lnTo>
                <a:lnTo>
                  <a:pt x="479297" y="42672"/>
                </a:lnTo>
                <a:lnTo>
                  <a:pt x="467105" y="42672"/>
                </a:lnTo>
                <a:lnTo>
                  <a:pt x="467105" y="76200"/>
                </a:lnTo>
                <a:lnTo>
                  <a:pt x="48463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22861" y="3480815"/>
            <a:ext cx="665480" cy="76200"/>
          </a:xfrm>
          <a:custGeom>
            <a:avLst/>
            <a:gdLst/>
            <a:ahLst/>
            <a:cxnLst/>
            <a:rect l="l" t="t" r="r" b="b"/>
            <a:pathLst>
              <a:path w="665479" h="76200">
                <a:moveTo>
                  <a:pt x="606551" y="38100"/>
                </a:moveTo>
                <a:lnTo>
                  <a:pt x="605028" y="35051"/>
                </a:lnTo>
                <a:lnTo>
                  <a:pt x="601980" y="33528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601980" y="43434"/>
                </a:lnTo>
                <a:lnTo>
                  <a:pt x="605028" y="41910"/>
                </a:lnTo>
                <a:lnTo>
                  <a:pt x="606551" y="38100"/>
                </a:lnTo>
                <a:close/>
              </a:path>
              <a:path w="665479" h="76200">
                <a:moveTo>
                  <a:pt x="665226" y="38100"/>
                </a:moveTo>
                <a:lnTo>
                  <a:pt x="589026" y="0"/>
                </a:lnTo>
                <a:lnTo>
                  <a:pt x="589026" y="33528"/>
                </a:lnTo>
                <a:lnTo>
                  <a:pt x="601980" y="33528"/>
                </a:lnTo>
                <a:lnTo>
                  <a:pt x="605028" y="35051"/>
                </a:lnTo>
                <a:lnTo>
                  <a:pt x="606551" y="38100"/>
                </a:lnTo>
                <a:lnTo>
                  <a:pt x="606551" y="67437"/>
                </a:lnTo>
                <a:lnTo>
                  <a:pt x="665226" y="38100"/>
                </a:lnTo>
                <a:close/>
              </a:path>
              <a:path w="665479" h="76200">
                <a:moveTo>
                  <a:pt x="606551" y="67437"/>
                </a:moveTo>
                <a:lnTo>
                  <a:pt x="606551" y="38100"/>
                </a:lnTo>
                <a:lnTo>
                  <a:pt x="605028" y="41910"/>
                </a:lnTo>
                <a:lnTo>
                  <a:pt x="601980" y="43434"/>
                </a:lnTo>
                <a:lnTo>
                  <a:pt x="589026" y="43434"/>
                </a:lnTo>
                <a:lnTo>
                  <a:pt x="589026" y="76200"/>
                </a:lnTo>
                <a:lnTo>
                  <a:pt x="60655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67085" y="3480815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2" y="38100"/>
                </a:moveTo>
                <a:lnTo>
                  <a:pt x="483108" y="35051"/>
                </a:lnTo>
                <a:lnTo>
                  <a:pt x="479298" y="33528"/>
                </a:lnTo>
                <a:lnTo>
                  <a:pt x="5334" y="33528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5334" y="43434"/>
                </a:lnTo>
                <a:lnTo>
                  <a:pt x="479298" y="43434"/>
                </a:lnTo>
                <a:lnTo>
                  <a:pt x="483108" y="41910"/>
                </a:lnTo>
                <a:lnTo>
                  <a:pt x="484632" y="38100"/>
                </a:lnTo>
                <a:close/>
              </a:path>
              <a:path w="543560" h="76200">
                <a:moveTo>
                  <a:pt x="543306" y="38100"/>
                </a:moveTo>
                <a:lnTo>
                  <a:pt x="467106" y="0"/>
                </a:lnTo>
                <a:lnTo>
                  <a:pt x="467106" y="33528"/>
                </a:lnTo>
                <a:lnTo>
                  <a:pt x="479298" y="33528"/>
                </a:lnTo>
                <a:lnTo>
                  <a:pt x="483108" y="35051"/>
                </a:lnTo>
                <a:lnTo>
                  <a:pt x="484632" y="38100"/>
                </a:lnTo>
                <a:lnTo>
                  <a:pt x="484632" y="67437"/>
                </a:lnTo>
                <a:lnTo>
                  <a:pt x="543306" y="38100"/>
                </a:lnTo>
                <a:close/>
              </a:path>
              <a:path w="543560" h="76200">
                <a:moveTo>
                  <a:pt x="484632" y="67437"/>
                </a:moveTo>
                <a:lnTo>
                  <a:pt x="484632" y="38100"/>
                </a:lnTo>
                <a:lnTo>
                  <a:pt x="483108" y="41910"/>
                </a:lnTo>
                <a:lnTo>
                  <a:pt x="479298" y="43434"/>
                </a:lnTo>
                <a:lnTo>
                  <a:pt x="467106" y="43434"/>
                </a:lnTo>
                <a:lnTo>
                  <a:pt x="467106" y="76200"/>
                </a:lnTo>
                <a:lnTo>
                  <a:pt x="48463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82091" y="3498341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100"/>
                </a:moveTo>
                <a:lnTo>
                  <a:pt x="482333" y="35052"/>
                </a:lnTo>
                <a:lnTo>
                  <a:pt x="479285" y="33528"/>
                </a:lnTo>
                <a:lnTo>
                  <a:pt x="4559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59" y="43434"/>
                </a:lnTo>
                <a:lnTo>
                  <a:pt x="479285" y="43434"/>
                </a:lnTo>
                <a:lnTo>
                  <a:pt x="482333" y="41910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6331" y="0"/>
                </a:lnTo>
                <a:lnTo>
                  <a:pt x="466331" y="33528"/>
                </a:lnTo>
                <a:lnTo>
                  <a:pt x="479285" y="33528"/>
                </a:lnTo>
                <a:lnTo>
                  <a:pt x="482333" y="35052"/>
                </a:lnTo>
                <a:lnTo>
                  <a:pt x="483857" y="38100"/>
                </a:lnTo>
                <a:lnTo>
                  <a:pt x="483857" y="67437"/>
                </a:lnTo>
                <a:lnTo>
                  <a:pt x="542531" y="38100"/>
                </a:lnTo>
                <a:close/>
              </a:path>
              <a:path w="542925" h="76200">
                <a:moveTo>
                  <a:pt x="483857" y="67437"/>
                </a:moveTo>
                <a:lnTo>
                  <a:pt x="483857" y="38100"/>
                </a:lnTo>
                <a:lnTo>
                  <a:pt x="482333" y="41910"/>
                </a:lnTo>
                <a:lnTo>
                  <a:pt x="479285" y="43434"/>
                </a:lnTo>
                <a:lnTo>
                  <a:pt x="466331" y="43434"/>
                </a:lnTo>
                <a:lnTo>
                  <a:pt x="466331" y="76200"/>
                </a:lnTo>
                <a:lnTo>
                  <a:pt x="48385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177923" y="3347973"/>
            <a:ext cx="52133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BAT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03803" y="3373120"/>
            <a:ext cx="5346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CAT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76927" y="3376167"/>
            <a:ext cx="521334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EAT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242430" y="3398265"/>
            <a:ext cx="50673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FAT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53845" y="3408159"/>
            <a:ext cx="5473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GAT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368169" y="3498341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100"/>
                </a:moveTo>
                <a:lnTo>
                  <a:pt x="482346" y="35052"/>
                </a:lnTo>
                <a:lnTo>
                  <a:pt x="479298" y="33528"/>
                </a:lnTo>
                <a:lnTo>
                  <a:pt x="4572" y="33528"/>
                </a:lnTo>
                <a:lnTo>
                  <a:pt x="762" y="35052"/>
                </a:lnTo>
                <a:lnTo>
                  <a:pt x="0" y="38100"/>
                </a:lnTo>
                <a:lnTo>
                  <a:pt x="762" y="41910"/>
                </a:lnTo>
                <a:lnTo>
                  <a:pt x="4572" y="43434"/>
                </a:lnTo>
                <a:lnTo>
                  <a:pt x="479298" y="43434"/>
                </a:lnTo>
                <a:lnTo>
                  <a:pt x="482346" y="41910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6331" y="0"/>
                </a:lnTo>
                <a:lnTo>
                  <a:pt x="466331" y="33528"/>
                </a:lnTo>
                <a:lnTo>
                  <a:pt x="479298" y="33528"/>
                </a:lnTo>
                <a:lnTo>
                  <a:pt x="482346" y="35052"/>
                </a:lnTo>
                <a:lnTo>
                  <a:pt x="483857" y="38100"/>
                </a:lnTo>
                <a:lnTo>
                  <a:pt x="483857" y="67437"/>
                </a:lnTo>
                <a:lnTo>
                  <a:pt x="542531" y="38100"/>
                </a:lnTo>
                <a:close/>
              </a:path>
              <a:path w="542925" h="76200">
                <a:moveTo>
                  <a:pt x="483857" y="67437"/>
                </a:moveTo>
                <a:lnTo>
                  <a:pt x="483857" y="38100"/>
                </a:lnTo>
                <a:lnTo>
                  <a:pt x="482346" y="41910"/>
                </a:lnTo>
                <a:lnTo>
                  <a:pt x="479298" y="43434"/>
                </a:lnTo>
                <a:lnTo>
                  <a:pt x="466331" y="43434"/>
                </a:lnTo>
                <a:lnTo>
                  <a:pt x="466331" y="76200"/>
                </a:lnTo>
                <a:lnTo>
                  <a:pt x="48385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931275" y="3392423"/>
            <a:ext cx="664210" cy="331470"/>
          </a:xfrm>
          <a:custGeom>
            <a:avLst/>
            <a:gdLst/>
            <a:ahLst/>
            <a:cxnLst/>
            <a:rect l="l" t="t" r="r" b="b"/>
            <a:pathLst>
              <a:path w="664209" h="331470">
                <a:moveTo>
                  <a:pt x="0" y="0"/>
                </a:moveTo>
                <a:lnTo>
                  <a:pt x="0" y="331470"/>
                </a:lnTo>
                <a:lnTo>
                  <a:pt x="663701" y="331470"/>
                </a:lnTo>
                <a:lnTo>
                  <a:pt x="663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931275" y="3392423"/>
            <a:ext cx="939800" cy="331470"/>
          </a:xfrm>
          <a:custGeom>
            <a:avLst/>
            <a:gdLst/>
            <a:ahLst/>
            <a:cxnLst/>
            <a:rect l="l" t="t" r="r" b="b"/>
            <a:pathLst>
              <a:path w="939800" h="331470">
                <a:moveTo>
                  <a:pt x="0" y="0"/>
                </a:moveTo>
                <a:lnTo>
                  <a:pt x="0" y="331470"/>
                </a:lnTo>
                <a:lnTo>
                  <a:pt x="939546" y="331470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594977" y="3392423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59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594977" y="3392423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4" y="331470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988691" y="3434841"/>
            <a:ext cx="534670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HAT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7210691" y="3467100"/>
            <a:ext cx="101600" cy="142875"/>
          </a:xfrm>
          <a:custGeom>
            <a:avLst/>
            <a:gdLst/>
            <a:ahLst/>
            <a:cxnLst/>
            <a:rect l="l" t="t" r="r" b="b"/>
            <a:pathLst>
              <a:path w="101600" h="142875">
                <a:moveTo>
                  <a:pt x="101333" y="0"/>
                </a:moveTo>
                <a:lnTo>
                  <a:pt x="0" y="14249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004177" y="2891789"/>
            <a:ext cx="0" cy="494030"/>
          </a:xfrm>
          <a:custGeom>
            <a:avLst/>
            <a:gdLst/>
            <a:ahLst/>
            <a:cxnLst/>
            <a:rect l="l" t="t" r="r" b="b"/>
            <a:pathLst>
              <a:path h="494029">
                <a:moveTo>
                  <a:pt x="0" y="49377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004177" y="2891789"/>
            <a:ext cx="2280285" cy="0"/>
          </a:xfrm>
          <a:custGeom>
            <a:avLst/>
            <a:gdLst/>
            <a:ahLst/>
            <a:cxnLst/>
            <a:rect l="l" t="t" r="r" b="b"/>
            <a:pathLst>
              <a:path w="2280284">
                <a:moveTo>
                  <a:pt x="0" y="0"/>
                </a:moveTo>
                <a:lnTo>
                  <a:pt x="2279916" y="0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245993" y="2901695"/>
            <a:ext cx="76200" cy="483870"/>
          </a:xfrm>
          <a:custGeom>
            <a:avLst/>
            <a:gdLst/>
            <a:ahLst/>
            <a:cxnLst/>
            <a:rect l="l" t="t" r="r" b="b"/>
            <a:pathLst>
              <a:path w="76200" h="483870">
                <a:moveTo>
                  <a:pt x="42672" y="33528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2"/>
                </a:lnTo>
                <a:lnTo>
                  <a:pt x="32753" y="33528"/>
                </a:lnTo>
                <a:lnTo>
                  <a:pt x="34277" y="36576"/>
                </a:lnTo>
                <a:lnTo>
                  <a:pt x="38100" y="38100"/>
                </a:lnTo>
                <a:lnTo>
                  <a:pt x="41148" y="36576"/>
                </a:lnTo>
                <a:lnTo>
                  <a:pt x="42672" y="33528"/>
                </a:lnTo>
                <a:close/>
              </a:path>
              <a:path w="76200" h="483870">
                <a:moveTo>
                  <a:pt x="42672" y="99822"/>
                </a:moveTo>
                <a:lnTo>
                  <a:pt x="42672" y="71628"/>
                </a:lnTo>
                <a:lnTo>
                  <a:pt x="41148" y="67818"/>
                </a:lnTo>
                <a:lnTo>
                  <a:pt x="38100" y="66294"/>
                </a:lnTo>
                <a:lnTo>
                  <a:pt x="34277" y="67818"/>
                </a:lnTo>
                <a:lnTo>
                  <a:pt x="32753" y="71628"/>
                </a:lnTo>
                <a:lnTo>
                  <a:pt x="32753" y="99822"/>
                </a:lnTo>
                <a:lnTo>
                  <a:pt x="34277" y="103632"/>
                </a:lnTo>
                <a:lnTo>
                  <a:pt x="38100" y="104394"/>
                </a:lnTo>
                <a:lnTo>
                  <a:pt x="41148" y="103632"/>
                </a:lnTo>
                <a:lnTo>
                  <a:pt x="42672" y="99822"/>
                </a:lnTo>
                <a:close/>
              </a:path>
              <a:path w="76200" h="483870">
                <a:moveTo>
                  <a:pt x="42672" y="166878"/>
                </a:moveTo>
                <a:lnTo>
                  <a:pt x="42672" y="137922"/>
                </a:lnTo>
                <a:lnTo>
                  <a:pt x="41148" y="134874"/>
                </a:lnTo>
                <a:lnTo>
                  <a:pt x="38100" y="133350"/>
                </a:lnTo>
                <a:lnTo>
                  <a:pt x="34277" y="134874"/>
                </a:lnTo>
                <a:lnTo>
                  <a:pt x="32753" y="137922"/>
                </a:lnTo>
                <a:lnTo>
                  <a:pt x="32753" y="166878"/>
                </a:lnTo>
                <a:lnTo>
                  <a:pt x="34277" y="169926"/>
                </a:lnTo>
                <a:lnTo>
                  <a:pt x="38100" y="171450"/>
                </a:lnTo>
                <a:lnTo>
                  <a:pt x="41148" y="169926"/>
                </a:lnTo>
                <a:lnTo>
                  <a:pt x="42672" y="166878"/>
                </a:lnTo>
                <a:close/>
              </a:path>
              <a:path w="76200" h="483870">
                <a:moveTo>
                  <a:pt x="42672" y="233172"/>
                </a:moveTo>
                <a:lnTo>
                  <a:pt x="42672" y="204978"/>
                </a:lnTo>
                <a:lnTo>
                  <a:pt x="41148" y="201168"/>
                </a:lnTo>
                <a:lnTo>
                  <a:pt x="38100" y="199644"/>
                </a:lnTo>
                <a:lnTo>
                  <a:pt x="34277" y="201168"/>
                </a:lnTo>
                <a:lnTo>
                  <a:pt x="32753" y="204978"/>
                </a:lnTo>
                <a:lnTo>
                  <a:pt x="32753" y="233172"/>
                </a:lnTo>
                <a:lnTo>
                  <a:pt x="34277" y="236982"/>
                </a:lnTo>
                <a:lnTo>
                  <a:pt x="38100" y="237744"/>
                </a:lnTo>
                <a:lnTo>
                  <a:pt x="41148" y="236982"/>
                </a:lnTo>
                <a:lnTo>
                  <a:pt x="42672" y="233172"/>
                </a:lnTo>
                <a:close/>
              </a:path>
              <a:path w="76200" h="483870">
                <a:moveTo>
                  <a:pt x="42672" y="300228"/>
                </a:moveTo>
                <a:lnTo>
                  <a:pt x="42672" y="271272"/>
                </a:lnTo>
                <a:lnTo>
                  <a:pt x="41148" y="268224"/>
                </a:lnTo>
                <a:lnTo>
                  <a:pt x="38100" y="266700"/>
                </a:lnTo>
                <a:lnTo>
                  <a:pt x="34277" y="268224"/>
                </a:lnTo>
                <a:lnTo>
                  <a:pt x="32753" y="271272"/>
                </a:lnTo>
                <a:lnTo>
                  <a:pt x="32753" y="300228"/>
                </a:lnTo>
                <a:lnTo>
                  <a:pt x="34277" y="303276"/>
                </a:lnTo>
                <a:lnTo>
                  <a:pt x="38100" y="304800"/>
                </a:lnTo>
                <a:lnTo>
                  <a:pt x="41148" y="303276"/>
                </a:lnTo>
                <a:lnTo>
                  <a:pt x="42672" y="300228"/>
                </a:lnTo>
                <a:close/>
              </a:path>
              <a:path w="76200" h="483870">
                <a:moveTo>
                  <a:pt x="42672" y="366522"/>
                </a:moveTo>
                <a:lnTo>
                  <a:pt x="42672" y="338328"/>
                </a:lnTo>
                <a:lnTo>
                  <a:pt x="41148" y="334518"/>
                </a:lnTo>
                <a:lnTo>
                  <a:pt x="38100" y="332994"/>
                </a:lnTo>
                <a:lnTo>
                  <a:pt x="34277" y="334518"/>
                </a:lnTo>
                <a:lnTo>
                  <a:pt x="32753" y="338328"/>
                </a:lnTo>
                <a:lnTo>
                  <a:pt x="32753" y="366522"/>
                </a:lnTo>
                <a:lnTo>
                  <a:pt x="34277" y="370332"/>
                </a:lnTo>
                <a:lnTo>
                  <a:pt x="38100" y="371094"/>
                </a:lnTo>
                <a:lnTo>
                  <a:pt x="41148" y="370332"/>
                </a:lnTo>
                <a:lnTo>
                  <a:pt x="42672" y="366522"/>
                </a:lnTo>
                <a:close/>
              </a:path>
              <a:path w="76200" h="483870">
                <a:moveTo>
                  <a:pt x="76200" y="407670"/>
                </a:moveTo>
                <a:lnTo>
                  <a:pt x="0" y="407670"/>
                </a:lnTo>
                <a:lnTo>
                  <a:pt x="32753" y="473176"/>
                </a:lnTo>
                <a:lnTo>
                  <a:pt x="32753" y="420624"/>
                </a:lnTo>
                <a:lnTo>
                  <a:pt x="34277" y="424434"/>
                </a:lnTo>
                <a:lnTo>
                  <a:pt x="38100" y="425196"/>
                </a:lnTo>
                <a:lnTo>
                  <a:pt x="41148" y="424434"/>
                </a:lnTo>
                <a:lnTo>
                  <a:pt x="42672" y="420624"/>
                </a:lnTo>
                <a:lnTo>
                  <a:pt x="42672" y="474725"/>
                </a:lnTo>
                <a:lnTo>
                  <a:pt x="76200" y="407670"/>
                </a:lnTo>
                <a:close/>
              </a:path>
              <a:path w="76200" h="483870">
                <a:moveTo>
                  <a:pt x="42672" y="407670"/>
                </a:moveTo>
                <a:lnTo>
                  <a:pt x="42672" y="404622"/>
                </a:lnTo>
                <a:lnTo>
                  <a:pt x="41148" y="401574"/>
                </a:lnTo>
                <a:lnTo>
                  <a:pt x="38100" y="400050"/>
                </a:lnTo>
                <a:lnTo>
                  <a:pt x="34277" y="401574"/>
                </a:lnTo>
                <a:lnTo>
                  <a:pt x="32753" y="404622"/>
                </a:lnTo>
                <a:lnTo>
                  <a:pt x="32753" y="407670"/>
                </a:lnTo>
                <a:lnTo>
                  <a:pt x="42672" y="407670"/>
                </a:lnTo>
                <a:close/>
              </a:path>
              <a:path w="76200" h="483870">
                <a:moveTo>
                  <a:pt x="42672" y="474725"/>
                </a:moveTo>
                <a:lnTo>
                  <a:pt x="42672" y="420624"/>
                </a:lnTo>
                <a:lnTo>
                  <a:pt x="41148" y="424434"/>
                </a:lnTo>
                <a:lnTo>
                  <a:pt x="38100" y="425196"/>
                </a:lnTo>
                <a:lnTo>
                  <a:pt x="34277" y="424434"/>
                </a:lnTo>
                <a:lnTo>
                  <a:pt x="32753" y="420624"/>
                </a:lnTo>
                <a:lnTo>
                  <a:pt x="32753" y="473176"/>
                </a:lnTo>
                <a:lnTo>
                  <a:pt x="38100" y="483870"/>
                </a:lnTo>
                <a:lnTo>
                  <a:pt x="42672" y="4747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714626" y="2617470"/>
            <a:ext cx="5168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064143" y="2974848"/>
            <a:ext cx="179070" cy="352425"/>
          </a:xfrm>
          <a:custGeom>
            <a:avLst/>
            <a:gdLst/>
            <a:ahLst/>
            <a:cxnLst/>
            <a:rect l="l" t="t" r="r" b="b"/>
            <a:pathLst>
              <a:path w="179069" h="352425">
                <a:moveTo>
                  <a:pt x="149109" y="282274"/>
                </a:moveTo>
                <a:lnTo>
                  <a:pt x="8381" y="2285"/>
                </a:lnTo>
                <a:lnTo>
                  <a:pt x="6095" y="0"/>
                </a:lnTo>
                <a:lnTo>
                  <a:pt x="2286" y="0"/>
                </a:lnTo>
                <a:lnTo>
                  <a:pt x="0" y="3047"/>
                </a:lnTo>
                <a:lnTo>
                  <a:pt x="0" y="6857"/>
                </a:lnTo>
                <a:lnTo>
                  <a:pt x="140554" y="286503"/>
                </a:lnTo>
                <a:lnTo>
                  <a:pt x="149109" y="282274"/>
                </a:lnTo>
                <a:close/>
              </a:path>
              <a:path w="179069" h="352425">
                <a:moveTo>
                  <a:pt x="155447" y="334261"/>
                </a:moveTo>
                <a:lnTo>
                  <a:pt x="155447" y="297179"/>
                </a:lnTo>
                <a:lnTo>
                  <a:pt x="152400" y="299465"/>
                </a:lnTo>
                <a:lnTo>
                  <a:pt x="149351" y="300227"/>
                </a:lnTo>
                <a:lnTo>
                  <a:pt x="146303" y="297941"/>
                </a:lnTo>
                <a:lnTo>
                  <a:pt x="140554" y="286503"/>
                </a:lnTo>
                <a:lnTo>
                  <a:pt x="111251" y="300989"/>
                </a:lnTo>
                <a:lnTo>
                  <a:pt x="155447" y="334261"/>
                </a:lnTo>
                <a:close/>
              </a:path>
              <a:path w="179069" h="352425">
                <a:moveTo>
                  <a:pt x="155447" y="297179"/>
                </a:moveTo>
                <a:lnTo>
                  <a:pt x="154686" y="293369"/>
                </a:lnTo>
                <a:lnTo>
                  <a:pt x="149109" y="282274"/>
                </a:lnTo>
                <a:lnTo>
                  <a:pt x="140554" y="286503"/>
                </a:lnTo>
                <a:lnTo>
                  <a:pt x="146303" y="297941"/>
                </a:lnTo>
                <a:lnTo>
                  <a:pt x="149351" y="300227"/>
                </a:lnTo>
                <a:lnTo>
                  <a:pt x="152400" y="299465"/>
                </a:lnTo>
                <a:lnTo>
                  <a:pt x="155447" y="297179"/>
                </a:lnTo>
                <a:close/>
              </a:path>
              <a:path w="179069" h="352425">
                <a:moveTo>
                  <a:pt x="179069" y="352043"/>
                </a:moveTo>
                <a:lnTo>
                  <a:pt x="179069" y="267462"/>
                </a:lnTo>
                <a:lnTo>
                  <a:pt x="149109" y="282274"/>
                </a:lnTo>
                <a:lnTo>
                  <a:pt x="154686" y="293369"/>
                </a:lnTo>
                <a:lnTo>
                  <a:pt x="155447" y="297179"/>
                </a:lnTo>
                <a:lnTo>
                  <a:pt x="155447" y="334261"/>
                </a:lnTo>
                <a:lnTo>
                  <a:pt x="179069" y="3520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Deletion</a:t>
            </a:r>
          </a:p>
        </p:txBody>
      </p:sp>
      <p:sp>
        <p:nvSpPr>
          <p:cNvPr id="48" name="object 48"/>
          <p:cNvSpPr/>
          <p:nvPr/>
        </p:nvSpPr>
        <p:spPr>
          <a:xfrm>
            <a:off x="7549781" y="3131820"/>
            <a:ext cx="822960" cy="886460"/>
          </a:xfrm>
          <a:custGeom>
            <a:avLst/>
            <a:gdLst/>
            <a:ahLst/>
            <a:cxnLst/>
            <a:rect l="l" t="t" r="r" b="b"/>
            <a:pathLst>
              <a:path w="822959" h="886460">
                <a:moveTo>
                  <a:pt x="0" y="886205"/>
                </a:moveTo>
                <a:lnTo>
                  <a:pt x="822959" y="0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533017" y="3155442"/>
            <a:ext cx="862330" cy="801370"/>
          </a:xfrm>
          <a:custGeom>
            <a:avLst/>
            <a:gdLst/>
            <a:ahLst/>
            <a:cxnLst/>
            <a:rect l="l" t="t" r="r" b="b"/>
            <a:pathLst>
              <a:path w="862329" h="801370">
                <a:moveTo>
                  <a:pt x="861809" y="80086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Defining a List Node in</a:t>
            </a:r>
            <a:r>
              <a:rPr spc="5" dirty="0"/>
              <a:t> </a:t>
            </a:r>
            <a:r>
              <a:rPr spc="-5" dirty="0"/>
              <a:t>C++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936875" y="2535173"/>
            <a:ext cx="385762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class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ThreeLetterNode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6875" y="3265170"/>
            <a:ext cx="312674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  <a:p>
            <a:pPr marL="377825" marR="5080">
              <a:lnSpc>
                <a:spcPts val="2880"/>
              </a:lnSpc>
              <a:spcBef>
                <a:spcPts val="90"/>
              </a:spcBef>
            </a:pPr>
            <a:r>
              <a:rPr sz="2400" b="1" spc="-5" dirty="0">
                <a:latin typeface="Courier New"/>
                <a:cs typeface="Courier New"/>
              </a:rPr>
              <a:t>char </a:t>
            </a:r>
            <a:r>
              <a:rPr sz="2400" b="1" spc="-10" dirty="0">
                <a:latin typeface="Courier New"/>
                <a:cs typeface="Courier New"/>
              </a:rPr>
              <a:t>data[3];  </a:t>
            </a: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ThreeLetterNode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21430" y="3995928"/>
            <a:ext cx="13017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*</a:t>
            </a:r>
            <a:r>
              <a:rPr sz="2400" b="1" spc="-9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link;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6875" y="4360926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Designing a List in</a:t>
            </a:r>
            <a:r>
              <a:rPr spc="-15" dirty="0"/>
              <a:t> </a:t>
            </a:r>
            <a:r>
              <a:rPr spc="-5" dirty="0"/>
              <a:t>C++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7536180" cy="3907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Design Attempt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1:</a:t>
            </a:r>
            <a:endParaRPr sz="3200">
              <a:latin typeface="Arial"/>
              <a:cs typeface="Arial"/>
            </a:endParaRPr>
          </a:p>
          <a:p>
            <a:pPr marL="755650" marR="1111250" lvl="1" indent="-285750">
              <a:lnSpc>
                <a:spcPct val="100000"/>
              </a:lnSpc>
              <a:spcBef>
                <a:spcPts val="68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Use </a:t>
            </a:r>
            <a:r>
              <a:rPr sz="2800" dirty="0">
                <a:latin typeface="Arial"/>
                <a:cs typeface="Arial"/>
              </a:rPr>
              <a:t>a global variable first which is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  pointer of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ThreeLetterNode.</a:t>
            </a:r>
            <a:endParaRPr sz="28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Unable </a:t>
            </a:r>
            <a:r>
              <a:rPr sz="2800" dirty="0">
                <a:latin typeface="Arial"/>
                <a:cs typeface="Arial"/>
              </a:rPr>
              <a:t>to access to private data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members:  data and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link.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A popular approach in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  <a:p>
            <a:pPr marL="2247900" marR="900430">
              <a:lnSpc>
                <a:spcPct val="100000"/>
              </a:lnSpc>
              <a:spcBef>
                <a:spcPts val="2060"/>
              </a:spcBef>
            </a:pPr>
            <a:r>
              <a:rPr sz="2400" b="1" spc="-5" dirty="0">
                <a:latin typeface="Courier New"/>
                <a:cs typeface="Courier New"/>
              </a:rPr>
              <a:t>ThreeLetterNode * </a:t>
            </a:r>
            <a:r>
              <a:rPr sz="2400" b="1" spc="-10" dirty="0">
                <a:latin typeface="Courier New"/>
                <a:cs typeface="Courier New"/>
              </a:rPr>
              <a:t>first  </a:t>
            </a:r>
            <a:r>
              <a:rPr sz="2400" b="1" spc="-5" dirty="0">
                <a:latin typeface="Courier New"/>
                <a:cs typeface="Courier New"/>
              </a:rPr>
              <a:t>first-&gt;data,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first-&gt;link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Designing a List in C++</a:t>
            </a:r>
            <a:r>
              <a:rPr spc="2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31973"/>
            <a:ext cx="7295515" cy="3760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Design Attempt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2:</a:t>
            </a:r>
            <a:endParaRPr sz="2800">
              <a:latin typeface="Arial"/>
              <a:cs typeface="Arial"/>
            </a:endParaRPr>
          </a:p>
          <a:p>
            <a:pPr marL="755650" marR="716915" lvl="1" indent="-285750" algn="just">
              <a:lnSpc>
                <a:spcPts val="2590"/>
              </a:lnSpc>
              <a:spcBef>
                <a:spcPts val="60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Make data members public or define public  member functions </a:t>
            </a:r>
            <a:r>
              <a:rPr sz="2400" dirty="0">
                <a:latin typeface="Arial"/>
                <a:cs typeface="Arial"/>
              </a:rPr>
              <a:t>GetLink(), </a:t>
            </a:r>
            <a:r>
              <a:rPr sz="2400" spc="-5" dirty="0">
                <a:latin typeface="Arial"/>
                <a:cs typeface="Arial"/>
              </a:rPr>
              <a:t>SetLink() and  GetData()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4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Defeat the </a:t>
            </a:r>
            <a:r>
              <a:rPr sz="2400" spc="-5" dirty="0">
                <a:latin typeface="Arial"/>
                <a:cs typeface="Arial"/>
              </a:rPr>
              <a:t>purpose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data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encapsulation</a:t>
            </a:r>
            <a:endParaRPr sz="24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244"/>
              </a:spcBef>
              <a:buChar char="•"/>
              <a:tabLst>
                <a:tab pos="1155065" algn="l"/>
                <a:tab pos="1155700" algn="l"/>
              </a:tabLst>
            </a:pPr>
            <a:r>
              <a:rPr sz="2000" spc="-5" dirty="0">
                <a:latin typeface="Arial"/>
                <a:cs typeface="Arial"/>
              </a:rPr>
              <a:t>We </a:t>
            </a:r>
            <a:r>
              <a:rPr sz="2000" spc="-10" dirty="0">
                <a:latin typeface="Arial"/>
                <a:cs typeface="Arial"/>
              </a:rPr>
              <a:t>should </a:t>
            </a:r>
            <a:r>
              <a:rPr sz="2000" spc="-5" dirty="0">
                <a:latin typeface="Arial"/>
                <a:cs typeface="Arial"/>
              </a:rPr>
              <a:t>not </a:t>
            </a:r>
            <a:r>
              <a:rPr sz="2000" spc="-10" dirty="0">
                <a:latin typeface="Arial"/>
                <a:cs typeface="Arial"/>
              </a:rPr>
              <a:t>know </a:t>
            </a:r>
            <a:r>
              <a:rPr sz="2000" spc="-5" dirty="0">
                <a:latin typeface="Arial"/>
                <a:cs typeface="Arial"/>
              </a:rPr>
              <a:t>how the list is</a:t>
            </a:r>
            <a:r>
              <a:rPr sz="2000" spc="6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implemented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An ideal solution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should</a:t>
            </a:r>
            <a:endParaRPr sz="2800">
              <a:latin typeface="Arial"/>
              <a:cs typeface="Arial"/>
            </a:endParaRPr>
          </a:p>
          <a:p>
            <a:pPr marL="755650" marR="5080" lvl="1" indent="-285750">
              <a:lnSpc>
                <a:spcPts val="2590"/>
              </a:lnSpc>
              <a:spcBef>
                <a:spcPts val="60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Only grant those functions </a:t>
            </a:r>
            <a:r>
              <a:rPr sz="2400" dirty="0">
                <a:latin typeface="Arial"/>
                <a:cs typeface="Arial"/>
              </a:rPr>
              <a:t>that perform </a:t>
            </a:r>
            <a:r>
              <a:rPr sz="2400" spc="-5" dirty="0">
                <a:latin typeface="Arial"/>
                <a:cs typeface="Arial"/>
              </a:rPr>
              <a:t>list  manipulation operations </a:t>
            </a:r>
            <a:r>
              <a:rPr sz="2400" dirty="0">
                <a:latin typeface="Arial"/>
                <a:cs typeface="Arial"/>
              </a:rPr>
              <a:t>(i.e., </a:t>
            </a:r>
            <a:r>
              <a:rPr sz="2400" spc="-5" dirty="0">
                <a:latin typeface="Arial"/>
                <a:cs typeface="Arial"/>
              </a:rPr>
              <a:t>inserting a node or  deleting a node) </a:t>
            </a:r>
            <a:r>
              <a:rPr sz="2400" dirty="0">
                <a:latin typeface="Arial"/>
                <a:cs typeface="Arial"/>
              </a:rPr>
              <a:t>access to </a:t>
            </a:r>
            <a:r>
              <a:rPr sz="2400" spc="-5" dirty="0">
                <a:latin typeface="Arial"/>
                <a:cs typeface="Arial"/>
              </a:rPr>
              <a:t>data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members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1411" y="385318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Designing a List in C++</a:t>
            </a:r>
            <a:r>
              <a:rPr spc="2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7487920" cy="4231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Design Attempt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5" dirty="0" smtClean="0">
                <a:latin typeface="Arial"/>
                <a:cs typeface="Arial"/>
              </a:rPr>
              <a:t>3:</a:t>
            </a:r>
            <a:endParaRPr sz="2800" dirty="0" smtClean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 smtClean="0">
                <a:latin typeface="Arial"/>
                <a:cs typeface="Arial"/>
              </a:rPr>
              <a:t>Use </a:t>
            </a:r>
            <a:r>
              <a:rPr sz="2400" spc="-5" dirty="0" smtClean="0">
                <a:latin typeface="Arial"/>
                <a:cs typeface="Arial"/>
              </a:rPr>
              <a:t>of </a:t>
            </a:r>
            <a:r>
              <a:rPr sz="2400" dirty="0" smtClean="0">
                <a:solidFill>
                  <a:srgbClr val="FF0000"/>
                </a:solidFill>
                <a:latin typeface="Arial"/>
                <a:cs typeface="Arial"/>
              </a:rPr>
              <a:t>two</a:t>
            </a:r>
            <a:r>
              <a:rPr sz="2400" spc="-105" dirty="0" smtClean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 smtClean="0">
                <a:latin typeface="Arial"/>
                <a:cs typeface="Arial"/>
              </a:rPr>
              <a:t>classes.</a:t>
            </a: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 smtClean="0">
                <a:latin typeface="Arial"/>
                <a:cs typeface="Arial"/>
              </a:rPr>
              <a:t>Create </a:t>
            </a:r>
            <a:r>
              <a:rPr sz="2400" spc="-5" dirty="0">
                <a:latin typeface="Arial"/>
                <a:cs typeface="Arial"/>
              </a:rPr>
              <a:t>a class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represents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linked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list.</a:t>
            </a:r>
          </a:p>
          <a:p>
            <a:pPr marL="812800" lvl="1" indent="-342900"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The class contains </a:t>
            </a:r>
            <a:r>
              <a:rPr sz="2400" dirty="0">
                <a:latin typeface="Arial"/>
                <a:cs typeface="Arial"/>
              </a:rPr>
              <a:t>the items of </a:t>
            </a:r>
            <a:r>
              <a:rPr sz="2400" spc="-5" dirty="0">
                <a:latin typeface="Arial"/>
                <a:cs typeface="Arial"/>
              </a:rPr>
              <a:t>another objects </a:t>
            </a:r>
            <a:r>
              <a:rPr sz="2400" dirty="0">
                <a:latin typeface="Arial"/>
                <a:cs typeface="Arial"/>
              </a:rPr>
              <a:t>of  </a:t>
            </a:r>
            <a:r>
              <a:rPr sz="2400" spc="-5" dirty="0">
                <a:latin typeface="Arial"/>
                <a:cs typeface="Arial"/>
              </a:rPr>
              <a:t>another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</a:t>
            </a:r>
            <a:r>
              <a:rPr sz="2400" dirty="0" smtClean="0">
                <a:latin typeface="Arial"/>
                <a:cs typeface="Arial"/>
              </a:rPr>
              <a:t>.</a:t>
            </a:r>
            <a:endParaRPr lang="en-US" sz="2800" spc="-5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endParaRPr lang="en-US" sz="2800" spc="-5" dirty="0" smtClean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lang="en-US" sz="2800" spc="-5" dirty="0" smtClean="0">
                <a:latin typeface="Arial"/>
                <a:cs typeface="Arial"/>
              </a:rPr>
              <a:t>Inner class represents the structure itself</a:t>
            </a:r>
          </a:p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lang="en-US" sz="2800" spc="-5" dirty="0" smtClean="0">
                <a:latin typeface="Arial"/>
                <a:cs typeface="Arial"/>
              </a:rPr>
              <a:t>Outer class hides implementation and provides interface</a:t>
            </a:r>
            <a:endParaRPr lang="en-US" sz="2800" dirty="0">
              <a:latin typeface="Arial"/>
              <a:cs typeface="Arial"/>
            </a:endParaRPr>
          </a:p>
          <a:p>
            <a:pPr marL="755650" marR="31115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endParaRPr lang="en-US" sz="2400" dirty="0" smtClean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z="4000" dirty="0"/>
              <a:t>Program 4.1: Composite</a:t>
            </a:r>
            <a:r>
              <a:rPr sz="4000" spc="-105" dirty="0"/>
              <a:t> </a:t>
            </a:r>
            <a:r>
              <a:rPr sz="4000" dirty="0"/>
              <a:t>Classes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737614"/>
            <a:ext cx="4224020" cy="1203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300"/>
              </a:lnSpc>
            </a:pPr>
            <a:r>
              <a:rPr sz="2400" b="1" spc="-5" dirty="0">
                <a:latin typeface="Courier New"/>
                <a:cs typeface="Courier New"/>
              </a:rPr>
              <a:t>// forward </a:t>
            </a:r>
            <a:r>
              <a:rPr sz="2400" b="1" spc="-10" dirty="0">
                <a:latin typeface="Courier New"/>
                <a:cs typeface="Courier New"/>
              </a:rPr>
              <a:t>delcarion  </a:t>
            </a:r>
            <a:r>
              <a:rPr sz="2400" b="1" spc="-5" dirty="0">
                <a:latin typeface="Courier New"/>
                <a:cs typeface="Courier New"/>
              </a:rPr>
              <a:t>class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ThreeLetterList;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2400" b="1" spc="-5" dirty="0">
                <a:latin typeface="Courier New"/>
                <a:cs typeface="Courier New"/>
              </a:rPr>
              <a:t>class ThreeLetterNode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2807" y="2909285"/>
            <a:ext cx="5317490" cy="908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79800"/>
              </a:lnSpc>
            </a:pPr>
            <a:r>
              <a:rPr sz="2400" b="1" spc="-5" dirty="0">
                <a:latin typeface="Courier New"/>
                <a:cs typeface="Courier New"/>
              </a:rPr>
              <a:t>friend class </a:t>
            </a:r>
            <a:r>
              <a:rPr sz="2400" b="1" spc="-10" dirty="0">
                <a:latin typeface="Courier New"/>
                <a:cs typeface="Courier New"/>
              </a:rPr>
              <a:t>ThreeLetterList;  private: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ts val="2300"/>
              </a:lnSpc>
            </a:pPr>
            <a:r>
              <a:rPr sz="2400" b="1" spc="-5" dirty="0">
                <a:latin typeface="Courier New"/>
                <a:cs typeface="Courier New"/>
              </a:rPr>
              <a:t>char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data[3];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5707" y="3711702"/>
            <a:ext cx="42214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ThreeLetterNode *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link;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7047" y="4003547"/>
            <a:ext cx="3911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7047" y="4588002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2467" y="4588002"/>
            <a:ext cx="27635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ThreeLetterList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2807" y="4879847"/>
            <a:ext cx="13017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2807" y="5171694"/>
            <a:ext cx="3674745" cy="982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// List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Manipulation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300"/>
              </a:lnSpc>
            </a:pPr>
            <a:r>
              <a:rPr sz="2400" b="1" spc="-5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2807" y="6119114"/>
            <a:ext cx="310515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300"/>
              </a:lnSpc>
            </a:pPr>
            <a:r>
              <a:rPr sz="2400" b="1" spc="-10" dirty="0">
                <a:latin typeface="Courier New"/>
                <a:cs typeface="Courier New"/>
              </a:rPr>
              <a:t>private:  ThreeLetterNode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54898" y="6340602"/>
            <a:ext cx="13023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*first;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7047" y="6632447"/>
            <a:ext cx="3911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61325" y="3244596"/>
            <a:ext cx="15017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-NodeData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3031" y="4588002"/>
            <a:ext cx="3656329" cy="1457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193675">
              <a:lnSpc>
                <a:spcPct val="100000"/>
              </a:lnSpc>
              <a:spcBef>
                <a:spcPts val="1714"/>
              </a:spcBef>
            </a:pPr>
            <a:r>
              <a:rPr sz="2400" b="1" spc="-10" dirty="0">
                <a:latin typeface="Courier New"/>
                <a:cs typeface="Courier New"/>
              </a:rPr>
              <a:t>operations</a:t>
            </a:r>
            <a:endParaRPr sz="2400">
              <a:latin typeface="Courier New"/>
              <a:cs typeface="Courier New"/>
            </a:endParaRPr>
          </a:p>
          <a:p>
            <a:pPr marL="1489710">
              <a:lnSpc>
                <a:spcPct val="100000"/>
              </a:lnSpc>
              <a:spcBef>
                <a:spcPts val="104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-List</a:t>
            </a:r>
            <a:r>
              <a:rPr sz="24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Operations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77481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4.1: Composite</a:t>
            </a:r>
            <a:r>
              <a:rPr sz="4000" spc="-95" dirty="0"/>
              <a:t> </a:t>
            </a:r>
            <a:r>
              <a:rPr sz="4000" dirty="0"/>
              <a:t>Classes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4990985" y="3035045"/>
            <a:ext cx="885190" cy="331470"/>
          </a:xfrm>
          <a:custGeom>
            <a:avLst/>
            <a:gdLst/>
            <a:ahLst/>
            <a:cxnLst/>
            <a:rect l="l" t="t" r="r" b="b"/>
            <a:pathLst>
              <a:path w="885189" h="331470">
                <a:moveTo>
                  <a:pt x="0" y="0"/>
                </a:moveTo>
                <a:lnTo>
                  <a:pt x="0" y="331470"/>
                </a:lnTo>
                <a:lnTo>
                  <a:pt x="884682" y="331470"/>
                </a:lnTo>
                <a:lnTo>
                  <a:pt x="88468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90985" y="3035045"/>
            <a:ext cx="940435" cy="331470"/>
          </a:xfrm>
          <a:custGeom>
            <a:avLst/>
            <a:gdLst/>
            <a:ahLst/>
            <a:cxnLst/>
            <a:rect l="l" t="t" r="r" b="b"/>
            <a:pathLst>
              <a:path w="940435" h="331470">
                <a:moveTo>
                  <a:pt x="0" y="0"/>
                </a:moveTo>
                <a:lnTo>
                  <a:pt x="0" y="331470"/>
                </a:lnTo>
                <a:lnTo>
                  <a:pt x="940308" y="331469"/>
                </a:lnTo>
                <a:lnTo>
                  <a:pt x="94030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75667" y="3035045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3" y="331469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75667" y="3035045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3" y="331469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589648" y="3044951"/>
            <a:ext cx="886460" cy="330200"/>
          </a:xfrm>
          <a:custGeom>
            <a:avLst/>
            <a:gdLst/>
            <a:ahLst/>
            <a:cxnLst/>
            <a:rect l="l" t="t" r="r" b="b"/>
            <a:pathLst>
              <a:path w="886459" h="330200">
                <a:moveTo>
                  <a:pt x="0" y="0"/>
                </a:moveTo>
                <a:lnTo>
                  <a:pt x="0" y="329945"/>
                </a:lnTo>
                <a:lnTo>
                  <a:pt x="886218" y="329945"/>
                </a:lnTo>
                <a:lnTo>
                  <a:pt x="88621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89648" y="3044189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0" y="0"/>
                </a:moveTo>
                <a:lnTo>
                  <a:pt x="0" y="330708"/>
                </a:lnTo>
                <a:lnTo>
                  <a:pt x="940307" y="330708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75867" y="3044951"/>
            <a:ext cx="276225" cy="330200"/>
          </a:xfrm>
          <a:custGeom>
            <a:avLst/>
            <a:gdLst/>
            <a:ahLst/>
            <a:cxnLst/>
            <a:rect l="l" t="t" r="r" b="b"/>
            <a:pathLst>
              <a:path w="276225" h="330200">
                <a:moveTo>
                  <a:pt x="0" y="0"/>
                </a:moveTo>
                <a:lnTo>
                  <a:pt x="0" y="329945"/>
                </a:lnTo>
                <a:lnTo>
                  <a:pt x="275844" y="329945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75867" y="3044189"/>
            <a:ext cx="276225" cy="330835"/>
          </a:xfrm>
          <a:custGeom>
            <a:avLst/>
            <a:gdLst/>
            <a:ahLst/>
            <a:cxnLst/>
            <a:rect l="l" t="t" r="r" b="b"/>
            <a:pathLst>
              <a:path w="276225" h="330835">
                <a:moveTo>
                  <a:pt x="0" y="0"/>
                </a:moveTo>
                <a:lnTo>
                  <a:pt x="0" y="330708"/>
                </a:lnTo>
                <a:lnTo>
                  <a:pt x="275844" y="330708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02815" y="3052572"/>
            <a:ext cx="870585" cy="331470"/>
          </a:xfrm>
          <a:custGeom>
            <a:avLst/>
            <a:gdLst/>
            <a:ahLst/>
            <a:cxnLst/>
            <a:rect l="l" t="t" r="r" b="b"/>
            <a:pathLst>
              <a:path w="870584" h="331470">
                <a:moveTo>
                  <a:pt x="0" y="0"/>
                </a:moveTo>
                <a:lnTo>
                  <a:pt x="0" y="331470"/>
                </a:lnTo>
                <a:lnTo>
                  <a:pt x="870203" y="331470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202815" y="3052572"/>
            <a:ext cx="939800" cy="331470"/>
          </a:xfrm>
          <a:custGeom>
            <a:avLst/>
            <a:gdLst/>
            <a:ahLst/>
            <a:cxnLst/>
            <a:rect l="l" t="t" r="r" b="b"/>
            <a:pathLst>
              <a:path w="939800" h="331470">
                <a:moveTo>
                  <a:pt x="0" y="0"/>
                </a:moveTo>
                <a:lnTo>
                  <a:pt x="0" y="331470"/>
                </a:lnTo>
                <a:lnTo>
                  <a:pt x="939546" y="331470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073019" y="3052572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4" y="331470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073019" y="3052572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4" y="331470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12022" y="3026664"/>
            <a:ext cx="996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WAT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047117" y="3166872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099"/>
                </a:moveTo>
                <a:lnTo>
                  <a:pt x="482333" y="34289"/>
                </a:lnTo>
                <a:lnTo>
                  <a:pt x="479297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479297" y="42671"/>
                </a:lnTo>
                <a:lnTo>
                  <a:pt x="482333" y="41147"/>
                </a:lnTo>
                <a:lnTo>
                  <a:pt x="483857" y="38099"/>
                </a:lnTo>
                <a:close/>
              </a:path>
              <a:path w="542925" h="76200">
                <a:moveTo>
                  <a:pt x="542531" y="38099"/>
                </a:moveTo>
                <a:lnTo>
                  <a:pt x="466331" y="0"/>
                </a:lnTo>
                <a:lnTo>
                  <a:pt x="466331" y="33527"/>
                </a:lnTo>
                <a:lnTo>
                  <a:pt x="479297" y="33527"/>
                </a:lnTo>
                <a:lnTo>
                  <a:pt x="482333" y="34289"/>
                </a:lnTo>
                <a:lnTo>
                  <a:pt x="483857" y="38099"/>
                </a:lnTo>
                <a:lnTo>
                  <a:pt x="483857" y="67436"/>
                </a:lnTo>
                <a:lnTo>
                  <a:pt x="542531" y="38099"/>
                </a:lnTo>
                <a:close/>
              </a:path>
              <a:path w="542925" h="76200">
                <a:moveTo>
                  <a:pt x="483857" y="67436"/>
                </a:moveTo>
                <a:lnTo>
                  <a:pt x="483857" y="38099"/>
                </a:lnTo>
                <a:lnTo>
                  <a:pt x="482333" y="41147"/>
                </a:lnTo>
                <a:lnTo>
                  <a:pt x="479297" y="42671"/>
                </a:lnTo>
                <a:lnTo>
                  <a:pt x="466331" y="42671"/>
                </a:lnTo>
                <a:lnTo>
                  <a:pt x="466331" y="76199"/>
                </a:lnTo>
                <a:lnTo>
                  <a:pt x="483857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659496" y="3176016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59" h="76200">
                <a:moveTo>
                  <a:pt x="484644" y="38100"/>
                </a:moveTo>
                <a:lnTo>
                  <a:pt x="483120" y="35051"/>
                </a:lnTo>
                <a:lnTo>
                  <a:pt x="480072" y="33527"/>
                </a:lnTo>
                <a:lnTo>
                  <a:pt x="5346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5346" y="43433"/>
                </a:lnTo>
                <a:lnTo>
                  <a:pt x="480072" y="43433"/>
                </a:lnTo>
                <a:lnTo>
                  <a:pt x="483120" y="41909"/>
                </a:lnTo>
                <a:lnTo>
                  <a:pt x="484644" y="38100"/>
                </a:lnTo>
                <a:close/>
              </a:path>
              <a:path w="543559" h="76200">
                <a:moveTo>
                  <a:pt x="543318" y="38100"/>
                </a:moveTo>
                <a:lnTo>
                  <a:pt x="467118" y="0"/>
                </a:lnTo>
                <a:lnTo>
                  <a:pt x="467118" y="33527"/>
                </a:lnTo>
                <a:lnTo>
                  <a:pt x="480072" y="33527"/>
                </a:lnTo>
                <a:lnTo>
                  <a:pt x="483120" y="35051"/>
                </a:lnTo>
                <a:lnTo>
                  <a:pt x="484644" y="38100"/>
                </a:lnTo>
                <a:lnTo>
                  <a:pt x="484644" y="67436"/>
                </a:lnTo>
                <a:lnTo>
                  <a:pt x="543318" y="38100"/>
                </a:lnTo>
                <a:close/>
              </a:path>
              <a:path w="543559" h="76200">
                <a:moveTo>
                  <a:pt x="484644" y="67436"/>
                </a:moveTo>
                <a:lnTo>
                  <a:pt x="484644" y="38100"/>
                </a:lnTo>
                <a:lnTo>
                  <a:pt x="483120" y="41909"/>
                </a:lnTo>
                <a:lnTo>
                  <a:pt x="480072" y="43433"/>
                </a:lnTo>
                <a:lnTo>
                  <a:pt x="467118" y="43433"/>
                </a:lnTo>
                <a:lnTo>
                  <a:pt x="467118" y="76199"/>
                </a:lnTo>
                <a:lnTo>
                  <a:pt x="484644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716415" y="2585466"/>
            <a:ext cx="1252855" cy="1049655"/>
          </a:xfrm>
          <a:custGeom>
            <a:avLst/>
            <a:gdLst/>
            <a:ahLst/>
            <a:cxnLst/>
            <a:rect l="l" t="t" r="r" b="b"/>
            <a:pathLst>
              <a:path w="1252854" h="1049654">
                <a:moveTo>
                  <a:pt x="0" y="0"/>
                </a:moveTo>
                <a:lnTo>
                  <a:pt x="0" y="1049274"/>
                </a:lnTo>
                <a:lnTo>
                  <a:pt x="1252728" y="1049274"/>
                </a:lnTo>
                <a:lnTo>
                  <a:pt x="125272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902343" y="2849117"/>
            <a:ext cx="834390" cy="600710"/>
          </a:xfrm>
          <a:custGeom>
            <a:avLst/>
            <a:gdLst/>
            <a:ahLst/>
            <a:cxnLst/>
            <a:rect l="l" t="t" r="r" b="b"/>
            <a:pathLst>
              <a:path w="834389" h="600710">
                <a:moveTo>
                  <a:pt x="0" y="0"/>
                </a:moveTo>
                <a:lnTo>
                  <a:pt x="0" y="600456"/>
                </a:lnTo>
                <a:lnTo>
                  <a:pt x="834389" y="600456"/>
                </a:lnTo>
                <a:lnTo>
                  <a:pt x="83438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02343" y="2849117"/>
            <a:ext cx="835660" cy="600710"/>
          </a:xfrm>
          <a:prstGeom prst="rect">
            <a:avLst/>
          </a:prstGeom>
          <a:solidFill>
            <a:srgbClr val="0099CC"/>
          </a:solidFill>
        </p:spPr>
        <p:txBody>
          <a:bodyPr vert="horz" wrap="square" lIns="0" tIns="10795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850"/>
              </a:spcBef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32161" y="3143250"/>
            <a:ext cx="1235710" cy="76200"/>
          </a:xfrm>
          <a:custGeom>
            <a:avLst/>
            <a:gdLst/>
            <a:ahLst/>
            <a:cxnLst/>
            <a:rect l="l" t="t" r="r" b="b"/>
            <a:pathLst>
              <a:path w="1235710" h="76200">
                <a:moveTo>
                  <a:pt x="1176528" y="38099"/>
                </a:moveTo>
                <a:lnTo>
                  <a:pt x="1175004" y="34289"/>
                </a:lnTo>
                <a:lnTo>
                  <a:pt x="1171956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1171956" y="42671"/>
                </a:lnTo>
                <a:lnTo>
                  <a:pt x="1175004" y="41147"/>
                </a:lnTo>
                <a:lnTo>
                  <a:pt x="1176528" y="38099"/>
                </a:lnTo>
                <a:close/>
              </a:path>
              <a:path w="1235710" h="76200">
                <a:moveTo>
                  <a:pt x="1235202" y="38099"/>
                </a:moveTo>
                <a:lnTo>
                  <a:pt x="1159002" y="0"/>
                </a:lnTo>
                <a:lnTo>
                  <a:pt x="1159002" y="32765"/>
                </a:lnTo>
                <a:lnTo>
                  <a:pt x="1171956" y="32765"/>
                </a:lnTo>
                <a:lnTo>
                  <a:pt x="1175004" y="34289"/>
                </a:lnTo>
                <a:lnTo>
                  <a:pt x="1176528" y="38099"/>
                </a:lnTo>
                <a:lnTo>
                  <a:pt x="1176528" y="67436"/>
                </a:lnTo>
                <a:lnTo>
                  <a:pt x="1235202" y="38099"/>
                </a:lnTo>
                <a:close/>
              </a:path>
              <a:path w="1235710" h="76200">
                <a:moveTo>
                  <a:pt x="1176528" y="67436"/>
                </a:moveTo>
                <a:lnTo>
                  <a:pt x="1176528" y="38099"/>
                </a:lnTo>
                <a:lnTo>
                  <a:pt x="1175004" y="41147"/>
                </a:lnTo>
                <a:lnTo>
                  <a:pt x="1171956" y="42671"/>
                </a:lnTo>
                <a:lnTo>
                  <a:pt x="1159002" y="42671"/>
                </a:lnTo>
                <a:lnTo>
                  <a:pt x="1159002" y="76199"/>
                </a:lnTo>
                <a:lnTo>
                  <a:pt x="1176528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027047" y="1360423"/>
            <a:ext cx="2275840" cy="1010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40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  <a:spcBef>
                <a:spcPts val="195"/>
              </a:spcBef>
            </a:pPr>
            <a:r>
              <a:rPr sz="2400" dirty="0">
                <a:latin typeface="Arial"/>
                <a:cs typeface="Arial"/>
              </a:rPr>
              <a:t>ThreeLetterList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74983" y="5775197"/>
            <a:ext cx="940435" cy="331470"/>
          </a:xfrm>
          <a:custGeom>
            <a:avLst/>
            <a:gdLst/>
            <a:ahLst/>
            <a:cxnLst/>
            <a:rect l="l" t="t" r="r" b="b"/>
            <a:pathLst>
              <a:path w="940435" h="331470">
                <a:moveTo>
                  <a:pt x="0" y="0"/>
                </a:moveTo>
                <a:lnTo>
                  <a:pt x="0" y="331470"/>
                </a:lnTo>
                <a:lnTo>
                  <a:pt x="940308" y="331470"/>
                </a:lnTo>
                <a:lnTo>
                  <a:pt x="94030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59665" y="5775197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4" y="331470"/>
                </a:lnTo>
                <a:lnTo>
                  <a:pt x="2758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573646" y="5784341"/>
            <a:ext cx="940435" cy="330835"/>
          </a:xfrm>
          <a:custGeom>
            <a:avLst/>
            <a:gdLst/>
            <a:ahLst/>
            <a:cxnLst/>
            <a:rect l="l" t="t" r="r" b="b"/>
            <a:pathLst>
              <a:path w="940434" h="330835">
                <a:moveTo>
                  <a:pt x="0" y="0"/>
                </a:moveTo>
                <a:lnTo>
                  <a:pt x="0" y="330708"/>
                </a:lnTo>
                <a:lnTo>
                  <a:pt x="940307" y="330708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459865" y="5784341"/>
            <a:ext cx="276225" cy="330835"/>
          </a:xfrm>
          <a:custGeom>
            <a:avLst/>
            <a:gdLst/>
            <a:ahLst/>
            <a:cxnLst/>
            <a:rect l="l" t="t" r="r" b="b"/>
            <a:pathLst>
              <a:path w="276225" h="330835">
                <a:moveTo>
                  <a:pt x="0" y="0"/>
                </a:moveTo>
                <a:lnTo>
                  <a:pt x="0" y="330708"/>
                </a:lnTo>
                <a:lnTo>
                  <a:pt x="275844" y="330708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86801" y="5792723"/>
            <a:ext cx="939800" cy="331470"/>
          </a:xfrm>
          <a:custGeom>
            <a:avLst/>
            <a:gdLst/>
            <a:ahLst/>
            <a:cxnLst/>
            <a:rect l="l" t="t" r="r" b="b"/>
            <a:pathLst>
              <a:path w="939800" h="331470">
                <a:moveTo>
                  <a:pt x="0" y="0"/>
                </a:moveTo>
                <a:lnTo>
                  <a:pt x="0" y="331470"/>
                </a:lnTo>
                <a:lnTo>
                  <a:pt x="939546" y="331470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057017" y="5792723"/>
            <a:ext cx="276225" cy="331470"/>
          </a:xfrm>
          <a:custGeom>
            <a:avLst/>
            <a:gdLst/>
            <a:ahLst/>
            <a:cxnLst/>
            <a:rect l="l" t="t" r="r" b="b"/>
            <a:pathLst>
              <a:path w="276225" h="331470">
                <a:moveTo>
                  <a:pt x="0" y="0"/>
                </a:moveTo>
                <a:lnTo>
                  <a:pt x="0" y="331470"/>
                </a:lnTo>
                <a:lnTo>
                  <a:pt x="275844" y="331470"/>
                </a:lnTo>
                <a:lnTo>
                  <a:pt x="27584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608211" y="5205221"/>
            <a:ext cx="7028180" cy="1322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 marL="2531745">
              <a:lnSpc>
                <a:spcPct val="100000"/>
              </a:lnSpc>
              <a:spcBef>
                <a:spcPts val="1545"/>
              </a:spcBef>
              <a:tabLst>
                <a:tab pos="4130675" algn="l"/>
                <a:tab pos="5701030" algn="l"/>
              </a:tabLst>
            </a:pPr>
            <a:r>
              <a:rPr sz="3600" baseline="3472" dirty="0">
                <a:latin typeface="Times New Roman"/>
                <a:cs typeface="Times New Roman"/>
              </a:rPr>
              <a:t>BAT	</a:t>
            </a:r>
            <a:r>
              <a:rPr sz="3600" baseline="2314" dirty="0">
                <a:latin typeface="Times New Roman"/>
                <a:cs typeface="Times New Roman"/>
              </a:rPr>
              <a:t>CAT	</a:t>
            </a:r>
            <a:r>
              <a:rPr sz="2400" dirty="0">
                <a:latin typeface="Times New Roman"/>
                <a:cs typeface="Times New Roman"/>
              </a:rPr>
              <a:t>WAT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31115" y="5907023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100"/>
                </a:moveTo>
                <a:lnTo>
                  <a:pt x="483095" y="34289"/>
                </a:lnTo>
                <a:lnTo>
                  <a:pt x="479285" y="32765"/>
                </a:lnTo>
                <a:lnTo>
                  <a:pt x="4571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1" y="42672"/>
                </a:lnTo>
                <a:lnTo>
                  <a:pt x="479285" y="42672"/>
                </a:lnTo>
                <a:lnTo>
                  <a:pt x="483095" y="41148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6343" y="0"/>
                </a:lnTo>
                <a:lnTo>
                  <a:pt x="466343" y="32765"/>
                </a:lnTo>
                <a:lnTo>
                  <a:pt x="479285" y="32765"/>
                </a:lnTo>
                <a:lnTo>
                  <a:pt x="483095" y="34289"/>
                </a:lnTo>
                <a:lnTo>
                  <a:pt x="483857" y="38100"/>
                </a:lnTo>
                <a:lnTo>
                  <a:pt x="483857" y="67441"/>
                </a:lnTo>
                <a:lnTo>
                  <a:pt x="542531" y="38100"/>
                </a:lnTo>
                <a:close/>
              </a:path>
              <a:path w="542925" h="76200">
                <a:moveTo>
                  <a:pt x="483857" y="67441"/>
                </a:moveTo>
                <a:lnTo>
                  <a:pt x="483857" y="38100"/>
                </a:lnTo>
                <a:lnTo>
                  <a:pt x="483095" y="41148"/>
                </a:lnTo>
                <a:lnTo>
                  <a:pt x="479285" y="42672"/>
                </a:lnTo>
                <a:lnTo>
                  <a:pt x="466343" y="42672"/>
                </a:lnTo>
                <a:lnTo>
                  <a:pt x="466343" y="76200"/>
                </a:lnTo>
                <a:lnTo>
                  <a:pt x="483857" y="674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44269" y="5916167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100"/>
                </a:moveTo>
                <a:lnTo>
                  <a:pt x="482346" y="35052"/>
                </a:lnTo>
                <a:lnTo>
                  <a:pt x="479298" y="33528"/>
                </a:lnTo>
                <a:lnTo>
                  <a:pt x="4572" y="33528"/>
                </a:lnTo>
                <a:lnTo>
                  <a:pt x="762" y="35052"/>
                </a:lnTo>
                <a:lnTo>
                  <a:pt x="0" y="38100"/>
                </a:lnTo>
                <a:lnTo>
                  <a:pt x="762" y="41910"/>
                </a:lnTo>
                <a:lnTo>
                  <a:pt x="4572" y="42672"/>
                </a:lnTo>
                <a:lnTo>
                  <a:pt x="479298" y="42672"/>
                </a:lnTo>
                <a:lnTo>
                  <a:pt x="482346" y="41910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6331" y="0"/>
                </a:lnTo>
                <a:lnTo>
                  <a:pt x="466331" y="33528"/>
                </a:lnTo>
                <a:lnTo>
                  <a:pt x="479298" y="33528"/>
                </a:lnTo>
                <a:lnTo>
                  <a:pt x="482346" y="35052"/>
                </a:lnTo>
                <a:lnTo>
                  <a:pt x="483857" y="38100"/>
                </a:lnTo>
                <a:lnTo>
                  <a:pt x="483857" y="67437"/>
                </a:lnTo>
                <a:lnTo>
                  <a:pt x="542531" y="38100"/>
                </a:lnTo>
                <a:close/>
              </a:path>
              <a:path w="542925" h="76200">
                <a:moveTo>
                  <a:pt x="483857" y="67437"/>
                </a:moveTo>
                <a:lnTo>
                  <a:pt x="483857" y="38100"/>
                </a:lnTo>
                <a:lnTo>
                  <a:pt x="482346" y="41910"/>
                </a:lnTo>
                <a:lnTo>
                  <a:pt x="479298" y="42672"/>
                </a:lnTo>
                <a:lnTo>
                  <a:pt x="466331" y="42672"/>
                </a:lnTo>
                <a:lnTo>
                  <a:pt x="466331" y="76200"/>
                </a:lnTo>
                <a:lnTo>
                  <a:pt x="48385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608211" y="5205221"/>
            <a:ext cx="7028180" cy="1322070"/>
          </a:xfrm>
          <a:custGeom>
            <a:avLst/>
            <a:gdLst/>
            <a:ahLst/>
            <a:cxnLst/>
            <a:rect l="l" t="t" r="r" b="b"/>
            <a:pathLst>
              <a:path w="7028180" h="1322070">
                <a:moveTo>
                  <a:pt x="0" y="0"/>
                </a:moveTo>
                <a:lnTo>
                  <a:pt x="0" y="1322070"/>
                </a:lnTo>
                <a:lnTo>
                  <a:pt x="7027925" y="1322070"/>
                </a:lnTo>
                <a:lnTo>
                  <a:pt x="70279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608211" y="5205221"/>
            <a:ext cx="7028180" cy="1322070"/>
          </a:xfrm>
          <a:custGeom>
            <a:avLst/>
            <a:gdLst/>
            <a:ahLst/>
            <a:cxnLst/>
            <a:rect l="l" t="t" r="r" b="b"/>
            <a:pathLst>
              <a:path w="7028180" h="1322070">
                <a:moveTo>
                  <a:pt x="0" y="0"/>
                </a:moveTo>
                <a:lnTo>
                  <a:pt x="0" y="1322070"/>
                </a:lnTo>
                <a:lnTo>
                  <a:pt x="7027925" y="1322070"/>
                </a:lnTo>
                <a:lnTo>
                  <a:pt x="702792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886341" y="5589270"/>
            <a:ext cx="835660" cy="600710"/>
          </a:xfrm>
          <a:prstGeom prst="rect">
            <a:avLst/>
          </a:prstGeom>
          <a:solidFill>
            <a:srgbClr val="0099CC"/>
          </a:solidFill>
          <a:ln w="9525">
            <a:solidFill>
              <a:srgbClr val="000000"/>
            </a:solidFill>
          </a:ln>
        </p:spPr>
        <p:txBody>
          <a:bodyPr vert="horz" wrap="square" lIns="0" tIns="102235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805"/>
              </a:spcBef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716159" y="5882640"/>
            <a:ext cx="1235710" cy="76200"/>
          </a:xfrm>
          <a:custGeom>
            <a:avLst/>
            <a:gdLst/>
            <a:ahLst/>
            <a:cxnLst/>
            <a:rect l="l" t="t" r="r" b="b"/>
            <a:pathLst>
              <a:path w="1235710" h="76200">
                <a:moveTo>
                  <a:pt x="1176527" y="38100"/>
                </a:moveTo>
                <a:lnTo>
                  <a:pt x="1175003" y="35051"/>
                </a:lnTo>
                <a:lnTo>
                  <a:pt x="1171956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5334" y="43434"/>
                </a:lnTo>
                <a:lnTo>
                  <a:pt x="1171956" y="43434"/>
                </a:lnTo>
                <a:lnTo>
                  <a:pt x="1175003" y="41910"/>
                </a:lnTo>
                <a:lnTo>
                  <a:pt x="1176527" y="38100"/>
                </a:lnTo>
                <a:close/>
              </a:path>
              <a:path w="1235710" h="76200">
                <a:moveTo>
                  <a:pt x="1235202" y="38100"/>
                </a:moveTo>
                <a:lnTo>
                  <a:pt x="1159001" y="0"/>
                </a:lnTo>
                <a:lnTo>
                  <a:pt x="1159002" y="33527"/>
                </a:lnTo>
                <a:lnTo>
                  <a:pt x="1171956" y="33527"/>
                </a:lnTo>
                <a:lnTo>
                  <a:pt x="1175003" y="35051"/>
                </a:lnTo>
                <a:lnTo>
                  <a:pt x="1176527" y="38100"/>
                </a:lnTo>
                <a:lnTo>
                  <a:pt x="1176527" y="67437"/>
                </a:lnTo>
                <a:lnTo>
                  <a:pt x="1235202" y="38100"/>
                </a:lnTo>
                <a:close/>
              </a:path>
              <a:path w="1235710" h="76200">
                <a:moveTo>
                  <a:pt x="1176527" y="67437"/>
                </a:moveTo>
                <a:lnTo>
                  <a:pt x="1176527" y="38100"/>
                </a:lnTo>
                <a:lnTo>
                  <a:pt x="1175003" y="41910"/>
                </a:lnTo>
                <a:lnTo>
                  <a:pt x="1171956" y="43434"/>
                </a:lnTo>
                <a:lnTo>
                  <a:pt x="1159002" y="43434"/>
                </a:lnTo>
                <a:lnTo>
                  <a:pt x="1159002" y="76200"/>
                </a:lnTo>
                <a:lnTo>
                  <a:pt x="117652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209926" y="4671821"/>
            <a:ext cx="207708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ThreeLetterList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979796" y="2446020"/>
            <a:ext cx="2660015" cy="151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5895" indent="-16383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ThreeLetterNode</a:t>
            </a:r>
            <a:endParaRPr sz="2400">
              <a:latin typeface="Arial"/>
              <a:cs typeface="Arial"/>
            </a:endParaRPr>
          </a:p>
          <a:p>
            <a:pPr marL="175895">
              <a:lnSpc>
                <a:spcPct val="100000"/>
              </a:lnSpc>
              <a:spcBef>
                <a:spcPts val="1605"/>
              </a:spcBef>
              <a:tabLst>
                <a:tab pos="1774825" algn="l"/>
              </a:tabLst>
            </a:pPr>
            <a:r>
              <a:rPr sz="3600" baseline="1157" dirty="0">
                <a:latin typeface="Times New Roman"/>
                <a:cs typeface="Times New Roman"/>
              </a:rPr>
              <a:t>BAT	</a:t>
            </a:r>
            <a:r>
              <a:rPr sz="2400" dirty="0">
                <a:latin typeface="Times New Roman"/>
                <a:cs typeface="Times New Roman"/>
              </a:rPr>
              <a:t>CAT</a:t>
            </a:r>
            <a:endParaRPr sz="24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1575"/>
              </a:spcBef>
            </a:pPr>
            <a:r>
              <a:rPr sz="2400" u="heavy" spc="-5" dirty="0">
                <a:latin typeface="Arial"/>
                <a:cs typeface="Arial"/>
              </a:rPr>
              <a:t>Actual</a:t>
            </a:r>
            <a:r>
              <a:rPr sz="2400" u="heavy" spc="-15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15433" y="6608064"/>
            <a:ext cx="23329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spc="-5" dirty="0">
                <a:latin typeface="Arial"/>
                <a:cs typeface="Arial"/>
              </a:rPr>
              <a:t>Ideal</a:t>
            </a:r>
            <a:r>
              <a:rPr sz="2400" u="heavy" spc="-20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relationship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000891" y="5759196"/>
            <a:ext cx="883919" cy="331470"/>
          </a:xfrm>
          <a:custGeom>
            <a:avLst/>
            <a:gdLst/>
            <a:ahLst/>
            <a:cxnLst/>
            <a:rect l="l" t="t" r="r" b="b"/>
            <a:pathLst>
              <a:path w="883920" h="331470">
                <a:moveTo>
                  <a:pt x="0" y="0"/>
                </a:moveTo>
                <a:lnTo>
                  <a:pt x="0" y="331470"/>
                </a:lnTo>
                <a:lnTo>
                  <a:pt x="883920" y="331470"/>
                </a:lnTo>
                <a:lnTo>
                  <a:pt x="88391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00891" y="5759196"/>
            <a:ext cx="939800" cy="331470"/>
          </a:xfrm>
          <a:custGeom>
            <a:avLst/>
            <a:gdLst/>
            <a:ahLst/>
            <a:cxnLst/>
            <a:rect l="l" t="t" r="r" b="b"/>
            <a:pathLst>
              <a:path w="939800" h="331470">
                <a:moveTo>
                  <a:pt x="0" y="0"/>
                </a:moveTo>
                <a:lnTo>
                  <a:pt x="0" y="331470"/>
                </a:lnTo>
                <a:lnTo>
                  <a:pt x="939546" y="331470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884811" y="5759196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60" h="331470">
                <a:moveTo>
                  <a:pt x="0" y="0"/>
                </a:moveTo>
                <a:lnTo>
                  <a:pt x="0" y="331470"/>
                </a:lnTo>
                <a:lnTo>
                  <a:pt x="276606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84811" y="5759196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60" h="331470">
                <a:moveTo>
                  <a:pt x="0" y="0"/>
                </a:moveTo>
                <a:lnTo>
                  <a:pt x="0" y="331470"/>
                </a:lnTo>
                <a:lnTo>
                  <a:pt x="276606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99567" y="5769102"/>
            <a:ext cx="885825" cy="330200"/>
          </a:xfrm>
          <a:custGeom>
            <a:avLst/>
            <a:gdLst/>
            <a:ahLst/>
            <a:cxnLst/>
            <a:rect l="l" t="t" r="r" b="b"/>
            <a:pathLst>
              <a:path w="885825" h="330200">
                <a:moveTo>
                  <a:pt x="0" y="0"/>
                </a:moveTo>
                <a:lnTo>
                  <a:pt x="0" y="329946"/>
                </a:lnTo>
                <a:lnTo>
                  <a:pt x="885431" y="329946"/>
                </a:lnTo>
                <a:lnTo>
                  <a:pt x="885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99567" y="5768340"/>
            <a:ext cx="939800" cy="330835"/>
          </a:xfrm>
          <a:custGeom>
            <a:avLst/>
            <a:gdLst/>
            <a:ahLst/>
            <a:cxnLst/>
            <a:rect l="l" t="t" r="r" b="b"/>
            <a:pathLst>
              <a:path w="939800" h="330835">
                <a:moveTo>
                  <a:pt x="0" y="0"/>
                </a:moveTo>
                <a:lnTo>
                  <a:pt x="0" y="330708"/>
                </a:lnTo>
                <a:lnTo>
                  <a:pt x="939546" y="330708"/>
                </a:lnTo>
                <a:lnTo>
                  <a:pt x="9395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4964557" y="5281421"/>
            <a:ext cx="2422525" cy="836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295" indent="-18923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ThreeLetterNode</a:t>
            </a:r>
            <a:endParaRPr sz="2400">
              <a:latin typeface="Arial"/>
              <a:cs typeface="Arial"/>
            </a:endParaRPr>
          </a:p>
          <a:p>
            <a:pPr marL="201295">
              <a:lnSpc>
                <a:spcPct val="100000"/>
              </a:lnSpc>
              <a:spcBef>
                <a:spcPts val="730"/>
              </a:spcBef>
              <a:tabLst>
                <a:tab pos="1798955" algn="l"/>
              </a:tabLst>
            </a:pPr>
            <a:r>
              <a:rPr sz="3600" baseline="1157" dirty="0">
                <a:latin typeface="Times New Roman"/>
                <a:cs typeface="Times New Roman"/>
              </a:rPr>
              <a:t>BAT	</a:t>
            </a:r>
            <a:r>
              <a:rPr sz="2400" dirty="0">
                <a:latin typeface="Times New Roman"/>
                <a:cs typeface="Times New Roman"/>
              </a:rPr>
              <a:t>CAT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484998" y="5769102"/>
            <a:ext cx="276860" cy="330200"/>
          </a:xfrm>
          <a:custGeom>
            <a:avLst/>
            <a:gdLst/>
            <a:ahLst/>
            <a:cxnLst/>
            <a:rect l="l" t="t" r="r" b="b"/>
            <a:pathLst>
              <a:path w="276859" h="330200">
                <a:moveTo>
                  <a:pt x="0" y="0"/>
                </a:moveTo>
                <a:lnTo>
                  <a:pt x="0" y="329946"/>
                </a:lnTo>
                <a:lnTo>
                  <a:pt x="276605" y="329946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484998" y="5768340"/>
            <a:ext cx="276860" cy="330835"/>
          </a:xfrm>
          <a:custGeom>
            <a:avLst/>
            <a:gdLst/>
            <a:ahLst/>
            <a:cxnLst/>
            <a:rect l="l" t="t" r="r" b="b"/>
            <a:pathLst>
              <a:path w="276859" h="330835">
                <a:moveTo>
                  <a:pt x="0" y="0"/>
                </a:moveTo>
                <a:lnTo>
                  <a:pt x="0" y="330708"/>
                </a:lnTo>
                <a:lnTo>
                  <a:pt x="276605" y="330708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211946" y="5776721"/>
            <a:ext cx="870585" cy="331470"/>
          </a:xfrm>
          <a:custGeom>
            <a:avLst/>
            <a:gdLst/>
            <a:ahLst/>
            <a:cxnLst/>
            <a:rect l="l" t="t" r="r" b="b"/>
            <a:pathLst>
              <a:path w="870584" h="331470">
                <a:moveTo>
                  <a:pt x="0" y="0"/>
                </a:moveTo>
                <a:lnTo>
                  <a:pt x="0" y="331470"/>
                </a:lnTo>
                <a:lnTo>
                  <a:pt x="870203" y="331470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211946" y="5776721"/>
            <a:ext cx="940435" cy="331470"/>
          </a:xfrm>
          <a:custGeom>
            <a:avLst/>
            <a:gdLst/>
            <a:ahLst/>
            <a:cxnLst/>
            <a:rect l="l" t="t" r="r" b="b"/>
            <a:pathLst>
              <a:path w="940434" h="331470">
                <a:moveTo>
                  <a:pt x="0" y="0"/>
                </a:moveTo>
                <a:lnTo>
                  <a:pt x="0" y="331470"/>
                </a:lnTo>
                <a:lnTo>
                  <a:pt x="940307" y="331470"/>
                </a:lnTo>
                <a:lnTo>
                  <a:pt x="9403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082151" y="5776721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59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082151" y="5776721"/>
            <a:ext cx="276860" cy="331470"/>
          </a:xfrm>
          <a:custGeom>
            <a:avLst/>
            <a:gdLst/>
            <a:ahLst/>
            <a:cxnLst/>
            <a:rect l="l" t="t" r="r" b="b"/>
            <a:pathLst>
              <a:path w="276859" h="331470">
                <a:moveTo>
                  <a:pt x="0" y="0"/>
                </a:moveTo>
                <a:lnTo>
                  <a:pt x="0" y="331470"/>
                </a:lnTo>
                <a:lnTo>
                  <a:pt x="276605" y="331470"/>
                </a:lnTo>
                <a:lnTo>
                  <a:pt x="27660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8321941" y="5750814"/>
            <a:ext cx="996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WAT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056261" y="5891021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59" h="76200">
                <a:moveTo>
                  <a:pt x="484631" y="38100"/>
                </a:moveTo>
                <a:lnTo>
                  <a:pt x="483107" y="34289"/>
                </a:lnTo>
                <a:lnTo>
                  <a:pt x="479285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479285" y="42672"/>
                </a:lnTo>
                <a:lnTo>
                  <a:pt x="483107" y="41148"/>
                </a:lnTo>
                <a:lnTo>
                  <a:pt x="484631" y="38100"/>
                </a:lnTo>
                <a:close/>
              </a:path>
              <a:path w="543559" h="76200">
                <a:moveTo>
                  <a:pt x="543305" y="38100"/>
                </a:moveTo>
                <a:lnTo>
                  <a:pt x="467105" y="0"/>
                </a:lnTo>
                <a:lnTo>
                  <a:pt x="467105" y="33527"/>
                </a:lnTo>
                <a:lnTo>
                  <a:pt x="479285" y="33527"/>
                </a:lnTo>
                <a:lnTo>
                  <a:pt x="483107" y="34289"/>
                </a:lnTo>
                <a:lnTo>
                  <a:pt x="484631" y="38100"/>
                </a:lnTo>
                <a:lnTo>
                  <a:pt x="484631" y="67437"/>
                </a:lnTo>
                <a:lnTo>
                  <a:pt x="543305" y="38100"/>
                </a:lnTo>
                <a:close/>
              </a:path>
              <a:path w="543559" h="76200">
                <a:moveTo>
                  <a:pt x="484631" y="67437"/>
                </a:moveTo>
                <a:lnTo>
                  <a:pt x="484631" y="38100"/>
                </a:lnTo>
                <a:lnTo>
                  <a:pt x="483107" y="41148"/>
                </a:lnTo>
                <a:lnTo>
                  <a:pt x="479285" y="42672"/>
                </a:lnTo>
                <a:lnTo>
                  <a:pt x="467105" y="42672"/>
                </a:lnTo>
                <a:lnTo>
                  <a:pt x="467105" y="76200"/>
                </a:lnTo>
                <a:lnTo>
                  <a:pt x="48463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669415" y="5900165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83857" y="38100"/>
                </a:moveTo>
                <a:lnTo>
                  <a:pt x="483108" y="35051"/>
                </a:lnTo>
                <a:lnTo>
                  <a:pt x="479285" y="33528"/>
                </a:lnTo>
                <a:lnTo>
                  <a:pt x="4559" y="33528"/>
                </a:lnTo>
                <a:lnTo>
                  <a:pt x="1511" y="35051"/>
                </a:lnTo>
                <a:lnTo>
                  <a:pt x="0" y="38100"/>
                </a:lnTo>
                <a:lnTo>
                  <a:pt x="1511" y="41910"/>
                </a:lnTo>
                <a:lnTo>
                  <a:pt x="4559" y="43434"/>
                </a:lnTo>
                <a:lnTo>
                  <a:pt x="479285" y="43434"/>
                </a:lnTo>
                <a:lnTo>
                  <a:pt x="483108" y="41910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6331" y="0"/>
                </a:lnTo>
                <a:lnTo>
                  <a:pt x="466331" y="33528"/>
                </a:lnTo>
                <a:lnTo>
                  <a:pt x="479285" y="33528"/>
                </a:lnTo>
                <a:lnTo>
                  <a:pt x="483108" y="35051"/>
                </a:lnTo>
                <a:lnTo>
                  <a:pt x="483857" y="38100"/>
                </a:lnTo>
                <a:lnTo>
                  <a:pt x="483857" y="67437"/>
                </a:lnTo>
                <a:lnTo>
                  <a:pt x="542531" y="38100"/>
                </a:lnTo>
                <a:close/>
              </a:path>
              <a:path w="542925" h="76200">
                <a:moveTo>
                  <a:pt x="483857" y="67437"/>
                </a:moveTo>
                <a:lnTo>
                  <a:pt x="483857" y="38100"/>
                </a:lnTo>
                <a:lnTo>
                  <a:pt x="483108" y="41910"/>
                </a:lnTo>
                <a:lnTo>
                  <a:pt x="479285" y="43434"/>
                </a:lnTo>
                <a:lnTo>
                  <a:pt x="466331" y="43434"/>
                </a:lnTo>
                <a:lnTo>
                  <a:pt x="466331" y="76200"/>
                </a:lnTo>
                <a:lnTo>
                  <a:pt x="48385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Program 4.2: Nested</a:t>
            </a:r>
            <a:r>
              <a:rPr spc="-10" dirty="0"/>
              <a:t> </a:t>
            </a:r>
            <a:r>
              <a:rPr spc="-5" dirty="0"/>
              <a:t>Classes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285746"/>
            <a:ext cx="7505065" cy="3642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320" indent="-261620">
              <a:lnSpc>
                <a:spcPts val="3840"/>
              </a:lnSpc>
              <a:buClr>
                <a:srgbClr val="009ACC"/>
              </a:buClr>
              <a:buSzPct val="68750"/>
              <a:buChar char="■"/>
              <a:tabLst>
                <a:tab pos="274955" algn="l"/>
              </a:tabLst>
            </a:pPr>
            <a:r>
              <a:rPr sz="3200" spc="-10" dirty="0">
                <a:latin typeface="Arial"/>
                <a:cs typeface="Arial"/>
              </a:rPr>
              <a:t>Nested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classes</a:t>
            </a:r>
            <a:endParaRPr sz="3200">
              <a:latin typeface="Arial"/>
              <a:cs typeface="Arial"/>
            </a:endParaRPr>
          </a:p>
          <a:p>
            <a:pPr marL="636270" marR="92075" indent="-182880">
              <a:lnSpc>
                <a:spcPts val="2690"/>
              </a:lnSpc>
              <a:spcBef>
                <a:spcPts val="645"/>
              </a:spcBef>
            </a:pPr>
            <a:r>
              <a:rPr sz="2800" dirty="0">
                <a:latin typeface="Arial"/>
                <a:cs typeface="Arial"/>
              </a:rPr>
              <a:t>–One class is defined inside the definition of  another.</a:t>
            </a:r>
            <a:endParaRPr sz="2800">
              <a:latin typeface="Arial"/>
              <a:cs typeface="Arial"/>
            </a:endParaRPr>
          </a:p>
          <a:p>
            <a:pPr marL="274320" marR="5080" indent="-261620">
              <a:lnSpc>
                <a:spcPct val="80100"/>
              </a:lnSpc>
              <a:spcBef>
                <a:spcPts val="785"/>
              </a:spcBef>
              <a:buClr>
                <a:srgbClr val="009ACC"/>
              </a:buClr>
              <a:buSzPct val="68750"/>
              <a:buChar char="■"/>
              <a:tabLst>
                <a:tab pos="274955" algn="l"/>
              </a:tabLst>
            </a:pPr>
            <a:r>
              <a:rPr sz="3200" spc="-5" dirty="0">
                <a:latin typeface="Arial"/>
                <a:cs typeface="Arial"/>
              </a:rPr>
              <a:t>Class </a:t>
            </a:r>
            <a:r>
              <a:rPr sz="3200" i="1" spc="-10" dirty="0">
                <a:latin typeface="Arial"/>
                <a:cs typeface="Arial"/>
              </a:rPr>
              <a:t>ThreeLetterNode </a:t>
            </a:r>
            <a:r>
              <a:rPr sz="3200" spc="-5" dirty="0">
                <a:latin typeface="Arial"/>
                <a:cs typeface="Arial"/>
              </a:rPr>
              <a:t>is </a:t>
            </a:r>
            <a:r>
              <a:rPr sz="3200" spc="-10" dirty="0">
                <a:latin typeface="Arial"/>
                <a:cs typeface="Arial"/>
              </a:rPr>
              <a:t>defined inside  </a:t>
            </a:r>
            <a:r>
              <a:rPr sz="3200" spc="-5" dirty="0">
                <a:latin typeface="Arial"/>
                <a:cs typeface="Arial"/>
              </a:rPr>
              <a:t>the </a:t>
            </a:r>
            <a:r>
              <a:rPr sz="3200" spc="-10" dirty="0">
                <a:solidFill>
                  <a:srgbClr val="FF0000"/>
                </a:solidFill>
                <a:latin typeface="Arial"/>
                <a:cs typeface="Arial"/>
              </a:rPr>
              <a:t>private </a:t>
            </a:r>
            <a:r>
              <a:rPr sz="3200" spc="-10" dirty="0">
                <a:latin typeface="Arial"/>
                <a:cs typeface="Arial"/>
              </a:rPr>
              <a:t>portion </a:t>
            </a:r>
            <a:r>
              <a:rPr sz="3200" spc="-5" dirty="0">
                <a:latin typeface="Arial"/>
                <a:cs typeface="Arial"/>
              </a:rPr>
              <a:t>of the </a:t>
            </a:r>
            <a:r>
              <a:rPr sz="3200" spc="-10" dirty="0">
                <a:latin typeface="Arial"/>
                <a:cs typeface="Arial"/>
              </a:rPr>
              <a:t>definition of  </a:t>
            </a:r>
            <a:r>
              <a:rPr sz="3200" spc="-5" dirty="0">
                <a:latin typeface="Arial"/>
                <a:cs typeface="Arial"/>
              </a:rPr>
              <a:t>class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ThreeLetterList</a:t>
            </a:r>
            <a:endParaRPr sz="3200">
              <a:latin typeface="Arial"/>
              <a:cs typeface="Arial"/>
            </a:endParaRPr>
          </a:p>
          <a:p>
            <a:pPr marL="636270" marR="91440" indent="-182880">
              <a:lnSpc>
                <a:spcPct val="80000"/>
              </a:lnSpc>
              <a:spcBef>
                <a:spcPts val="670"/>
              </a:spcBef>
            </a:pPr>
            <a:r>
              <a:rPr sz="2800" dirty="0">
                <a:latin typeface="Arial"/>
                <a:cs typeface="Arial"/>
              </a:rPr>
              <a:t>–This ensures that </a:t>
            </a:r>
            <a:r>
              <a:rPr sz="2800" i="1" dirty="0">
                <a:latin typeface="Arial"/>
                <a:cs typeface="Arial"/>
              </a:rPr>
              <a:t>ThreeLetterNode </a:t>
            </a:r>
            <a:r>
              <a:rPr sz="2800" dirty="0">
                <a:latin typeface="Arial"/>
                <a:cs typeface="Arial"/>
              </a:rPr>
              <a:t>objects  cannot be accessed outside class  </a:t>
            </a:r>
            <a:r>
              <a:rPr sz="2800" i="1" dirty="0">
                <a:latin typeface="Arial"/>
                <a:cs typeface="Arial"/>
              </a:rPr>
              <a:t>ThreeLetterList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03247" y="1779270"/>
            <a:ext cx="5683250" cy="1859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46431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class ThreeLetterList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  </a:t>
            </a:r>
            <a:r>
              <a:rPr sz="2400" b="1" spc="-10" dirty="0"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// List Manipulation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operations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3247" y="3605021"/>
            <a:ext cx="203263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  <a:p>
            <a:pPr marL="37782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nested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2625" y="3970020"/>
            <a:ext cx="9372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69007" y="4335017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3513" y="4335017"/>
            <a:ext cx="31273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ThreeLetterNode</a:t>
            </a:r>
            <a:r>
              <a:rPr sz="2400" b="1" spc="-1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69007" y="4700778"/>
            <a:ext cx="276161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char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data[3];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3242" y="5430773"/>
            <a:ext cx="27641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ThreeLetterNode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53074" y="5430773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*link;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69007" y="5795771"/>
            <a:ext cx="276098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15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ThreeLetterNode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87802" y="6160770"/>
            <a:ext cx="13023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*first;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3247" y="6525768"/>
            <a:ext cx="3911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027047" y="1055623"/>
            <a:ext cx="7706359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4.2: Nested Classes</a:t>
            </a:r>
            <a:r>
              <a:rPr sz="4000" spc="-90" dirty="0"/>
              <a:t> </a:t>
            </a:r>
            <a:r>
              <a:rPr sz="4000" dirty="0"/>
              <a:t>(contd.)</a:t>
            </a:r>
            <a:endParaRPr sz="4000"/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z="4000" spc="-5" dirty="0"/>
              <a:t>Pointer Manipulation in</a:t>
            </a:r>
            <a:r>
              <a:rPr sz="4000" spc="-65" dirty="0"/>
              <a:t> </a:t>
            </a:r>
            <a:r>
              <a:rPr sz="4000" spc="-5" dirty="0"/>
              <a:t>C++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2379217"/>
            <a:ext cx="7159625" cy="1059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Two pointer variables of the same type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  be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compared.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– 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== y, 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!= y, 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==</a:t>
            </a:r>
            <a:r>
              <a:rPr sz="2400" spc="1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79739" y="4527041"/>
            <a:ext cx="767080" cy="332740"/>
          </a:xfrm>
          <a:custGeom>
            <a:avLst/>
            <a:gdLst/>
            <a:ahLst/>
            <a:cxnLst/>
            <a:rect l="l" t="t" r="r" b="b"/>
            <a:pathLst>
              <a:path w="767080" h="332739">
                <a:moveTo>
                  <a:pt x="0" y="0"/>
                </a:moveTo>
                <a:lnTo>
                  <a:pt x="0" y="332232"/>
                </a:lnTo>
                <a:lnTo>
                  <a:pt x="766571" y="332232"/>
                </a:lnTo>
                <a:lnTo>
                  <a:pt x="76657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79739" y="4527041"/>
            <a:ext cx="767080" cy="332740"/>
          </a:xfrm>
          <a:custGeom>
            <a:avLst/>
            <a:gdLst/>
            <a:ahLst/>
            <a:cxnLst/>
            <a:rect l="l" t="t" r="r" b="b"/>
            <a:pathLst>
              <a:path w="767080" h="332739">
                <a:moveTo>
                  <a:pt x="0" y="0"/>
                </a:moveTo>
                <a:lnTo>
                  <a:pt x="0" y="332232"/>
                </a:lnTo>
                <a:lnTo>
                  <a:pt x="766571" y="332232"/>
                </a:lnTo>
                <a:lnTo>
                  <a:pt x="76657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20759" y="4535423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20759" y="4535423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46097" y="4469892"/>
            <a:ext cx="18161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25915" y="4663440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66771" y="33487"/>
                </a:moveTo>
                <a:lnTo>
                  <a:pt x="4572" y="32004"/>
                </a:lnTo>
                <a:lnTo>
                  <a:pt x="1524" y="33527"/>
                </a:lnTo>
                <a:lnTo>
                  <a:pt x="0" y="36575"/>
                </a:lnTo>
                <a:lnTo>
                  <a:pt x="1524" y="40386"/>
                </a:lnTo>
                <a:lnTo>
                  <a:pt x="4572" y="41910"/>
                </a:lnTo>
                <a:lnTo>
                  <a:pt x="466679" y="42651"/>
                </a:lnTo>
                <a:lnTo>
                  <a:pt x="466771" y="33487"/>
                </a:lnTo>
                <a:close/>
              </a:path>
              <a:path w="542925" h="76200">
                <a:moveTo>
                  <a:pt x="483870" y="67437"/>
                </a:moveTo>
                <a:lnTo>
                  <a:pt x="483870" y="38100"/>
                </a:lnTo>
                <a:lnTo>
                  <a:pt x="483108" y="41910"/>
                </a:lnTo>
                <a:lnTo>
                  <a:pt x="479298" y="42672"/>
                </a:lnTo>
                <a:lnTo>
                  <a:pt x="466679" y="42651"/>
                </a:lnTo>
                <a:lnTo>
                  <a:pt x="466344" y="76200"/>
                </a:lnTo>
                <a:lnTo>
                  <a:pt x="483870" y="67437"/>
                </a:lnTo>
                <a:close/>
              </a:path>
              <a:path w="542925" h="76200">
                <a:moveTo>
                  <a:pt x="483870" y="38100"/>
                </a:moveTo>
                <a:lnTo>
                  <a:pt x="483108" y="35051"/>
                </a:lnTo>
                <a:lnTo>
                  <a:pt x="479298" y="33527"/>
                </a:lnTo>
                <a:lnTo>
                  <a:pt x="466771" y="33487"/>
                </a:lnTo>
                <a:lnTo>
                  <a:pt x="466679" y="42651"/>
                </a:lnTo>
                <a:lnTo>
                  <a:pt x="479298" y="42672"/>
                </a:lnTo>
                <a:lnTo>
                  <a:pt x="483108" y="41910"/>
                </a:lnTo>
                <a:lnTo>
                  <a:pt x="483870" y="38100"/>
                </a:lnTo>
                <a:close/>
              </a:path>
              <a:path w="542925" h="76200">
                <a:moveTo>
                  <a:pt x="542544" y="38100"/>
                </a:moveTo>
                <a:lnTo>
                  <a:pt x="467106" y="0"/>
                </a:lnTo>
                <a:lnTo>
                  <a:pt x="466771" y="33487"/>
                </a:lnTo>
                <a:lnTo>
                  <a:pt x="479298" y="33527"/>
                </a:lnTo>
                <a:lnTo>
                  <a:pt x="483108" y="35051"/>
                </a:lnTo>
                <a:lnTo>
                  <a:pt x="483870" y="38100"/>
                </a:lnTo>
                <a:lnTo>
                  <a:pt x="483870" y="67437"/>
                </a:lnTo>
                <a:lnTo>
                  <a:pt x="54254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22539" y="4645914"/>
            <a:ext cx="455930" cy="76200"/>
          </a:xfrm>
          <a:custGeom>
            <a:avLst/>
            <a:gdLst/>
            <a:ahLst/>
            <a:cxnLst/>
            <a:rect l="l" t="t" r="r" b="b"/>
            <a:pathLst>
              <a:path w="455930" h="76200">
                <a:moveTo>
                  <a:pt x="397001" y="38100"/>
                </a:moveTo>
                <a:lnTo>
                  <a:pt x="395478" y="35051"/>
                </a:lnTo>
                <a:lnTo>
                  <a:pt x="392430" y="33527"/>
                </a:lnTo>
                <a:lnTo>
                  <a:pt x="4571" y="32003"/>
                </a:lnTo>
                <a:lnTo>
                  <a:pt x="1524" y="33527"/>
                </a:lnTo>
                <a:lnTo>
                  <a:pt x="0" y="36575"/>
                </a:lnTo>
                <a:lnTo>
                  <a:pt x="1524" y="40386"/>
                </a:lnTo>
                <a:lnTo>
                  <a:pt x="4571" y="41910"/>
                </a:lnTo>
                <a:lnTo>
                  <a:pt x="392430" y="43434"/>
                </a:lnTo>
                <a:lnTo>
                  <a:pt x="395478" y="41910"/>
                </a:lnTo>
                <a:lnTo>
                  <a:pt x="397001" y="38100"/>
                </a:lnTo>
                <a:close/>
              </a:path>
              <a:path w="455930" h="76200">
                <a:moveTo>
                  <a:pt x="455675" y="38862"/>
                </a:moveTo>
                <a:lnTo>
                  <a:pt x="379475" y="0"/>
                </a:lnTo>
                <a:lnTo>
                  <a:pt x="379475" y="33477"/>
                </a:lnTo>
                <a:lnTo>
                  <a:pt x="392430" y="33527"/>
                </a:lnTo>
                <a:lnTo>
                  <a:pt x="395478" y="35051"/>
                </a:lnTo>
                <a:lnTo>
                  <a:pt x="397001" y="38100"/>
                </a:lnTo>
                <a:lnTo>
                  <a:pt x="397001" y="67612"/>
                </a:lnTo>
                <a:lnTo>
                  <a:pt x="455675" y="38862"/>
                </a:lnTo>
                <a:close/>
              </a:path>
              <a:path w="455930" h="76200">
                <a:moveTo>
                  <a:pt x="397001" y="67612"/>
                </a:moveTo>
                <a:lnTo>
                  <a:pt x="397001" y="38100"/>
                </a:lnTo>
                <a:lnTo>
                  <a:pt x="395478" y="41910"/>
                </a:lnTo>
                <a:lnTo>
                  <a:pt x="392430" y="43434"/>
                </a:lnTo>
                <a:lnTo>
                  <a:pt x="379475" y="43383"/>
                </a:lnTo>
                <a:lnTo>
                  <a:pt x="379475" y="76200"/>
                </a:lnTo>
                <a:lnTo>
                  <a:pt x="397001" y="67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33811" y="4455414"/>
            <a:ext cx="177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51517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42671" y="29717"/>
                </a:moveTo>
                <a:lnTo>
                  <a:pt x="40945" y="18002"/>
                </a:lnTo>
                <a:lnTo>
                  <a:pt x="36290" y="8572"/>
                </a:lnTo>
                <a:lnTo>
                  <a:pt x="29491" y="2285"/>
                </a:lnTo>
                <a:lnTo>
                  <a:pt x="21335" y="0"/>
                </a:lnTo>
                <a:lnTo>
                  <a:pt x="12858" y="2286"/>
                </a:lnTo>
                <a:lnTo>
                  <a:pt x="6095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5" y="50196"/>
                </a:lnTo>
                <a:lnTo>
                  <a:pt x="12858" y="56399"/>
                </a:lnTo>
                <a:lnTo>
                  <a:pt x="21335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1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51517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21335" y="0"/>
                </a:moveTo>
                <a:lnTo>
                  <a:pt x="12858" y="2286"/>
                </a:lnTo>
                <a:lnTo>
                  <a:pt x="6095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5" y="50196"/>
                </a:lnTo>
                <a:lnTo>
                  <a:pt x="12858" y="56399"/>
                </a:lnTo>
                <a:lnTo>
                  <a:pt x="21335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1" y="29717"/>
                </a:lnTo>
                <a:lnTo>
                  <a:pt x="40945" y="18002"/>
                </a:lnTo>
                <a:lnTo>
                  <a:pt x="36290" y="8572"/>
                </a:lnTo>
                <a:lnTo>
                  <a:pt x="29491" y="2285"/>
                </a:lnTo>
                <a:lnTo>
                  <a:pt x="2133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30587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9717"/>
                </a:moveTo>
                <a:lnTo>
                  <a:pt x="41052" y="18002"/>
                </a:lnTo>
                <a:lnTo>
                  <a:pt x="36575" y="8572"/>
                </a:lnTo>
                <a:lnTo>
                  <a:pt x="29813" y="2285"/>
                </a:lnTo>
                <a:lnTo>
                  <a:pt x="21336" y="0"/>
                </a:lnTo>
                <a:lnTo>
                  <a:pt x="13180" y="2286"/>
                </a:lnTo>
                <a:lnTo>
                  <a:pt x="6381" y="8572"/>
                </a:lnTo>
                <a:lnTo>
                  <a:pt x="1726" y="18002"/>
                </a:lnTo>
                <a:lnTo>
                  <a:pt x="0" y="29717"/>
                </a:lnTo>
                <a:lnTo>
                  <a:pt x="1726" y="40993"/>
                </a:lnTo>
                <a:lnTo>
                  <a:pt x="6381" y="50196"/>
                </a:lnTo>
                <a:lnTo>
                  <a:pt x="13180" y="56399"/>
                </a:lnTo>
                <a:lnTo>
                  <a:pt x="21336" y="58674"/>
                </a:lnTo>
                <a:lnTo>
                  <a:pt x="29813" y="56399"/>
                </a:lnTo>
                <a:lnTo>
                  <a:pt x="36576" y="50196"/>
                </a:lnTo>
                <a:lnTo>
                  <a:pt x="41052" y="40993"/>
                </a:lnTo>
                <a:lnTo>
                  <a:pt x="42672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30587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3180" y="2286"/>
                </a:lnTo>
                <a:lnTo>
                  <a:pt x="6381" y="8572"/>
                </a:lnTo>
                <a:lnTo>
                  <a:pt x="1726" y="18002"/>
                </a:lnTo>
                <a:lnTo>
                  <a:pt x="0" y="29717"/>
                </a:lnTo>
                <a:lnTo>
                  <a:pt x="1726" y="40993"/>
                </a:lnTo>
                <a:lnTo>
                  <a:pt x="6381" y="50196"/>
                </a:lnTo>
                <a:lnTo>
                  <a:pt x="13180" y="56399"/>
                </a:lnTo>
                <a:lnTo>
                  <a:pt x="21336" y="58674"/>
                </a:lnTo>
                <a:lnTo>
                  <a:pt x="29813" y="56399"/>
                </a:lnTo>
                <a:lnTo>
                  <a:pt x="36576" y="50196"/>
                </a:lnTo>
                <a:lnTo>
                  <a:pt x="41052" y="40993"/>
                </a:lnTo>
                <a:lnTo>
                  <a:pt x="42672" y="29717"/>
                </a:lnTo>
                <a:lnTo>
                  <a:pt x="41052" y="18002"/>
                </a:lnTo>
                <a:lnTo>
                  <a:pt x="36575" y="8572"/>
                </a:lnTo>
                <a:lnTo>
                  <a:pt x="29813" y="2285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11943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9717"/>
                </a:moveTo>
                <a:lnTo>
                  <a:pt x="40945" y="18002"/>
                </a:lnTo>
                <a:lnTo>
                  <a:pt x="36290" y="8572"/>
                </a:lnTo>
                <a:lnTo>
                  <a:pt x="29491" y="2285"/>
                </a:lnTo>
                <a:lnTo>
                  <a:pt x="21336" y="0"/>
                </a:lnTo>
                <a:lnTo>
                  <a:pt x="12858" y="2286"/>
                </a:lnTo>
                <a:lnTo>
                  <a:pt x="6095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6" y="50196"/>
                </a:lnTo>
                <a:lnTo>
                  <a:pt x="12858" y="56399"/>
                </a:lnTo>
                <a:lnTo>
                  <a:pt x="21336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2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11943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2858" y="2286"/>
                </a:lnTo>
                <a:lnTo>
                  <a:pt x="6095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6" y="50196"/>
                </a:lnTo>
                <a:lnTo>
                  <a:pt x="12858" y="56399"/>
                </a:lnTo>
                <a:lnTo>
                  <a:pt x="21336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2" y="29717"/>
                </a:lnTo>
                <a:lnTo>
                  <a:pt x="40945" y="18002"/>
                </a:lnTo>
                <a:lnTo>
                  <a:pt x="36290" y="8572"/>
                </a:lnTo>
                <a:lnTo>
                  <a:pt x="29491" y="2285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6409" y="5686044"/>
            <a:ext cx="767715" cy="332740"/>
          </a:xfrm>
          <a:custGeom>
            <a:avLst/>
            <a:gdLst/>
            <a:ahLst/>
            <a:cxnLst/>
            <a:rect l="l" t="t" r="r" b="b"/>
            <a:pathLst>
              <a:path w="767714" h="332739">
                <a:moveTo>
                  <a:pt x="0" y="0"/>
                </a:moveTo>
                <a:lnTo>
                  <a:pt x="0" y="332232"/>
                </a:lnTo>
                <a:lnTo>
                  <a:pt x="767334" y="332232"/>
                </a:lnTo>
                <a:lnTo>
                  <a:pt x="76733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06409" y="5686044"/>
            <a:ext cx="767715" cy="332740"/>
          </a:xfrm>
          <a:custGeom>
            <a:avLst/>
            <a:gdLst/>
            <a:ahLst/>
            <a:cxnLst/>
            <a:rect l="l" t="t" r="r" b="b"/>
            <a:pathLst>
              <a:path w="767714" h="332739">
                <a:moveTo>
                  <a:pt x="0" y="0"/>
                </a:moveTo>
                <a:lnTo>
                  <a:pt x="0" y="332232"/>
                </a:lnTo>
                <a:lnTo>
                  <a:pt x="767334" y="332232"/>
                </a:lnTo>
                <a:lnTo>
                  <a:pt x="76733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48191" y="5694426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48191" y="5694426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073529" y="5628894"/>
            <a:ext cx="20637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552585" y="5822441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1" y="38100"/>
                </a:moveTo>
                <a:lnTo>
                  <a:pt x="483107" y="35052"/>
                </a:lnTo>
                <a:lnTo>
                  <a:pt x="480059" y="33528"/>
                </a:lnTo>
                <a:lnTo>
                  <a:pt x="5333" y="32004"/>
                </a:lnTo>
                <a:lnTo>
                  <a:pt x="1523" y="33528"/>
                </a:lnTo>
                <a:lnTo>
                  <a:pt x="0" y="36575"/>
                </a:lnTo>
                <a:lnTo>
                  <a:pt x="1523" y="40386"/>
                </a:lnTo>
                <a:lnTo>
                  <a:pt x="5333" y="41148"/>
                </a:lnTo>
                <a:lnTo>
                  <a:pt x="479297" y="42672"/>
                </a:lnTo>
                <a:lnTo>
                  <a:pt x="483107" y="41910"/>
                </a:lnTo>
                <a:lnTo>
                  <a:pt x="484631" y="38100"/>
                </a:lnTo>
                <a:close/>
              </a:path>
              <a:path w="543560" h="76200">
                <a:moveTo>
                  <a:pt x="543305" y="38100"/>
                </a:moveTo>
                <a:lnTo>
                  <a:pt x="467105" y="0"/>
                </a:lnTo>
                <a:lnTo>
                  <a:pt x="467105" y="33486"/>
                </a:lnTo>
                <a:lnTo>
                  <a:pt x="480059" y="33528"/>
                </a:lnTo>
                <a:lnTo>
                  <a:pt x="483107" y="35052"/>
                </a:lnTo>
                <a:lnTo>
                  <a:pt x="484631" y="38100"/>
                </a:lnTo>
                <a:lnTo>
                  <a:pt x="484631" y="67436"/>
                </a:lnTo>
                <a:lnTo>
                  <a:pt x="543305" y="38100"/>
                </a:lnTo>
                <a:close/>
              </a:path>
              <a:path w="543560" h="76200">
                <a:moveTo>
                  <a:pt x="484631" y="67436"/>
                </a:moveTo>
                <a:lnTo>
                  <a:pt x="484631" y="38100"/>
                </a:lnTo>
                <a:lnTo>
                  <a:pt x="483107" y="41910"/>
                </a:lnTo>
                <a:lnTo>
                  <a:pt x="480059" y="42519"/>
                </a:lnTo>
                <a:lnTo>
                  <a:pt x="467105" y="42632"/>
                </a:lnTo>
                <a:lnTo>
                  <a:pt x="467105" y="76200"/>
                </a:lnTo>
                <a:lnTo>
                  <a:pt x="484631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449209" y="5804915"/>
            <a:ext cx="455930" cy="76200"/>
          </a:xfrm>
          <a:custGeom>
            <a:avLst/>
            <a:gdLst/>
            <a:ahLst/>
            <a:cxnLst/>
            <a:rect l="l" t="t" r="r" b="b"/>
            <a:pathLst>
              <a:path w="455930" h="76200">
                <a:moveTo>
                  <a:pt x="379903" y="33478"/>
                </a:moveTo>
                <a:lnTo>
                  <a:pt x="5334" y="32004"/>
                </a:lnTo>
                <a:lnTo>
                  <a:pt x="1523" y="33528"/>
                </a:lnTo>
                <a:lnTo>
                  <a:pt x="0" y="36575"/>
                </a:lnTo>
                <a:lnTo>
                  <a:pt x="1523" y="40386"/>
                </a:lnTo>
                <a:lnTo>
                  <a:pt x="5334" y="41910"/>
                </a:lnTo>
                <a:lnTo>
                  <a:pt x="379811" y="42647"/>
                </a:lnTo>
                <a:lnTo>
                  <a:pt x="379903" y="33478"/>
                </a:lnTo>
                <a:close/>
              </a:path>
              <a:path w="455930" h="76200">
                <a:moveTo>
                  <a:pt x="397002" y="67436"/>
                </a:moveTo>
                <a:lnTo>
                  <a:pt x="397002" y="38100"/>
                </a:lnTo>
                <a:lnTo>
                  <a:pt x="395478" y="41910"/>
                </a:lnTo>
                <a:lnTo>
                  <a:pt x="392429" y="42672"/>
                </a:lnTo>
                <a:lnTo>
                  <a:pt x="379811" y="42647"/>
                </a:lnTo>
                <a:lnTo>
                  <a:pt x="379476" y="76200"/>
                </a:lnTo>
                <a:lnTo>
                  <a:pt x="397002" y="67436"/>
                </a:lnTo>
                <a:close/>
              </a:path>
              <a:path w="455930" h="76200">
                <a:moveTo>
                  <a:pt x="397002" y="38100"/>
                </a:moveTo>
                <a:lnTo>
                  <a:pt x="395478" y="35051"/>
                </a:lnTo>
                <a:lnTo>
                  <a:pt x="392429" y="33528"/>
                </a:lnTo>
                <a:lnTo>
                  <a:pt x="379903" y="33478"/>
                </a:lnTo>
                <a:lnTo>
                  <a:pt x="379811" y="42647"/>
                </a:lnTo>
                <a:lnTo>
                  <a:pt x="392429" y="42672"/>
                </a:lnTo>
                <a:lnTo>
                  <a:pt x="395478" y="41910"/>
                </a:lnTo>
                <a:lnTo>
                  <a:pt x="397002" y="38100"/>
                </a:lnTo>
                <a:close/>
              </a:path>
              <a:path w="455930" h="76200">
                <a:moveTo>
                  <a:pt x="455676" y="38100"/>
                </a:moveTo>
                <a:lnTo>
                  <a:pt x="380237" y="0"/>
                </a:lnTo>
                <a:lnTo>
                  <a:pt x="379903" y="33478"/>
                </a:lnTo>
                <a:lnTo>
                  <a:pt x="392429" y="33528"/>
                </a:lnTo>
                <a:lnTo>
                  <a:pt x="395478" y="35051"/>
                </a:lnTo>
                <a:lnTo>
                  <a:pt x="397002" y="38100"/>
                </a:lnTo>
                <a:lnTo>
                  <a:pt x="397002" y="67436"/>
                </a:lnTo>
                <a:lnTo>
                  <a:pt x="45567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260487" y="5598414"/>
            <a:ext cx="177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178187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42671" y="28955"/>
                </a:moveTo>
                <a:lnTo>
                  <a:pt x="41052" y="17680"/>
                </a:lnTo>
                <a:lnTo>
                  <a:pt x="36575" y="8477"/>
                </a:lnTo>
                <a:lnTo>
                  <a:pt x="29813" y="2274"/>
                </a:lnTo>
                <a:lnTo>
                  <a:pt x="21336" y="0"/>
                </a:ln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13" y="56387"/>
                </a:lnTo>
                <a:lnTo>
                  <a:pt x="36575" y="50101"/>
                </a:lnTo>
                <a:lnTo>
                  <a:pt x="41052" y="40671"/>
                </a:lnTo>
                <a:lnTo>
                  <a:pt x="42671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78187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21336" y="0"/>
                </a:move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13" y="56387"/>
                </a:lnTo>
                <a:lnTo>
                  <a:pt x="36575" y="50101"/>
                </a:lnTo>
                <a:lnTo>
                  <a:pt x="41052" y="40671"/>
                </a:lnTo>
                <a:lnTo>
                  <a:pt x="42671" y="28955"/>
                </a:lnTo>
                <a:lnTo>
                  <a:pt x="41052" y="17680"/>
                </a:lnTo>
                <a:lnTo>
                  <a:pt x="36575" y="8477"/>
                </a:lnTo>
                <a:lnTo>
                  <a:pt x="29813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58019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8955"/>
                </a:moveTo>
                <a:lnTo>
                  <a:pt x="40945" y="17680"/>
                </a:lnTo>
                <a:lnTo>
                  <a:pt x="36290" y="8477"/>
                </a:lnTo>
                <a:lnTo>
                  <a:pt x="29491" y="2274"/>
                </a:lnTo>
                <a:lnTo>
                  <a:pt x="21336" y="0"/>
                </a:lnTo>
                <a:lnTo>
                  <a:pt x="12858" y="2274"/>
                </a:lnTo>
                <a:lnTo>
                  <a:pt x="6095" y="8477"/>
                </a:lnTo>
                <a:lnTo>
                  <a:pt x="1619" y="17680"/>
                </a:lnTo>
                <a:lnTo>
                  <a:pt x="0" y="28955"/>
                </a:lnTo>
                <a:lnTo>
                  <a:pt x="1619" y="40671"/>
                </a:lnTo>
                <a:lnTo>
                  <a:pt x="6096" y="50101"/>
                </a:lnTo>
                <a:lnTo>
                  <a:pt x="12858" y="56387"/>
                </a:lnTo>
                <a:lnTo>
                  <a:pt x="21336" y="58674"/>
                </a:lnTo>
                <a:lnTo>
                  <a:pt x="29491" y="56387"/>
                </a:lnTo>
                <a:lnTo>
                  <a:pt x="36290" y="50101"/>
                </a:lnTo>
                <a:lnTo>
                  <a:pt x="40945" y="40671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58019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2858" y="2274"/>
                </a:lnTo>
                <a:lnTo>
                  <a:pt x="6095" y="8477"/>
                </a:lnTo>
                <a:lnTo>
                  <a:pt x="1619" y="17680"/>
                </a:lnTo>
                <a:lnTo>
                  <a:pt x="0" y="28955"/>
                </a:lnTo>
                <a:lnTo>
                  <a:pt x="1619" y="40671"/>
                </a:lnTo>
                <a:lnTo>
                  <a:pt x="6096" y="50101"/>
                </a:lnTo>
                <a:lnTo>
                  <a:pt x="12858" y="56387"/>
                </a:lnTo>
                <a:lnTo>
                  <a:pt x="21336" y="58674"/>
                </a:lnTo>
                <a:lnTo>
                  <a:pt x="29491" y="56387"/>
                </a:lnTo>
                <a:lnTo>
                  <a:pt x="36290" y="50101"/>
                </a:lnTo>
                <a:lnTo>
                  <a:pt x="40945" y="40671"/>
                </a:lnTo>
                <a:lnTo>
                  <a:pt x="42672" y="28955"/>
                </a:lnTo>
                <a:lnTo>
                  <a:pt x="40945" y="17680"/>
                </a:lnTo>
                <a:lnTo>
                  <a:pt x="36290" y="8477"/>
                </a:lnTo>
                <a:lnTo>
                  <a:pt x="29491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538613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8955"/>
                </a:moveTo>
                <a:lnTo>
                  <a:pt x="41052" y="17680"/>
                </a:lnTo>
                <a:lnTo>
                  <a:pt x="36575" y="8477"/>
                </a:lnTo>
                <a:lnTo>
                  <a:pt x="29813" y="2274"/>
                </a:lnTo>
                <a:lnTo>
                  <a:pt x="21336" y="0"/>
                </a:ln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13" y="56387"/>
                </a:lnTo>
                <a:lnTo>
                  <a:pt x="36576" y="50101"/>
                </a:lnTo>
                <a:lnTo>
                  <a:pt x="41052" y="40671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38613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13" y="56387"/>
                </a:lnTo>
                <a:lnTo>
                  <a:pt x="36576" y="50101"/>
                </a:lnTo>
                <a:lnTo>
                  <a:pt x="41052" y="40671"/>
                </a:lnTo>
                <a:lnTo>
                  <a:pt x="42672" y="28955"/>
                </a:lnTo>
                <a:lnTo>
                  <a:pt x="41052" y="17680"/>
                </a:lnTo>
                <a:lnTo>
                  <a:pt x="36575" y="8477"/>
                </a:lnTo>
                <a:lnTo>
                  <a:pt x="29813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79911" y="4527041"/>
            <a:ext cx="767715" cy="332740"/>
          </a:xfrm>
          <a:custGeom>
            <a:avLst/>
            <a:gdLst/>
            <a:ahLst/>
            <a:cxnLst/>
            <a:rect l="l" t="t" r="r" b="b"/>
            <a:pathLst>
              <a:path w="767714" h="332739">
                <a:moveTo>
                  <a:pt x="0" y="0"/>
                </a:moveTo>
                <a:lnTo>
                  <a:pt x="0" y="332232"/>
                </a:lnTo>
                <a:lnTo>
                  <a:pt x="767334" y="332232"/>
                </a:lnTo>
                <a:lnTo>
                  <a:pt x="76733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779911" y="4527041"/>
            <a:ext cx="767080" cy="332740"/>
          </a:xfrm>
          <a:custGeom>
            <a:avLst/>
            <a:gdLst/>
            <a:ahLst/>
            <a:cxnLst/>
            <a:rect l="l" t="t" r="r" b="b"/>
            <a:pathLst>
              <a:path w="767079" h="332739">
                <a:moveTo>
                  <a:pt x="0" y="0"/>
                </a:moveTo>
                <a:lnTo>
                  <a:pt x="0" y="332232"/>
                </a:lnTo>
                <a:lnTo>
                  <a:pt x="766572" y="332232"/>
                </a:lnTo>
                <a:lnTo>
                  <a:pt x="7665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321693" y="4535423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21693" y="4535423"/>
            <a:ext cx="224790" cy="331470"/>
          </a:xfrm>
          <a:custGeom>
            <a:avLst/>
            <a:gdLst/>
            <a:ahLst/>
            <a:cxnLst/>
            <a:rect l="l" t="t" r="r" b="b"/>
            <a:pathLst>
              <a:path w="224789" h="331470">
                <a:moveTo>
                  <a:pt x="0" y="0"/>
                </a:moveTo>
                <a:lnTo>
                  <a:pt x="0" y="331470"/>
                </a:lnTo>
                <a:lnTo>
                  <a:pt x="224789" y="331470"/>
                </a:lnTo>
                <a:lnTo>
                  <a:pt x="22478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947030" y="4469892"/>
            <a:ext cx="18161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a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426087" y="4663440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2" y="38099"/>
                </a:moveTo>
                <a:lnTo>
                  <a:pt x="483108" y="35051"/>
                </a:lnTo>
                <a:lnTo>
                  <a:pt x="479298" y="33527"/>
                </a:lnTo>
                <a:lnTo>
                  <a:pt x="4572" y="32004"/>
                </a:lnTo>
                <a:lnTo>
                  <a:pt x="1524" y="33527"/>
                </a:lnTo>
                <a:lnTo>
                  <a:pt x="0" y="36575"/>
                </a:lnTo>
                <a:lnTo>
                  <a:pt x="1524" y="40386"/>
                </a:lnTo>
                <a:lnTo>
                  <a:pt x="4572" y="41910"/>
                </a:lnTo>
                <a:lnTo>
                  <a:pt x="479298" y="42671"/>
                </a:lnTo>
                <a:lnTo>
                  <a:pt x="483108" y="41909"/>
                </a:lnTo>
                <a:lnTo>
                  <a:pt x="484632" y="38099"/>
                </a:lnTo>
                <a:close/>
              </a:path>
              <a:path w="543560" h="76200">
                <a:moveTo>
                  <a:pt x="543306" y="38099"/>
                </a:moveTo>
                <a:lnTo>
                  <a:pt x="467106" y="0"/>
                </a:lnTo>
                <a:lnTo>
                  <a:pt x="467106" y="33488"/>
                </a:lnTo>
                <a:lnTo>
                  <a:pt x="479298" y="33527"/>
                </a:lnTo>
                <a:lnTo>
                  <a:pt x="483108" y="35051"/>
                </a:lnTo>
                <a:lnTo>
                  <a:pt x="484632" y="38099"/>
                </a:lnTo>
                <a:lnTo>
                  <a:pt x="484632" y="67436"/>
                </a:lnTo>
                <a:lnTo>
                  <a:pt x="543306" y="38099"/>
                </a:lnTo>
                <a:close/>
              </a:path>
              <a:path w="543560" h="76200">
                <a:moveTo>
                  <a:pt x="484632" y="67436"/>
                </a:moveTo>
                <a:lnTo>
                  <a:pt x="484632" y="38099"/>
                </a:lnTo>
                <a:lnTo>
                  <a:pt x="483108" y="41909"/>
                </a:lnTo>
                <a:lnTo>
                  <a:pt x="479298" y="42671"/>
                </a:lnTo>
                <a:lnTo>
                  <a:pt x="467106" y="42652"/>
                </a:lnTo>
                <a:lnTo>
                  <a:pt x="467106" y="76200"/>
                </a:lnTo>
                <a:lnTo>
                  <a:pt x="484632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322711" y="5733288"/>
            <a:ext cx="455930" cy="76200"/>
          </a:xfrm>
          <a:custGeom>
            <a:avLst/>
            <a:gdLst/>
            <a:ahLst/>
            <a:cxnLst/>
            <a:rect l="l" t="t" r="r" b="b"/>
            <a:pathLst>
              <a:path w="455929" h="76200">
                <a:moveTo>
                  <a:pt x="397001" y="38100"/>
                </a:moveTo>
                <a:lnTo>
                  <a:pt x="395478" y="35051"/>
                </a:lnTo>
                <a:lnTo>
                  <a:pt x="392430" y="33527"/>
                </a:lnTo>
                <a:lnTo>
                  <a:pt x="5334" y="32003"/>
                </a:lnTo>
                <a:lnTo>
                  <a:pt x="1524" y="33527"/>
                </a:lnTo>
                <a:lnTo>
                  <a:pt x="0" y="37337"/>
                </a:lnTo>
                <a:lnTo>
                  <a:pt x="1524" y="40386"/>
                </a:lnTo>
                <a:lnTo>
                  <a:pt x="4572" y="41910"/>
                </a:lnTo>
                <a:lnTo>
                  <a:pt x="392430" y="43434"/>
                </a:lnTo>
                <a:lnTo>
                  <a:pt x="395478" y="41910"/>
                </a:lnTo>
                <a:lnTo>
                  <a:pt x="397001" y="38100"/>
                </a:lnTo>
                <a:close/>
              </a:path>
              <a:path w="455929" h="76200">
                <a:moveTo>
                  <a:pt x="455675" y="38862"/>
                </a:moveTo>
                <a:lnTo>
                  <a:pt x="379475" y="0"/>
                </a:lnTo>
                <a:lnTo>
                  <a:pt x="379475" y="33476"/>
                </a:lnTo>
                <a:lnTo>
                  <a:pt x="392430" y="33527"/>
                </a:lnTo>
                <a:lnTo>
                  <a:pt x="395478" y="35051"/>
                </a:lnTo>
                <a:lnTo>
                  <a:pt x="397001" y="38100"/>
                </a:lnTo>
                <a:lnTo>
                  <a:pt x="397001" y="67612"/>
                </a:lnTo>
                <a:lnTo>
                  <a:pt x="455675" y="38862"/>
                </a:lnTo>
                <a:close/>
              </a:path>
              <a:path w="455929" h="76200">
                <a:moveTo>
                  <a:pt x="397001" y="67612"/>
                </a:moveTo>
                <a:lnTo>
                  <a:pt x="397001" y="38100"/>
                </a:lnTo>
                <a:lnTo>
                  <a:pt x="395478" y="41910"/>
                </a:lnTo>
                <a:lnTo>
                  <a:pt x="392430" y="43434"/>
                </a:lnTo>
                <a:lnTo>
                  <a:pt x="379475" y="43383"/>
                </a:lnTo>
                <a:lnTo>
                  <a:pt x="379475" y="76200"/>
                </a:lnTo>
                <a:lnTo>
                  <a:pt x="397001" y="676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051689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1" y="29717"/>
                </a:moveTo>
                <a:lnTo>
                  <a:pt x="41052" y="18002"/>
                </a:lnTo>
                <a:lnTo>
                  <a:pt x="36575" y="8572"/>
                </a:lnTo>
                <a:lnTo>
                  <a:pt x="29813" y="2285"/>
                </a:lnTo>
                <a:lnTo>
                  <a:pt x="21335" y="0"/>
                </a:lnTo>
                <a:lnTo>
                  <a:pt x="13180" y="2286"/>
                </a:lnTo>
                <a:lnTo>
                  <a:pt x="6381" y="8572"/>
                </a:lnTo>
                <a:lnTo>
                  <a:pt x="1726" y="18002"/>
                </a:lnTo>
                <a:lnTo>
                  <a:pt x="0" y="29717"/>
                </a:lnTo>
                <a:lnTo>
                  <a:pt x="1726" y="40993"/>
                </a:lnTo>
                <a:lnTo>
                  <a:pt x="6381" y="50196"/>
                </a:lnTo>
                <a:lnTo>
                  <a:pt x="13180" y="56399"/>
                </a:lnTo>
                <a:lnTo>
                  <a:pt x="21335" y="58674"/>
                </a:lnTo>
                <a:lnTo>
                  <a:pt x="29813" y="56399"/>
                </a:lnTo>
                <a:lnTo>
                  <a:pt x="36575" y="50196"/>
                </a:lnTo>
                <a:lnTo>
                  <a:pt x="41052" y="40993"/>
                </a:lnTo>
                <a:lnTo>
                  <a:pt x="42671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051689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5" y="0"/>
                </a:moveTo>
                <a:lnTo>
                  <a:pt x="13180" y="2286"/>
                </a:lnTo>
                <a:lnTo>
                  <a:pt x="6381" y="8572"/>
                </a:lnTo>
                <a:lnTo>
                  <a:pt x="1726" y="18002"/>
                </a:lnTo>
                <a:lnTo>
                  <a:pt x="0" y="29717"/>
                </a:lnTo>
                <a:lnTo>
                  <a:pt x="1726" y="40993"/>
                </a:lnTo>
                <a:lnTo>
                  <a:pt x="6381" y="50196"/>
                </a:lnTo>
                <a:lnTo>
                  <a:pt x="13180" y="56399"/>
                </a:lnTo>
                <a:lnTo>
                  <a:pt x="21335" y="58674"/>
                </a:lnTo>
                <a:lnTo>
                  <a:pt x="29813" y="56399"/>
                </a:lnTo>
                <a:lnTo>
                  <a:pt x="36575" y="50196"/>
                </a:lnTo>
                <a:lnTo>
                  <a:pt x="41052" y="40993"/>
                </a:lnTo>
                <a:lnTo>
                  <a:pt x="42671" y="29717"/>
                </a:lnTo>
                <a:lnTo>
                  <a:pt x="41052" y="18002"/>
                </a:lnTo>
                <a:lnTo>
                  <a:pt x="36575" y="8572"/>
                </a:lnTo>
                <a:lnTo>
                  <a:pt x="29813" y="2285"/>
                </a:lnTo>
                <a:lnTo>
                  <a:pt x="2133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230759" y="4673346"/>
            <a:ext cx="43815" cy="59055"/>
          </a:xfrm>
          <a:custGeom>
            <a:avLst/>
            <a:gdLst/>
            <a:ahLst/>
            <a:cxnLst/>
            <a:rect l="l" t="t" r="r" b="b"/>
            <a:pathLst>
              <a:path w="43814" h="59054">
                <a:moveTo>
                  <a:pt x="43434" y="29717"/>
                </a:moveTo>
                <a:lnTo>
                  <a:pt x="41705" y="18002"/>
                </a:lnTo>
                <a:lnTo>
                  <a:pt x="37045" y="8572"/>
                </a:lnTo>
                <a:lnTo>
                  <a:pt x="30243" y="2285"/>
                </a:lnTo>
                <a:lnTo>
                  <a:pt x="22085" y="0"/>
                </a:lnTo>
                <a:lnTo>
                  <a:pt x="13496" y="2286"/>
                </a:lnTo>
                <a:lnTo>
                  <a:pt x="6475" y="8572"/>
                </a:lnTo>
                <a:lnTo>
                  <a:pt x="1738" y="18002"/>
                </a:lnTo>
                <a:lnTo>
                  <a:pt x="0" y="29717"/>
                </a:lnTo>
                <a:lnTo>
                  <a:pt x="1738" y="40993"/>
                </a:lnTo>
                <a:lnTo>
                  <a:pt x="6475" y="50196"/>
                </a:lnTo>
                <a:lnTo>
                  <a:pt x="13496" y="56399"/>
                </a:lnTo>
                <a:lnTo>
                  <a:pt x="22085" y="58674"/>
                </a:lnTo>
                <a:lnTo>
                  <a:pt x="30243" y="56399"/>
                </a:lnTo>
                <a:lnTo>
                  <a:pt x="37045" y="50196"/>
                </a:lnTo>
                <a:lnTo>
                  <a:pt x="41705" y="40993"/>
                </a:lnTo>
                <a:lnTo>
                  <a:pt x="43434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230759" y="4673346"/>
            <a:ext cx="43815" cy="59055"/>
          </a:xfrm>
          <a:custGeom>
            <a:avLst/>
            <a:gdLst/>
            <a:ahLst/>
            <a:cxnLst/>
            <a:rect l="l" t="t" r="r" b="b"/>
            <a:pathLst>
              <a:path w="43814" h="59054">
                <a:moveTo>
                  <a:pt x="22085" y="0"/>
                </a:moveTo>
                <a:lnTo>
                  <a:pt x="13496" y="2286"/>
                </a:lnTo>
                <a:lnTo>
                  <a:pt x="6475" y="8572"/>
                </a:lnTo>
                <a:lnTo>
                  <a:pt x="1738" y="18002"/>
                </a:lnTo>
                <a:lnTo>
                  <a:pt x="0" y="29717"/>
                </a:lnTo>
                <a:lnTo>
                  <a:pt x="1738" y="40993"/>
                </a:lnTo>
                <a:lnTo>
                  <a:pt x="6475" y="50196"/>
                </a:lnTo>
                <a:lnTo>
                  <a:pt x="13496" y="56399"/>
                </a:lnTo>
                <a:lnTo>
                  <a:pt x="22085" y="58674"/>
                </a:lnTo>
                <a:lnTo>
                  <a:pt x="30243" y="56399"/>
                </a:lnTo>
                <a:lnTo>
                  <a:pt x="37045" y="50196"/>
                </a:lnTo>
                <a:lnTo>
                  <a:pt x="41705" y="40993"/>
                </a:lnTo>
                <a:lnTo>
                  <a:pt x="43434" y="29717"/>
                </a:lnTo>
                <a:lnTo>
                  <a:pt x="41705" y="18002"/>
                </a:lnTo>
                <a:lnTo>
                  <a:pt x="37045" y="8572"/>
                </a:lnTo>
                <a:lnTo>
                  <a:pt x="30243" y="2285"/>
                </a:lnTo>
                <a:lnTo>
                  <a:pt x="22085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12115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59" y="29717"/>
                </a:moveTo>
                <a:lnTo>
                  <a:pt x="41041" y="18002"/>
                </a:lnTo>
                <a:lnTo>
                  <a:pt x="36568" y="8572"/>
                </a:lnTo>
                <a:lnTo>
                  <a:pt x="29805" y="2285"/>
                </a:lnTo>
                <a:lnTo>
                  <a:pt x="21323" y="0"/>
                </a:lnTo>
                <a:lnTo>
                  <a:pt x="12853" y="2286"/>
                </a:lnTo>
                <a:lnTo>
                  <a:pt x="6094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4" y="50196"/>
                </a:lnTo>
                <a:lnTo>
                  <a:pt x="12853" y="56399"/>
                </a:lnTo>
                <a:lnTo>
                  <a:pt x="21323" y="58674"/>
                </a:lnTo>
                <a:lnTo>
                  <a:pt x="29805" y="56399"/>
                </a:lnTo>
                <a:lnTo>
                  <a:pt x="36568" y="50196"/>
                </a:lnTo>
                <a:lnTo>
                  <a:pt x="41041" y="40993"/>
                </a:lnTo>
                <a:lnTo>
                  <a:pt x="42659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12115" y="46733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23" y="0"/>
                </a:moveTo>
                <a:lnTo>
                  <a:pt x="12853" y="2286"/>
                </a:lnTo>
                <a:lnTo>
                  <a:pt x="6094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4" y="50196"/>
                </a:lnTo>
                <a:lnTo>
                  <a:pt x="12853" y="56399"/>
                </a:lnTo>
                <a:lnTo>
                  <a:pt x="21323" y="58674"/>
                </a:lnTo>
                <a:lnTo>
                  <a:pt x="29805" y="56399"/>
                </a:lnTo>
                <a:lnTo>
                  <a:pt x="36568" y="50196"/>
                </a:lnTo>
                <a:lnTo>
                  <a:pt x="41041" y="40993"/>
                </a:lnTo>
                <a:lnTo>
                  <a:pt x="42659" y="29717"/>
                </a:lnTo>
                <a:lnTo>
                  <a:pt x="41041" y="18002"/>
                </a:lnTo>
                <a:lnTo>
                  <a:pt x="36568" y="8572"/>
                </a:lnTo>
                <a:lnTo>
                  <a:pt x="29805" y="2285"/>
                </a:lnTo>
                <a:lnTo>
                  <a:pt x="21323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63909" y="5686044"/>
            <a:ext cx="767715" cy="332740"/>
          </a:xfrm>
          <a:custGeom>
            <a:avLst/>
            <a:gdLst/>
            <a:ahLst/>
            <a:cxnLst/>
            <a:rect l="l" t="t" r="r" b="b"/>
            <a:pathLst>
              <a:path w="767714" h="332739">
                <a:moveTo>
                  <a:pt x="0" y="0"/>
                </a:moveTo>
                <a:lnTo>
                  <a:pt x="0" y="332232"/>
                </a:lnTo>
                <a:lnTo>
                  <a:pt x="767334" y="332232"/>
                </a:lnTo>
                <a:lnTo>
                  <a:pt x="76733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63909" y="5686044"/>
            <a:ext cx="767715" cy="332740"/>
          </a:xfrm>
          <a:custGeom>
            <a:avLst/>
            <a:gdLst/>
            <a:ahLst/>
            <a:cxnLst/>
            <a:rect l="l" t="t" r="r" b="b"/>
            <a:pathLst>
              <a:path w="767714" h="332739">
                <a:moveTo>
                  <a:pt x="0" y="0"/>
                </a:moveTo>
                <a:lnTo>
                  <a:pt x="0" y="332232"/>
                </a:lnTo>
                <a:lnTo>
                  <a:pt x="767334" y="332232"/>
                </a:lnTo>
                <a:lnTo>
                  <a:pt x="76733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305691" y="5694426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2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05691" y="5694426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60" h="331470">
                <a:moveTo>
                  <a:pt x="0" y="0"/>
                </a:moveTo>
                <a:lnTo>
                  <a:pt x="0" y="331470"/>
                </a:lnTo>
                <a:lnTo>
                  <a:pt x="225552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931028" y="5628894"/>
            <a:ext cx="20637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410085" y="5822441"/>
            <a:ext cx="543560" cy="76200"/>
          </a:xfrm>
          <a:custGeom>
            <a:avLst/>
            <a:gdLst/>
            <a:ahLst/>
            <a:cxnLst/>
            <a:rect l="l" t="t" r="r" b="b"/>
            <a:pathLst>
              <a:path w="543560" h="76200">
                <a:moveTo>
                  <a:pt x="484632" y="38100"/>
                </a:moveTo>
                <a:lnTo>
                  <a:pt x="483108" y="35052"/>
                </a:lnTo>
                <a:lnTo>
                  <a:pt x="480060" y="33528"/>
                </a:lnTo>
                <a:lnTo>
                  <a:pt x="5334" y="32004"/>
                </a:lnTo>
                <a:lnTo>
                  <a:pt x="1524" y="33528"/>
                </a:lnTo>
                <a:lnTo>
                  <a:pt x="0" y="36575"/>
                </a:lnTo>
                <a:lnTo>
                  <a:pt x="1524" y="40386"/>
                </a:lnTo>
                <a:lnTo>
                  <a:pt x="5334" y="41148"/>
                </a:lnTo>
                <a:lnTo>
                  <a:pt x="479298" y="42672"/>
                </a:lnTo>
                <a:lnTo>
                  <a:pt x="483108" y="41910"/>
                </a:lnTo>
                <a:lnTo>
                  <a:pt x="484632" y="38100"/>
                </a:lnTo>
                <a:close/>
              </a:path>
              <a:path w="543560" h="76200">
                <a:moveTo>
                  <a:pt x="543306" y="38099"/>
                </a:moveTo>
                <a:lnTo>
                  <a:pt x="467106" y="0"/>
                </a:lnTo>
                <a:lnTo>
                  <a:pt x="467106" y="33486"/>
                </a:lnTo>
                <a:lnTo>
                  <a:pt x="480060" y="33528"/>
                </a:lnTo>
                <a:lnTo>
                  <a:pt x="483108" y="35052"/>
                </a:lnTo>
                <a:lnTo>
                  <a:pt x="484632" y="38100"/>
                </a:lnTo>
                <a:lnTo>
                  <a:pt x="484632" y="67437"/>
                </a:lnTo>
                <a:lnTo>
                  <a:pt x="543306" y="38099"/>
                </a:lnTo>
                <a:close/>
              </a:path>
              <a:path w="543560" h="76200">
                <a:moveTo>
                  <a:pt x="484632" y="67437"/>
                </a:moveTo>
                <a:lnTo>
                  <a:pt x="484632" y="38100"/>
                </a:lnTo>
                <a:lnTo>
                  <a:pt x="483108" y="41910"/>
                </a:lnTo>
                <a:lnTo>
                  <a:pt x="480060" y="42519"/>
                </a:lnTo>
                <a:lnTo>
                  <a:pt x="467106" y="42632"/>
                </a:lnTo>
                <a:lnTo>
                  <a:pt x="467106" y="76200"/>
                </a:lnTo>
                <a:lnTo>
                  <a:pt x="48463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306709" y="5892546"/>
            <a:ext cx="455930" cy="76200"/>
          </a:xfrm>
          <a:custGeom>
            <a:avLst/>
            <a:gdLst/>
            <a:ahLst/>
            <a:cxnLst/>
            <a:rect l="l" t="t" r="r" b="b"/>
            <a:pathLst>
              <a:path w="455929" h="76200">
                <a:moveTo>
                  <a:pt x="379910" y="32741"/>
                </a:moveTo>
                <a:lnTo>
                  <a:pt x="5334" y="32003"/>
                </a:lnTo>
                <a:lnTo>
                  <a:pt x="1524" y="32765"/>
                </a:lnTo>
                <a:lnTo>
                  <a:pt x="0" y="36575"/>
                </a:lnTo>
                <a:lnTo>
                  <a:pt x="1524" y="39624"/>
                </a:lnTo>
                <a:lnTo>
                  <a:pt x="5334" y="41148"/>
                </a:lnTo>
                <a:lnTo>
                  <a:pt x="379811" y="42622"/>
                </a:lnTo>
                <a:lnTo>
                  <a:pt x="379910" y="32741"/>
                </a:lnTo>
                <a:close/>
              </a:path>
              <a:path w="455929" h="76200">
                <a:moveTo>
                  <a:pt x="397001" y="67437"/>
                </a:moveTo>
                <a:lnTo>
                  <a:pt x="397001" y="38100"/>
                </a:lnTo>
                <a:lnTo>
                  <a:pt x="395477" y="41148"/>
                </a:lnTo>
                <a:lnTo>
                  <a:pt x="392430" y="42671"/>
                </a:lnTo>
                <a:lnTo>
                  <a:pt x="379811" y="42622"/>
                </a:lnTo>
                <a:lnTo>
                  <a:pt x="379475" y="76200"/>
                </a:lnTo>
                <a:lnTo>
                  <a:pt x="397001" y="67437"/>
                </a:lnTo>
                <a:close/>
              </a:path>
              <a:path w="455929" h="76200">
                <a:moveTo>
                  <a:pt x="397001" y="38100"/>
                </a:moveTo>
                <a:lnTo>
                  <a:pt x="395477" y="34289"/>
                </a:lnTo>
                <a:lnTo>
                  <a:pt x="392430" y="32765"/>
                </a:lnTo>
                <a:lnTo>
                  <a:pt x="379910" y="32741"/>
                </a:lnTo>
                <a:lnTo>
                  <a:pt x="379811" y="42622"/>
                </a:lnTo>
                <a:lnTo>
                  <a:pt x="392430" y="42671"/>
                </a:lnTo>
                <a:lnTo>
                  <a:pt x="395477" y="41148"/>
                </a:lnTo>
                <a:lnTo>
                  <a:pt x="397001" y="38100"/>
                </a:lnTo>
                <a:close/>
              </a:path>
              <a:path w="455929" h="76200">
                <a:moveTo>
                  <a:pt x="455675" y="38100"/>
                </a:moveTo>
                <a:lnTo>
                  <a:pt x="380237" y="0"/>
                </a:lnTo>
                <a:lnTo>
                  <a:pt x="379910" y="32741"/>
                </a:lnTo>
                <a:lnTo>
                  <a:pt x="392430" y="32765"/>
                </a:lnTo>
                <a:lnTo>
                  <a:pt x="395477" y="34289"/>
                </a:lnTo>
                <a:lnTo>
                  <a:pt x="397001" y="38100"/>
                </a:lnTo>
                <a:lnTo>
                  <a:pt x="397001" y="67437"/>
                </a:lnTo>
                <a:lnTo>
                  <a:pt x="45567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4091317" y="5666292"/>
            <a:ext cx="187325" cy="469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590" marR="5080" indent="-9525">
              <a:lnSpc>
                <a:spcPct val="62900"/>
              </a:lnSpc>
            </a:pPr>
            <a:r>
              <a:rPr sz="2400" dirty="0">
                <a:latin typeface="Arial"/>
                <a:cs typeface="Arial"/>
              </a:rPr>
              <a:t>x  y</a:t>
            </a:r>
            <a:endParaRPr sz="24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035687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8955"/>
                </a:moveTo>
                <a:lnTo>
                  <a:pt x="41052" y="17680"/>
                </a:lnTo>
                <a:lnTo>
                  <a:pt x="36575" y="8477"/>
                </a:lnTo>
                <a:lnTo>
                  <a:pt x="29813" y="2274"/>
                </a:lnTo>
                <a:lnTo>
                  <a:pt x="21336" y="0"/>
                </a:ln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13" y="56387"/>
                </a:lnTo>
                <a:lnTo>
                  <a:pt x="36576" y="50101"/>
                </a:lnTo>
                <a:lnTo>
                  <a:pt x="41052" y="40671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035687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13" y="56387"/>
                </a:lnTo>
                <a:lnTo>
                  <a:pt x="36576" y="50101"/>
                </a:lnTo>
                <a:lnTo>
                  <a:pt x="41052" y="40671"/>
                </a:lnTo>
                <a:lnTo>
                  <a:pt x="42672" y="28955"/>
                </a:lnTo>
                <a:lnTo>
                  <a:pt x="41052" y="17680"/>
                </a:lnTo>
                <a:lnTo>
                  <a:pt x="36575" y="8477"/>
                </a:lnTo>
                <a:lnTo>
                  <a:pt x="29813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215519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8955"/>
                </a:moveTo>
                <a:lnTo>
                  <a:pt x="40945" y="17680"/>
                </a:lnTo>
                <a:lnTo>
                  <a:pt x="36290" y="8477"/>
                </a:lnTo>
                <a:lnTo>
                  <a:pt x="29491" y="2274"/>
                </a:lnTo>
                <a:lnTo>
                  <a:pt x="21336" y="0"/>
                </a:lnTo>
                <a:lnTo>
                  <a:pt x="12858" y="2274"/>
                </a:lnTo>
                <a:lnTo>
                  <a:pt x="6095" y="8477"/>
                </a:lnTo>
                <a:lnTo>
                  <a:pt x="1619" y="17680"/>
                </a:lnTo>
                <a:lnTo>
                  <a:pt x="0" y="28955"/>
                </a:lnTo>
                <a:lnTo>
                  <a:pt x="1619" y="40671"/>
                </a:lnTo>
                <a:lnTo>
                  <a:pt x="6096" y="50101"/>
                </a:lnTo>
                <a:lnTo>
                  <a:pt x="12858" y="56387"/>
                </a:lnTo>
                <a:lnTo>
                  <a:pt x="21336" y="58674"/>
                </a:lnTo>
                <a:lnTo>
                  <a:pt x="29491" y="56387"/>
                </a:lnTo>
                <a:lnTo>
                  <a:pt x="36290" y="50101"/>
                </a:lnTo>
                <a:lnTo>
                  <a:pt x="40945" y="40671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215519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2858" y="2274"/>
                </a:lnTo>
                <a:lnTo>
                  <a:pt x="6095" y="8477"/>
                </a:lnTo>
                <a:lnTo>
                  <a:pt x="1619" y="17680"/>
                </a:lnTo>
                <a:lnTo>
                  <a:pt x="0" y="28955"/>
                </a:lnTo>
                <a:lnTo>
                  <a:pt x="1619" y="40671"/>
                </a:lnTo>
                <a:lnTo>
                  <a:pt x="6096" y="50101"/>
                </a:lnTo>
                <a:lnTo>
                  <a:pt x="12858" y="56387"/>
                </a:lnTo>
                <a:lnTo>
                  <a:pt x="21336" y="58674"/>
                </a:lnTo>
                <a:lnTo>
                  <a:pt x="29491" y="56387"/>
                </a:lnTo>
                <a:lnTo>
                  <a:pt x="36290" y="50101"/>
                </a:lnTo>
                <a:lnTo>
                  <a:pt x="40945" y="40671"/>
                </a:lnTo>
                <a:lnTo>
                  <a:pt x="42672" y="28955"/>
                </a:lnTo>
                <a:lnTo>
                  <a:pt x="40945" y="17680"/>
                </a:lnTo>
                <a:lnTo>
                  <a:pt x="36290" y="8477"/>
                </a:lnTo>
                <a:lnTo>
                  <a:pt x="29491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396101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84" y="28955"/>
                </a:moveTo>
                <a:lnTo>
                  <a:pt x="41065" y="17680"/>
                </a:lnTo>
                <a:lnTo>
                  <a:pt x="36587" y="8477"/>
                </a:lnTo>
                <a:lnTo>
                  <a:pt x="29820" y="2274"/>
                </a:lnTo>
                <a:lnTo>
                  <a:pt x="21336" y="0"/>
                </a:ln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20" y="56387"/>
                </a:lnTo>
                <a:lnTo>
                  <a:pt x="36587" y="50101"/>
                </a:lnTo>
                <a:lnTo>
                  <a:pt x="41065" y="40671"/>
                </a:lnTo>
                <a:lnTo>
                  <a:pt x="42684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96101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3180" y="2274"/>
                </a:lnTo>
                <a:lnTo>
                  <a:pt x="6381" y="8477"/>
                </a:lnTo>
                <a:lnTo>
                  <a:pt x="1726" y="17680"/>
                </a:lnTo>
                <a:lnTo>
                  <a:pt x="0" y="28955"/>
                </a:lnTo>
                <a:lnTo>
                  <a:pt x="1726" y="40671"/>
                </a:lnTo>
                <a:lnTo>
                  <a:pt x="6381" y="50101"/>
                </a:lnTo>
                <a:lnTo>
                  <a:pt x="13180" y="56387"/>
                </a:lnTo>
                <a:lnTo>
                  <a:pt x="21336" y="58674"/>
                </a:lnTo>
                <a:lnTo>
                  <a:pt x="29820" y="56387"/>
                </a:lnTo>
                <a:lnTo>
                  <a:pt x="36587" y="50101"/>
                </a:lnTo>
                <a:lnTo>
                  <a:pt x="41065" y="40671"/>
                </a:lnTo>
                <a:lnTo>
                  <a:pt x="42684" y="28955"/>
                </a:lnTo>
                <a:lnTo>
                  <a:pt x="41065" y="17680"/>
                </a:lnTo>
                <a:lnTo>
                  <a:pt x="36587" y="8477"/>
                </a:lnTo>
                <a:lnTo>
                  <a:pt x="29820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682369" y="4527041"/>
            <a:ext cx="767080" cy="332740"/>
          </a:xfrm>
          <a:custGeom>
            <a:avLst/>
            <a:gdLst/>
            <a:ahLst/>
            <a:cxnLst/>
            <a:rect l="l" t="t" r="r" b="b"/>
            <a:pathLst>
              <a:path w="767079" h="332739">
                <a:moveTo>
                  <a:pt x="0" y="0"/>
                </a:moveTo>
                <a:lnTo>
                  <a:pt x="0" y="332232"/>
                </a:lnTo>
                <a:lnTo>
                  <a:pt x="766572" y="332232"/>
                </a:lnTo>
                <a:lnTo>
                  <a:pt x="76657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682369" y="4527041"/>
            <a:ext cx="767080" cy="332740"/>
          </a:xfrm>
          <a:custGeom>
            <a:avLst/>
            <a:gdLst/>
            <a:ahLst/>
            <a:cxnLst/>
            <a:rect l="l" t="t" r="r" b="b"/>
            <a:pathLst>
              <a:path w="767079" h="332739">
                <a:moveTo>
                  <a:pt x="0" y="0"/>
                </a:moveTo>
                <a:lnTo>
                  <a:pt x="0" y="332232"/>
                </a:lnTo>
                <a:lnTo>
                  <a:pt x="766572" y="332232"/>
                </a:lnTo>
                <a:lnTo>
                  <a:pt x="7665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223377" y="4535423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59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223377" y="4535423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59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875396" y="4469892"/>
            <a:ext cx="20637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8333117" y="4700015"/>
            <a:ext cx="381000" cy="1905"/>
          </a:xfrm>
          <a:custGeom>
            <a:avLst/>
            <a:gdLst/>
            <a:ahLst/>
            <a:cxnLst/>
            <a:rect l="l" t="t" r="r" b="b"/>
            <a:pathLst>
              <a:path w="381000" h="1904">
                <a:moveTo>
                  <a:pt x="0" y="0"/>
                </a:moveTo>
                <a:lnTo>
                  <a:pt x="381000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225169" y="4645914"/>
            <a:ext cx="455295" cy="76200"/>
          </a:xfrm>
          <a:custGeom>
            <a:avLst/>
            <a:gdLst/>
            <a:ahLst/>
            <a:cxnLst/>
            <a:rect l="l" t="t" r="r" b="b"/>
            <a:pathLst>
              <a:path w="455295" h="76200">
                <a:moveTo>
                  <a:pt x="379135" y="33478"/>
                </a:moveTo>
                <a:lnTo>
                  <a:pt x="4572" y="32003"/>
                </a:lnTo>
                <a:lnTo>
                  <a:pt x="762" y="33527"/>
                </a:lnTo>
                <a:lnTo>
                  <a:pt x="0" y="36575"/>
                </a:lnTo>
                <a:lnTo>
                  <a:pt x="762" y="40386"/>
                </a:lnTo>
                <a:lnTo>
                  <a:pt x="4572" y="41910"/>
                </a:lnTo>
                <a:lnTo>
                  <a:pt x="379034" y="43384"/>
                </a:lnTo>
                <a:lnTo>
                  <a:pt x="379135" y="33478"/>
                </a:lnTo>
                <a:close/>
              </a:path>
              <a:path w="455295" h="76200">
                <a:moveTo>
                  <a:pt x="396227" y="67612"/>
                </a:moveTo>
                <a:lnTo>
                  <a:pt x="396227" y="38100"/>
                </a:lnTo>
                <a:lnTo>
                  <a:pt x="395478" y="41910"/>
                </a:lnTo>
                <a:lnTo>
                  <a:pt x="391655" y="43434"/>
                </a:lnTo>
                <a:lnTo>
                  <a:pt x="379034" y="43384"/>
                </a:lnTo>
                <a:lnTo>
                  <a:pt x="378701" y="76200"/>
                </a:lnTo>
                <a:lnTo>
                  <a:pt x="396227" y="67612"/>
                </a:lnTo>
                <a:close/>
              </a:path>
              <a:path w="455295" h="76200">
                <a:moveTo>
                  <a:pt x="396227" y="38100"/>
                </a:moveTo>
                <a:lnTo>
                  <a:pt x="395478" y="35051"/>
                </a:lnTo>
                <a:lnTo>
                  <a:pt x="391655" y="33527"/>
                </a:lnTo>
                <a:lnTo>
                  <a:pt x="379135" y="33478"/>
                </a:lnTo>
                <a:lnTo>
                  <a:pt x="379034" y="43384"/>
                </a:lnTo>
                <a:lnTo>
                  <a:pt x="391655" y="43434"/>
                </a:lnTo>
                <a:lnTo>
                  <a:pt x="395478" y="41910"/>
                </a:lnTo>
                <a:lnTo>
                  <a:pt x="396227" y="38100"/>
                </a:lnTo>
                <a:close/>
              </a:path>
              <a:path w="455295" h="76200">
                <a:moveTo>
                  <a:pt x="454901" y="38862"/>
                </a:moveTo>
                <a:lnTo>
                  <a:pt x="379476" y="0"/>
                </a:lnTo>
                <a:lnTo>
                  <a:pt x="379135" y="33478"/>
                </a:lnTo>
                <a:lnTo>
                  <a:pt x="391655" y="33527"/>
                </a:lnTo>
                <a:lnTo>
                  <a:pt x="395478" y="35051"/>
                </a:lnTo>
                <a:lnTo>
                  <a:pt x="396227" y="38100"/>
                </a:lnTo>
                <a:lnTo>
                  <a:pt x="396227" y="67612"/>
                </a:lnTo>
                <a:lnTo>
                  <a:pt x="454901" y="388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035672" y="4534661"/>
            <a:ext cx="177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709027" y="5684520"/>
            <a:ext cx="767080" cy="332740"/>
          </a:xfrm>
          <a:custGeom>
            <a:avLst/>
            <a:gdLst/>
            <a:ahLst/>
            <a:cxnLst/>
            <a:rect l="l" t="t" r="r" b="b"/>
            <a:pathLst>
              <a:path w="767079" h="332739">
                <a:moveTo>
                  <a:pt x="0" y="0"/>
                </a:moveTo>
                <a:lnTo>
                  <a:pt x="0" y="332232"/>
                </a:lnTo>
                <a:lnTo>
                  <a:pt x="766572" y="332232"/>
                </a:lnTo>
                <a:lnTo>
                  <a:pt x="76657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709027" y="5684520"/>
            <a:ext cx="767080" cy="331470"/>
          </a:xfrm>
          <a:custGeom>
            <a:avLst/>
            <a:gdLst/>
            <a:ahLst/>
            <a:cxnLst/>
            <a:rect l="l" t="t" r="r" b="b"/>
            <a:pathLst>
              <a:path w="767079" h="331470">
                <a:moveTo>
                  <a:pt x="0" y="0"/>
                </a:moveTo>
                <a:lnTo>
                  <a:pt x="0" y="331470"/>
                </a:lnTo>
                <a:lnTo>
                  <a:pt x="766572" y="331470"/>
                </a:lnTo>
                <a:lnTo>
                  <a:pt x="7665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8250046" y="5692902"/>
            <a:ext cx="226060" cy="331470"/>
          </a:xfrm>
          <a:custGeom>
            <a:avLst/>
            <a:gdLst/>
            <a:ahLst/>
            <a:cxnLst/>
            <a:rect l="l" t="t" r="r" b="b"/>
            <a:pathLst>
              <a:path w="226059" h="331470">
                <a:moveTo>
                  <a:pt x="0" y="0"/>
                </a:moveTo>
                <a:lnTo>
                  <a:pt x="0" y="331470"/>
                </a:lnTo>
                <a:lnTo>
                  <a:pt x="225551" y="331470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8250046" y="5692140"/>
            <a:ext cx="226060" cy="332740"/>
          </a:xfrm>
          <a:custGeom>
            <a:avLst/>
            <a:gdLst/>
            <a:ahLst/>
            <a:cxnLst/>
            <a:rect l="l" t="t" r="r" b="b"/>
            <a:pathLst>
              <a:path w="226059" h="332739">
                <a:moveTo>
                  <a:pt x="0" y="0"/>
                </a:moveTo>
                <a:lnTo>
                  <a:pt x="0" y="332232"/>
                </a:lnTo>
                <a:lnTo>
                  <a:pt x="225551" y="332232"/>
                </a:lnTo>
                <a:lnTo>
                  <a:pt x="22555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875396" y="5628894"/>
            <a:ext cx="20637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Comic Sans MS"/>
                <a:cs typeface="Comic Sans MS"/>
              </a:rPr>
              <a:t>b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8355215" y="5822441"/>
            <a:ext cx="542925" cy="76200"/>
          </a:xfrm>
          <a:custGeom>
            <a:avLst/>
            <a:gdLst/>
            <a:ahLst/>
            <a:cxnLst/>
            <a:rect l="l" t="t" r="r" b="b"/>
            <a:pathLst>
              <a:path w="542925" h="76200">
                <a:moveTo>
                  <a:pt x="466765" y="33487"/>
                </a:moveTo>
                <a:lnTo>
                  <a:pt x="4559" y="32004"/>
                </a:lnTo>
                <a:lnTo>
                  <a:pt x="1511" y="33528"/>
                </a:lnTo>
                <a:lnTo>
                  <a:pt x="0" y="36575"/>
                </a:lnTo>
                <a:lnTo>
                  <a:pt x="1511" y="40386"/>
                </a:lnTo>
                <a:lnTo>
                  <a:pt x="4559" y="41148"/>
                </a:lnTo>
                <a:lnTo>
                  <a:pt x="466672" y="42631"/>
                </a:lnTo>
                <a:lnTo>
                  <a:pt x="466765" y="33487"/>
                </a:lnTo>
                <a:close/>
              </a:path>
              <a:path w="542925" h="76200">
                <a:moveTo>
                  <a:pt x="483857" y="67437"/>
                </a:moveTo>
                <a:lnTo>
                  <a:pt x="483857" y="38100"/>
                </a:lnTo>
                <a:lnTo>
                  <a:pt x="483108" y="41910"/>
                </a:lnTo>
                <a:lnTo>
                  <a:pt x="479285" y="42672"/>
                </a:lnTo>
                <a:lnTo>
                  <a:pt x="466672" y="42631"/>
                </a:lnTo>
                <a:lnTo>
                  <a:pt x="466331" y="76200"/>
                </a:lnTo>
                <a:lnTo>
                  <a:pt x="483857" y="67437"/>
                </a:lnTo>
                <a:close/>
              </a:path>
              <a:path w="542925" h="76200">
                <a:moveTo>
                  <a:pt x="483857" y="38100"/>
                </a:moveTo>
                <a:lnTo>
                  <a:pt x="483108" y="35052"/>
                </a:lnTo>
                <a:lnTo>
                  <a:pt x="479285" y="33528"/>
                </a:lnTo>
                <a:lnTo>
                  <a:pt x="466765" y="33487"/>
                </a:lnTo>
                <a:lnTo>
                  <a:pt x="466672" y="42631"/>
                </a:lnTo>
                <a:lnTo>
                  <a:pt x="479285" y="42672"/>
                </a:lnTo>
                <a:lnTo>
                  <a:pt x="483108" y="41910"/>
                </a:lnTo>
                <a:lnTo>
                  <a:pt x="483857" y="38100"/>
                </a:lnTo>
                <a:close/>
              </a:path>
              <a:path w="542925" h="76200">
                <a:moveTo>
                  <a:pt x="542531" y="38100"/>
                </a:moveTo>
                <a:lnTo>
                  <a:pt x="467106" y="0"/>
                </a:lnTo>
                <a:lnTo>
                  <a:pt x="466765" y="33487"/>
                </a:lnTo>
                <a:lnTo>
                  <a:pt x="479285" y="33528"/>
                </a:lnTo>
                <a:lnTo>
                  <a:pt x="483108" y="35052"/>
                </a:lnTo>
                <a:lnTo>
                  <a:pt x="483857" y="38100"/>
                </a:lnTo>
                <a:lnTo>
                  <a:pt x="483857" y="67437"/>
                </a:lnTo>
                <a:lnTo>
                  <a:pt x="542531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251827" y="5804915"/>
            <a:ext cx="455930" cy="76200"/>
          </a:xfrm>
          <a:custGeom>
            <a:avLst/>
            <a:gdLst/>
            <a:ahLst/>
            <a:cxnLst/>
            <a:rect l="l" t="t" r="r" b="b"/>
            <a:pathLst>
              <a:path w="455929" h="76200">
                <a:moveTo>
                  <a:pt x="397014" y="38100"/>
                </a:moveTo>
                <a:lnTo>
                  <a:pt x="395490" y="35051"/>
                </a:lnTo>
                <a:lnTo>
                  <a:pt x="392442" y="33528"/>
                </a:lnTo>
                <a:lnTo>
                  <a:pt x="4572" y="32004"/>
                </a:lnTo>
                <a:lnTo>
                  <a:pt x="1524" y="33528"/>
                </a:lnTo>
                <a:lnTo>
                  <a:pt x="0" y="36575"/>
                </a:lnTo>
                <a:lnTo>
                  <a:pt x="1524" y="40386"/>
                </a:lnTo>
                <a:lnTo>
                  <a:pt x="4572" y="41910"/>
                </a:lnTo>
                <a:lnTo>
                  <a:pt x="392442" y="42672"/>
                </a:lnTo>
                <a:lnTo>
                  <a:pt x="395490" y="41910"/>
                </a:lnTo>
                <a:lnTo>
                  <a:pt x="397014" y="38100"/>
                </a:lnTo>
                <a:close/>
              </a:path>
              <a:path w="455929" h="76200">
                <a:moveTo>
                  <a:pt x="455688" y="38100"/>
                </a:moveTo>
                <a:lnTo>
                  <a:pt x="379488" y="0"/>
                </a:lnTo>
                <a:lnTo>
                  <a:pt x="379488" y="33477"/>
                </a:lnTo>
                <a:lnTo>
                  <a:pt x="392442" y="33528"/>
                </a:lnTo>
                <a:lnTo>
                  <a:pt x="395490" y="35051"/>
                </a:lnTo>
                <a:lnTo>
                  <a:pt x="397014" y="38100"/>
                </a:lnTo>
                <a:lnTo>
                  <a:pt x="397014" y="67437"/>
                </a:lnTo>
                <a:lnTo>
                  <a:pt x="455688" y="38100"/>
                </a:lnTo>
                <a:close/>
              </a:path>
              <a:path w="455929" h="76200">
                <a:moveTo>
                  <a:pt x="397014" y="67437"/>
                </a:moveTo>
                <a:lnTo>
                  <a:pt x="397014" y="38100"/>
                </a:lnTo>
                <a:lnTo>
                  <a:pt x="395490" y="41910"/>
                </a:lnTo>
                <a:lnTo>
                  <a:pt x="392442" y="42672"/>
                </a:lnTo>
                <a:lnTo>
                  <a:pt x="379488" y="42646"/>
                </a:lnTo>
                <a:lnTo>
                  <a:pt x="379488" y="76200"/>
                </a:lnTo>
                <a:lnTo>
                  <a:pt x="39701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7063105" y="5693664"/>
            <a:ext cx="177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8980817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59" y="28955"/>
                </a:moveTo>
                <a:lnTo>
                  <a:pt x="40933" y="17680"/>
                </a:lnTo>
                <a:lnTo>
                  <a:pt x="36279" y="8477"/>
                </a:lnTo>
                <a:lnTo>
                  <a:pt x="29484" y="2274"/>
                </a:lnTo>
                <a:lnTo>
                  <a:pt x="21336" y="0"/>
                </a:lnTo>
                <a:lnTo>
                  <a:pt x="12853" y="2274"/>
                </a:lnTo>
                <a:lnTo>
                  <a:pt x="6091" y="8477"/>
                </a:lnTo>
                <a:lnTo>
                  <a:pt x="1617" y="17680"/>
                </a:lnTo>
                <a:lnTo>
                  <a:pt x="0" y="28955"/>
                </a:lnTo>
                <a:lnTo>
                  <a:pt x="1617" y="40671"/>
                </a:lnTo>
                <a:lnTo>
                  <a:pt x="6091" y="50101"/>
                </a:lnTo>
                <a:lnTo>
                  <a:pt x="12853" y="56387"/>
                </a:lnTo>
                <a:lnTo>
                  <a:pt x="21336" y="58674"/>
                </a:lnTo>
                <a:lnTo>
                  <a:pt x="29484" y="56387"/>
                </a:lnTo>
                <a:lnTo>
                  <a:pt x="36279" y="50101"/>
                </a:lnTo>
                <a:lnTo>
                  <a:pt x="40933" y="40671"/>
                </a:lnTo>
                <a:lnTo>
                  <a:pt x="42659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980817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2853" y="2274"/>
                </a:lnTo>
                <a:lnTo>
                  <a:pt x="6091" y="8477"/>
                </a:lnTo>
                <a:lnTo>
                  <a:pt x="1617" y="17680"/>
                </a:lnTo>
                <a:lnTo>
                  <a:pt x="0" y="28955"/>
                </a:lnTo>
                <a:lnTo>
                  <a:pt x="1617" y="40671"/>
                </a:lnTo>
                <a:lnTo>
                  <a:pt x="6091" y="50101"/>
                </a:lnTo>
                <a:lnTo>
                  <a:pt x="12853" y="56387"/>
                </a:lnTo>
                <a:lnTo>
                  <a:pt x="21336" y="58674"/>
                </a:lnTo>
                <a:lnTo>
                  <a:pt x="29484" y="56387"/>
                </a:lnTo>
                <a:lnTo>
                  <a:pt x="36279" y="50101"/>
                </a:lnTo>
                <a:lnTo>
                  <a:pt x="40933" y="40671"/>
                </a:lnTo>
                <a:lnTo>
                  <a:pt x="42659" y="28955"/>
                </a:lnTo>
                <a:lnTo>
                  <a:pt x="40933" y="17680"/>
                </a:lnTo>
                <a:lnTo>
                  <a:pt x="36279" y="8477"/>
                </a:lnTo>
                <a:lnTo>
                  <a:pt x="29484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9159875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8955"/>
                </a:moveTo>
                <a:lnTo>
                  <a:pt x="41054" y="17680"/>
                </a:lnTo>
                <a:lnTo>
                  <a:pt x="36582" y="8477"/>
                </a:lnTo>
                <a:lnTo>
                  <a:pt x="29823" y="2274"/>
                </a:lnTo>
                <a:lnTo>
                  <a:pt x="21348" y="0"/>
                </a:lnTo>
                <a:lnTo>
                  <a:pt x="13190" y="2274"/>
                </a:lnTo>
                <a:lnTo>
                  <a:pt x="6388" y="8477"/>
                </a:lnTo>
                <a:lnTo>
                  <a:pt x="1728" y="17680"/>
                </a:lnTo>
                <a:lnTo>
                  <a:pt x="0" y="28955"/>
                </a:lnTo>
                <a:lnTo>
                  <a:pt x="1728" y="40671"/>
                </a:lnTo>
                <a:lnTo>
                  <a:pt x="6388" y="50101"/>
                </a:lnTo>
                <a:lnTo>
                  <a:pt x="13190" y="56387"/>
                </a:lnTo>
                <a:lnTo>
                  <a:pt x="21348" y="58674"/>
                </a:lnTo>
                <a:lnTo>
                  <a:pt x="29823" y="56387"/>
                </a:lnTo>
                <a:lnTo>
                  <a:pt x="36582" y="50101"/>
                </a:lnTo>
                <a:lnTo>
                  <a:pt x="41054" y="40671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9159875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48" y="0"/>
                </a:moveTo>
                <a:lnTo>
                  <a:pt x="13190" y="2274"/>
                </a:lnTo>
                <a:lnTo>
                  <a:pt x="6388" y="8477"/>
                </a:lnTo>
                <a:lnTo>
                  <a:pt x="1728" y="17680"/>
                </a:lnTo>
                <a:lnTo>
                  <a:pt x="0" y="28955"/>
                </a:lnTo>
                <a:lnTo>
                  <a:pt x="1728" y="40671"/>
                </a:lnTo>
                <a:lnTo>
                  <a:pt x="6388" y="50101"/>
                </a:lnTo>
                <a:lnTo>
                  <a:pt x="13190" y="56387"/>
                </a:lnTo>
                <a:lnTo>
                  <a:pt x="21348" y="58674"/>
                </a:lnTo>
                <a:lnTo>
                  <a:pt x="29823" y="56387"/>
                </a:lnTo>
                <a:lnTo>
                  <a:pt x="36582" y="50101"/>
                </a:lnTo>
                <a:lnTo>
                  <a:pt x="41054" y="40671"/>
                </a:lnTo>
                <a:lnTo>
                  <a:pt x="42672" y="28955"/>
                </a:lnTo>
                <a:lnTo>
                  <a:pt x="41054" y="17680"/>
                </a:lnTo>
                <a:lnTo>
                  <a:pt x="36582" y="8477"/>
                </a:lnTo>
                <a:lnTo>
                  <a:pt x="29823" y="2274"/>
                </a:lnTo>
                <a:lnTo>
                  <a:pt x="2134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9341243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8955"/>
                </a:moveTo>
                <a:lnTo>
                  <a:pt x="40943" y="17680"/>
                </a:lnTo>
                <a:lnTo>
                  <a:pt x="36285" y="8477"/>
                </a:lnTo>
                <a:lnTo>
                  <a:pt x="29486" y="2274"/>
                </a:lnTo>
                <a:lnTo>
                  <a:pt x="21336" y="0"/>
                </a:lnTo>
                <a:lnTo>
                  <a:pt x="12853" y="2274"/>
                </a:lnTo>
                <a:lnTo>
                  <a:pt x="6091" y="8477"/>
                </a:lnTo>
                <a:lnTo>
                  <a:pt x="1617" y="17680"/>
                </a:lnTo>
                <a:lnTo>
                  <a:pt x="0" y="28955"/>
                </a:lnTo>
                <a:lnTo>
                  <a:pt x="1617" y="40671"/>
                </a:lnTo>
                <a:lnTo>
                  <a:pt x="6091" y="50101"/>
                </a:lnTo>
                <a:lnTo>
                  <a:pt x="12853" y="56387"/>
                </a:lnTo>
                <a:lnTo>
                  <a:pt x="21336" y="58674"/>
                </a:lnTo>
                <a:lnTo>
                  <a:pt x="29486" y="56387"/>
                </a:lnTo>
                <a:lnTo>
                  <a:pt x="36285" y="50101"/>
                </a:lnTo>
                <a:lnTo>
                  <a:pt x="40943" y="40671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9341243" y="5832347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2853" y="2274"/>
                </a:lnTo>
                <a:lnTo>
                  <a:pt x="6091" y="8477"/>
                </a:lnTo>
                <a:lnTo>
                  <a:pt x="1617" y="17680"/>
                </a:lnTo>
                <a:lnTo>
                  <a:pt x="0" y="28955"/>
                </a:lnTo>
                <a:lnTo>
                  <a:pt x="1617" y="40671"/>
                </a:lnTo>
                <a:lnTo>
                  <a:pt x="6091" y="50101"/>
                </a:lnTo>
                <a:lnTo>
                  <a:pt x="12853" y="56387"/>
                </a:lnTo>
                <a:lnTo>
                  <a:pt x="21336" y="58674"/>
                </a:lnTo>
                <a:lnTo>
                  <a:pt x="29486" y="56387"/>
                </a:lnTo>
                <a:lnTo>
                  <a:pt x="36285" y="50101"/>
                </a:lnTo>
                <a:lnTo>
                  <a:pt x="40943" y="40671"/>
                </a:lnTo>
                <a:lnTo>
                  <a:pt x="42672" y="28955"/>
                </a:lnTo>
                <a:lnTo>
                  <a:pt x="40943" y="17680"/>
                </a:lnTo>
                <a:lnTo>
                  <a:pt x="36285" y="8477"/>
                </a:lnTo>
                <a:lnTo>
                  <a:pt x="29486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676017" y="4684776"/>
            <a:ext cx="76200" cy="1179195"/>
          </a:xfrm>
          <a:custGeom>
            <a:avLst/>
            <a:gdLst/>
            <a:ahLst/>
            <a:cxnLst/>
            <a:rect l="l" t="t" r="r" b="b"/>
            <a:pathLst>
              <a:path w="76200" h="1179195">
                <a:moveTo>
                  <a:pt x="76200" y="1102614"/>
                </a:moveTo>
                <a:lnTo>
                  <a:pt x="0" y="1102614"/>
                </a:lnTo>
                <a:lnTo>
                  <a:pt x="32753" y="1168120"/>
                </a:lnTo>
                <a:lnTo>
                  <a:pt x="32753" y="1115568"/>
                </a:lnTo>
                <a:lnTo>
                  <a:pt x="34277" y="1119377"/>
                </a:lnTo>
                <a:lnTo>
                  <a:pt x="38100" y="1120139"/>
                </a:lnTo>
                <a:lnTo>
                  <a:pt x="41148" y="1119377"/>
                </a:lnTo>
                <a:lnTo>
                  <a:pt x="42659" y="1115568"/>
                </a:lnTo>
                <a:lnTo>
                  <a:pt x="42659" y="1169695"/>
                </a:lnTo>
                <a:lnTo>
                  <a:pt x="76200" y="1102614"/>
                </a:lnTo>
                <a:close/>
              </a:path>
              <a:path w="76200" h="1179195">
                <a:moveTo>
                  <a:pt x="42659" y="1102614"/>
                </a:moveTo>
                <a:lnTo>
                  <a:pt x="42659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77" y="762"/>
                </a:lnTo>
                <a:lnTo>
                  <a:pt x="32753" y="4572"/>
                </a:lnTo>
                <a:lnTo>
                  <a:pt x="32753" y="1102614"/>
                </a:lnTo>
                <a:lnTo>
                  <a:pt x="42659" y="1102614"/>
                </a:lnTo>
                <a:close/>
              </a:path>
              <a:path w="76200" h="1179195">
                <a:moveTo>
                  <a:pt x="42659" y="1169695"/>
                </a:moveTo>
                <a:lnTo>
                  <a:pt x="42659" y="1115568"/>
                </a:lnTo>
                <a:lnTo>
                  <a:pt x="41148" y="1119377"/>
                </a:lnTo>
                <a:lnTo>
                  <a:pt x="38100" y="1120139"/>
                </a:lnTo>
                <a:lnTo>
                  <a:pt x="34277" y="1119377"/>
                </a:lnTo>
                <a:lnTo>
                  <a:pt x="32753" y="1115568"/>
                </a:lnTo>
                <a:lnTo>
                  <a:pt x="32753" y="1168120"/>
                </a:lnTo>
                <a:lnTo>
                  <a:pt x="38100" y="1178814"/>
                </a:lnTo>
                <a:lnTo>
                  <a:pt x="42659" y="11696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41875" y="6355841"/>
            <a:ext cx="677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x =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621985" y="6355841"/>
            <a:ext cx="9994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*x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*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80021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</a:t>
            </a:r>
            <a:r>
              <a:rPr sz="4000" spc="-5" dirty="0"/>
              <a:t>4.3:Create </a:t>
            </a:r>
            <a:r>
              <a:rPr sz="4000" dirty="0"/>
              <a:t>a</a:t>
            </a:r>
            <a:r>
              <a:rPr sz="4000" spc="-90" dirty="0"/>
              <a:t> </a:t>
            </a:r>
            <a:r>
              <a:rPr sz="4000" spc="-5" dirty="0"/>
              <a:t>Two-Node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1905126" y="1360423"/>
            <a:ext cx="3856990" cy="208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816860" algn="ctr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List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ts val="2875"/>
              </a:lnSpc>
              <a:spcBef>
                <a:spcPts val="2710"/>
              </a:spcBef>
            </a:pPr>
            <a:r>
              <a:rPr sz="2400" b="1" spc="-5" dirty="0">
                <a:latin typeface="Courier New"/>
                <a:cs typeface="Courier New"/>
              </a:rPr>
              <a:t>void List::Create2(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R="2727325" algn="ctr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//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8338" y="3044952"/>
            <a:ext cx="27628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create a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linked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7865" y="3044952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list with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two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92485" y="3044952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nodes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0886" y="3409950"/>
            <a:ext cx="531749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first = new </a:t>
            </a:r>
            <a:r>
              <a:rPr sz="2400" b="1" spc="-10" dirty="0">
                <a:latin typeface="Courier New"/>
                <a:cs typeface="Courier New"/>
              </a:rPr>
              <a:t>ListNode(10);  </a:t>
            </a:r>
            <a:r>
              <a:rPr sz="2400" b="1" spc="-5" dirty="0">
                <a:latin typeface="Courier New"/>
                <a:cs typeface="Courier New"/>
              </a:rPr>
              <a:t>first-&gt;link=new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ListNode(20);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01613" y="4504944"/>
            <a:ext cx="18497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element=0)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5126" y="4139945"/>
            <a:ext cx="403987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ListNode::ListNode(int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70886" y="5235702"/>
            <a:ext cx="239776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data=element;  link=0;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5126" y="5965697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54865" y="6327647"/>
            <a:ext cx="1066800" cy="365125"/>
          </a:xfrm>
          <a:custGeom>
            <a:avLst/>
            <a:gdLst/>
            <a:ahLst/>
            <a:cxnLst/>
            <a:rect l="l" t="t" r="r" b="b"/>
            <a:pathLst>
              <a:path w="1066800" h="365125">
                <a:moveTo>
                  <a:pt x="0" y="0"/>
                </a:moveTo>
                <a:lnTo>
                  <a:pt x="0" y="364998"/>
                </a:lnTo>
                <a:lnTo>
                  <a:pt x="1066800" y="364998"/>
                </a:lnTo>
                <a:lnTo>
                  <a:pt x="1066800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0665" y="6327647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9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83665" y="6327647"/>
            <a:ext cx="1647825" cy="365125"/>
          </a:xfrm>
          <a:custGeom>
            <a:avLst/>
            <a:gdLst/>
            <a:ahLst/>
            <a:cxnLst/>
            <a:rect l="l" t="t" r="r" b="b"/>
            <a:pathLst>
              <a:path w="1647825" h="365125">
                <a:moveTo>
                  <a:pt x="0" y="0"/>
                </a:moveTo>
                <a:lnTo>
                  <a:pt x="0" y="364998"/>
                </a:lnTo>
                <a:lnTo>
                  <a:pt x="1647444" y="364998"/>
                </a:lnTo>
                <a:lnTo>
                  <a:pt x="164744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931543" y="6327647"/>
            <a:ext cx="0" cy="365125"/>
          </a:xfrm>
          <a:custGeom>
            <a:avLst/>
            <a:gdLst/>
            <a:ahLst/>
            <a:cxnLst/>
            <a:rect l="l" t="t" r="r" b="b"/>
            <a:pathLst>
              <a:path h="365125">
                <a:moveTo>
                  <a:pt x="0" y="0"/>
                </a:moveTo>
                <a:lnTo>
                  <a:pt x="0" y="3649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205869" y="5990844"/>
            <a:ext cx="0" cy="513080"/>
          </a:xfrm>
          <a:custGeom>
            <a:avLst/>
            <a:gdLst/>
            <a:ahLst/>
            <a:cxnLst/>
            <a:rect l="l" t="t" r="r" b="b"/>
            <a:pathLst>
              <a:path h="513079">
                <a:moveTo>
                  <a:pt x="0" y="0"/>
                </a:moveTo>
                <a:lnTo>
                  <a:pt x="0" y="5128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00535" y="6465570"/>
            <a:ext cx="310515" cy="76200"/>
          </a:xfrm>
          <a:custGeom>
            <a:avLst/>
            <a:gdLst/>
            <a:ahLst/>
            <a:cxnLst/>
            <a:rect l="l" t="t" r="r" b="b"/>
            <a:pathLst>
              <a:path w="310514" h="76200">
                <a:moveTo>
                  <a:pt x="250698" y="38100"/>
                </a:moveTo>
                <a:lnTo>
                  <a:pt x="249936" y="35051"/>
                </a:lnTo>
                <a:lnTo>
                  <a:pt x="246125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5334" y="42672"/>
                </a:lnTo>
                <a:lnTo>
                  <a:pt x="246125" y="42672"/>
                </a:lnTo>
                <a:lnTo>
                  <a:pt x="249936" y="41909"/>
                </a:lnTo>
                <a:lnTo>
                  <a:pt x="250698" y="38100"/>
                </a:lnTo>
                <a:close/>
              </a:path>
              <a:path w="310514" h="76200">
                <a:moveTo>
                  <a:pt x="310134" y="38100"/>
                </a:moveTo>
                <a:lnTo>
                  <a:pt x="233934" y="0"/>
                </a:lnTo>
                <a:lnTo>
                  <a:pt x="233934" y="33527"/>
                </a:lnTo>
                <a:lnTo>
                  <a:pt x="246125" y="33527"/>
                </a:lnTo>
                <a:lnTo>
                  <a:pt x="249936" y="35051"/>
                </a:lnTo>
                <a:lnTo>
                  <a:pt x="250698" y="38100"/>
                </a:lnTo>
                <a:lnTo>
                  <a:pt x="250698" y="67818"/>
                </a:lnTo>
                <a:lnTo>
                  <a:pt x="310134" y="38100"/>
                </a:lnTo>
                <a:close/>
              </a:path>
              <a:path w="310514" h="76200">
                <a:moveTo>
                  <a:pt x="250698" y="67818"/>
                </a:moveTo>
                <a:lnTo>
                  <a:pt x="250698" y="38100"/>
                </a:lnTo>
                <a:lnTo>
                  <a:pt x="249936" y="41909"/>
                </a:lnTo>
                <a:lnTo>
                  <a:pt x="246125" y="42672"/>
                </a:lnTo>
                <a:lnTo>
                  <a:pt x="233934" y="42672"/>
                </a:lnTo>
                <a:lnTo>
                  <a:pt x="233934" y="76200"/>
                </a:lnTo>
                <a:lnTo>
                  <a:pt x="250698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556120" y="6483096"/>
            <a:ext cx="767715" cy="76200"/>
          </a:xfrm>
          <a:custGeom>
            <a:avLst/>
            <a:gdLst/>
            <a:ahLst/>
            <a:cxnLst/>
            <a:rect l="l" t="t" r="r" b="b"/>
            <a:pathLst>
              <a:path w="767715" h="76200">
                <a:moveTo>
                  <a:pt x="708672" y="38100"/>
                </a:moveTo>
                <a:lnTo>
                  <a:pt x="707148" y="35052"/>
                </a:lnTo>
                <a:lnTo>
                  <a:pt x="703326" y="33528"/>
                </a:lnTo>
                <a:lnTo>
                  <a:pt x="5346" y="33528"/>
                </a:lnTo>
                <a:lnTo>
                  <a:pt x="1536" y="35052"/>
                </a:lnTo>
                <a:lnTo>
                  <a:pt x="0" y="38100"/>
                </a:lnTo>
                <a:lnTo>
                  <a:pt x="1536" y="41148"/>
                </a:lnTo>
                <a:lnTo>
                  <a:pt x="5346" y="42672"/>
                </a:lnTo>
                <a:lnTo>
                  <a:pt x="703326" y="42672"/>
                </a:lnTo>
                <a:lnTo>
                  <a:pt x="707148" y="41148"/>
                </a:lnTo>
                <a:lnTo>
                  <a:pt x="708672" y="38100"/>
                </a:lnTo>
                <a:close/>
              </a:path>
              <a:path w="767715" h="76200">
                <a:moveTo>
                  <a:pt x="767346" y="38100"/>
                </a:moveTo>
                <a:lnTo>
                  <a:pt x="691146" y="0"/>
                </a:lnTo>
                <a:lnTo>
                  <a:pt x="691146" y="33528"/>
                </a:lnTo>
                <a:lnTo>
                  <a:pt x="703326" y="33528"/>
                </a:lnTo>
                <a:lnTo>
                  <a:pt x="707148" y="35052"/>
                </a:lnTo>
                <a:lnTo>
                  <a:pt x="708672" y="38100"/>
                </a:lnTo>
                <a:lnTo>
                  <a:pt x="708672" y="67437"/>
                </a:lnTo>
                <a:lnTo>
                  <a:pt x="767346" y="38100"/>
                </a:lnTo>
                <a:close/>
              </a:path>
              <a:path w="767715" h="76200">
                <a:moveTo>
                  <a:pt x="708672" y="67437"/>
                </a:moveTo>
                <a:lnTo>
                  <a:pt x="708672" y="38100"/>
                </a:lnTo>
                <a:lnTo>
                  <a:pt x="707148" y="41148"/>
                </a:lnTo>
                <a:lnTo>
                  <a:pt x="703326" y="42672"/>
                </a:lnTo>
                <a:lnTo>
                  <a:pt x="691146" y="42672"/>
                </a:lnTo>
                <a:lnTo>
                  <a:pt x="691146" y="76200"/>
                </a:lnTo>
                <a:lnTo>
                  <a:pt x="70867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74486" y="6327647"/>
            <a:ext cx="899794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  <a:tabLst>
                <a:tab pos="760095" algn="l"/>
              </a:tabLst>
            </a:pPr>
            <a:r>
              <a:rPr sz="2400" spc="-10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19301" y="6320790"/>
            <a:ext cx="145542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  <a:tabLst>
                <a:tab pos="676275" algn="l"/>
              </a:tabLst>
            </a:pPr>
            <a:r>
              <a:rPr sz="2400" spc="-10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NULL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46789" y="5484114"/>
            <a:ext cx="49149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846967" y="5411723"/>
            <a:ext cx="4375150" cy="1468755"/>
          </a:xfrm>
          <a:custGeom>
            <a:avLst/>
            <a:gdLst/>
            <a:ahLst/>
            <a:cxnLst/>
            <a:rect l="l" t="t" r="r" b="b"/>
            <a:pathLst>
              <a:path w="4375150" h="1468754">
                <a:moveTo>
                  <a:pt x="0" y="0"/>
                </a:moveTo>
                <a:lnTo>
                  <a:pt x="0" y="1468374"/>
                </a:lnTo>
                <a:lnTo>
                  <a:pt x="4374642" y="1468374"/>
                </a:lnTo>
                <a:lnTo>
                  <a:pt x="437464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List</a:t>
            </a:r>
            <a:r>
              <a:rPr spc="-50" dirty="0"/>
              <a:t> </a:t>
            </a:r>
            <a:r>
              <a:rPr spc="-5" dirty="0"/>
              <a:t>Insertion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55775" y="2719578"/>
            <a:ext cx="54991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insert a new node with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data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1826" y="2719578"/>
            <a:ext cx="1667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 50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5775" y="3084576"/>
            <a:ext cx="20332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the list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1535" y="3449573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64132" y="3449573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*t=new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41701" y="3449573"/>
            <a:ext cx="23983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ListNode(50);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21535" y="3814571"/>
            <a:ext cx="2031364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if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(!first)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1535" y="4544567"/>
            <a:ext cx="2945765" cy="1494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marR="110109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first=t;  return;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//insert after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x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21535" y="6005321"/>
            <a:ext cx="294513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t-&gt;link=x-&gt;link;  x-&gt;link=t;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55775" y="6735318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230996" y="4822697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59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72351" y="5816346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59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38289" y="5785866"/>
            <a:ext cx="33845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spc="-10" dirty="0">
                <a:latin typeface="Arial"/>
                <a:cs typeface="Arial"/>
              </a:rPr>
              <a:t>50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235568" y="5785866"/>
            <a:ext cx="1397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691501" y="5833871"/>
            <a:ext cx="0" cy="323850"/>
          </a:xfrm>
          <a:custGeom>
            <a:avLst/>
            <a:gdLst/>
            <a:ahLst/>
            <a:cxnLst/>
            <a:rect l="l" t="t" r="r" b="b"/>
            <a:pathLst>
              <a:path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880220" y="4825746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51511" y="4825746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59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797675" y="4825746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319139" y="4770120"/>
            <a:ext cx="899794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  <a:tabLst>
                <a:tab pos="760095" algn="l"/>
              </a:tabLst>
            </a:pPr>
            <a:r>
              <a:rPr sz="2400" spc="-10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45881" y="4787645"/>
            <a:ext cx="845819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  <a:tabLst>
                <a:tab pos="675640" algn="l"/>
              </a:tabLst>
            </a:pPr>
            <a:r>
              <a:rPr sz="2400" spc="-10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196201" y="4916423"/>
            <a:ext cx="1012825" cy="76200"/>
          </a:xfrm>
          <a:custGeom>
            <a:avLst/>
            <a:gdLst/>
            <a:ahLst/>
            <a:cxnLst/>
            <a:rect l="l" t="t" r="r" b="b"/>
            <a:pathLst>
              <a:path w="1012825" h="76200">
                <a:moveTo>
                  <a:pt x="9918" y="38100"/>
                </a:moveTo>
                <a:lnTo>
                  <a:pt x="8394" y="34289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8394" y="41148"/>
                </a:lnTo>
                <a:lnTo>
                  <a:pt x="9918" y="38100"/>
                </a:lnTo>
                <a:close/>
              </a:path>
              <a:path w="1012825" h="76200">
                <a:moveTo>
                  <a:pt x="28968" y="38100"/>
                </a:moveTo>
                <a:lnTo>
                  <a:pt x="27444" y="34289"/>
                </a:lnTo>
                <a:lnTo>
                  <a:pt x="23622" y="32765"/>
                </a:lnTo>
                <a:lnTo>
                  <a:pt x="20574" y="34289"/>
                </a:lnTo>
                <a:lnTo>
                  <a:pt x="19050" y="38100"/>
                </a:lnTo>
                <a:lnTo>
                  <a:pt x="20574" y="41148"/>
                </a:lnTo>
                <a:lnTo>
                  <a:pt x="23622" y="42672"/>
                </a:lnTo>
                <a:lnTo>
                  <a:pt x="27444" y="41148"/>
                </a:lnTo>
                <a:lnTo>
                  <a:pt x="28968" y="38100"/>
                </a:lnTo>
                <a:close/>
              </a:path>
              <a:path w="1012825" h="76200">
                <a:moveTo>
                  <a:pt x="48018" y="38100"/>
                </a:moveTo>
                <a:lnTo>
                  <a:pt x="46494" y="34289"/>
                </a:lnTo>
                <a:lnTo>
                  <a:pt x="42672" y="32765"/>
                </a:lnTo>
                <a:lnTo>
                  <a:pt x="39624" y="34289"/>
                </a:lnTo>
                <a:lnTo>
                  <a:pt x="38100" y="38100"/>
                </a:lnTo>
                <a:lnTo>
                  <a:pt x="39624" y="41148"/>
                </a:lnTo>
                <a:lnTo>
                  <a:pt x="42672" y="42672"/>
                </a:lnTo>
                <a:lnTo>
                  <a:pt x="46494" y="41148"/>
                </a:lnTo>
                <a:lnTo>
                  <a:pt x="48018" y="38100"/>
                </a:lnTo>
                <a:close/>
              </a:path>
              <a:path w="1012825" h="76200">
                <a:moveTo>
                  <a:pt x="67068" y="38100"/>
                </a:moveTo>
                <a:lnTo>
                  <a:pt x="65544" y="34289"/>
                </a:lnTo>
                <a:lnTo>
                  <a:pt x="61722" y="32765"/>
                </a:lnTo>
                <a:lnTo>
                  <a:pt x="58674" y="34289"/>
                </a:lnTo>
                <a:lnTo>
                  <a:pt x="57150" y="38100"/>
                </a:lnTo>
                <a:lnTo>
                  <a:pt x="58674" y="41148"/>
                </a:lnTo>
                <a:lnTo>
                  <a:pt x="61722" y="42672"/>
                </a:lnTo>
                <a:lnTo>
                  <a:pt x="65544" y="41148"/>
                </a:lnTo>
                <a:lnTo>
                  <a:pt x="67068" y="38100"/>
                </a:lnTo>
                <a:close/>
              </a:path>
              <a:path w="1012825" h="76200">
                <a:moveTo>
                  <a:pt x="86118" y="38100"/>
                </a:moveTo>
                <a:lnTo>
                  <a:pt x="84594" y="34289"/>
                </a:lnTo>
                <a:lnTo>
                  <a:pt x="80772" y="32765"/>
                </a:lnTo>
                <a:lnTo>
                  <a:pt x="77724" y="34289"/>
                </a:lnTo>
                <a:lnTo>
                  <a:pt x="76200" y="38100"/>
                </a:lnTo>
                <a:lnTo>
                  <a:pt x="77724" y="41148"/>
                </a:lnTo>
                <a:lnTo>
                  <a:pt x="80772" y="42672"/>
                </a:lnTo>
                <a:lnTo>
                  <a:pt x="84594" y="41148"/>
                </a:lnTo>
                <a:lnTo>
                  <a:pt x="86118" y="38100"/>
                </a:lnTo>
                <a:close/>
              </a:path>
              <a:path w="1012825" h="76200">
                <a:moveTo>
                  <a:pt x="105168" y="38100"/>
                </a:moveTo>
                <a:lnTo>
                  <a:pt x="103644" y="34289"/>
                </a:lnTo>
                <a:lnTo>
                  <a:pt x="99822" y="32765"/>
                </a:lnTo>
                <a:lnTo>
                  <a:pt x="96774" y="34289"/>
                </a:lnTo>
                <a:lnTo>
                  <a:pt x="95250" y="38100"/>
                </a:lnTo>
                <a:lnTo>
                  <a:pt x="96774" y="41148"/>
                </a:lnTo>
                <a:lnTo>
                  <a:pt x="99822" y="42672"/>
                </a:lnTo>
                <a:lnTo>
                  <a:pt x="103644" y="41148"/>
                </a:lnTo>
                <a:lnTo>
                  <a:pt x="105168" y="38100"/>
                </a:lnTo>
                <a:close/>
              </a:path>
              <a:path w="1012825" h="76200">
                <a:moveTo>
                  <a:pt x="124218" y="38100"/>
                </a:moveTo>
                <a:lnTo>
                  <a:pt x="122694" y="34289"/>
                </a:lnTo>
                <a:lnTo>
                  <a:pt x="118872" y="32765"/>
                </a:lnTo>
                <a:lnTo>
                  <a:pt x="115824" y="34289"/>
                </a:lnTo>
                <a:lnTo>
                  <a:pt x="114300" y="38100"/>
                </a:lnTo>
                <a:lnTo>
                  <a:pt x="115824" y="41148"/>
                </a:lnTo>
                <a:lnTo>
                  <a:pt x="118872" y="42672"/>
                </a:lnTo>
                <a:lnTo>
                  <a:pt x="122694" y="41148"/>
                </a:lnTo>
                <a:lnTo>
                  <a:pt x="124218" y="38100"/>
                </a:lnTo>
                <a:close/>
              </a:path>
              <a:path w="1012825" h="76200">
                <a:moveTo>
                  <a:pt x="143268" y="38100"/>
                </a:moveTo>
                <a:lnTo>
                  <a:pt x="141744" y="34289"/>
                </a:lnTo>
                <a:lnTo>
                  <a:pt x="137922" y="32765"/>
                </a:lnTo>
                <a:lnTo>
                  <a:pt x="134874" y="34289"/>
                </a:lnTo>
                <a:lnTo>
                  <a:pt x="133350" y="38100"/>
                </a:lnTo>
                <a:lnTo>
                  <a:pt x="134874" y="41148"/>
                </a:lnTo>
                <a:lnTo>
                  <a:pt x="137922" y="42672"/>
                </a:lnTo>
                <a:lnTo>
                  <a:pt x="141744" y="41148"/>
                </a:lnTo>
                <a:lnTo>
                  <a:pt x="143268" y="38100"/>
                </a:lnTo>
                <a:close/>
              </a:path>
              <a:path w="1012825" h="76200">
                <a:moveTo>
                  <a:pt x="162318" y="38100"/>
                </a:moveTo>
                <a:lnTo>
                  <a:pt x="160794" y="34289"/>
                </a:lnTo>
                <a:lnTo>
                  <a:pt x="156972" y="32765"/>
                </a:lnTo>
                <a:lnTo>
                  <a:pt x="153924" y="34289"/>
                </a:lnTo>
                <a:lnTo>
                  <a:pt x="152400" y="38100"/>
                </a:lnTo>
                <a:lnTo>
                  <a:pt x="153924" y="41148"/>
                </a:lnTo>
                <a:lnTo>
                  <a:pt x="156972" y="42672"/>
                </a:lnTo>
                <a:lnTo>
                  <a:pt x="160794" y="41148"/>
                </a:lnTo>
                <a:lnTo>
                  <a:pt x="162318" y="38100"/>
                </a:lnTo>
                <a:close/>
              </a:path>
              <a:path w="1012825" h="76200">
                <a:moveTo>
                  <a:pt x="181368" y="38100"/>
                </a:moveTo>
                <a:lnTo>
                  <a:pt x="179844" y="34289"/>
                </a:lnTo>
                <a:lnTo>
                  <a:pt x="176022" y="32765"/>
                </a:lnTo>
                <a:lnTo>
                  <a:pt x="172974" y="34289"/>
                </a:lnTo>
                <a:lnTo>
                  <a:pt x="171450" y="38100"/>
                </a:lnTo>
                <a:lnTo>
                  <a:pt x="172974" y="41148"/>
                </a:lnTo>
                <a:lnTo>
                  <a:pt x="176022" y="42672"/>
                </a:lnTo>
                <a:lnTo>
                  <a:pt x="179844" y="41148"/>
                </a:lnTo>
                <a:lnTo>
                  <a:pt x="181368" y="38100"/>
                </a:lnTo>
                <a:close/>
              </a:path>
              <a:path w="1012825" h="76200">
                <a:moveTo>
                  <a:pt x="200418" y="38100"/>
                </a:moveTo>
                <a:lnTo>
                  <a:pt x="198894" y="34289"/>
                </a:lnTo>
                <a:lnTo>
                  <a:pt x="195072" y="32765"/>
                </a:lnTo>
                <a:lnTo>
                  <a:pt x="192024" y="34289"/>
                </a:lnTo>
                <a:lnTo>
                  <a:pt x="190500" y="38100"/>
                </a:lnTo>
                <a:lnTo>
                  <a:pt x="192024" y="41148"/>
                </a:lnTo>
                <a:lnTo>
                  <a:pt x="195072" y="42672"/>
                </a:lnTo>
                <a:lnTo>
                  <a:pt x="198894" y="41148"/>
                </a:lnTo>
                <a:lnTo>
                  <a:pt x="200418" y="38100"/>
                </a:lnTo>
                <a:close/>
              </a:path>
              <a:path w="1012825" h="76200">
                <a:moveTo>
                  <a:pt x="219468" y="38100"/>
                </a:moveTo>
                <a:lnTo>
                  <a:pt x="217944" y="34289"/>
                </a:lnTo>
                <a:lnTo>
                  <a:pt x="214122" y="32765"/>
                </a:lnTo>
                <a:lnTo>
                  <a:pt x="211074" y="34289"/>
                </a:lnTo>
                <a:lnTo>
                  <a:pt x="209550" y="38100"/>
                </a:lnTo>
                <a:lnTo>
                  <a:pt x="211074" y="41148"/>
                </a:lnTo>
                <a:lnTo>
                  <a:pt x="214122" y="42672"/>
                </a:lnTo>
                <a:lnTo>
                  <a:pt x="217944" y="41148"/>
                </a:lnTo>
                <a:lnTo>
                  <a:pt x="219468" y="38100"/>
                </a:lnTo>
                <a:close/>
              </a:path>
              <a:path w="1012825" h="76200">
                <a:moveTo>
                  <a:pt x="238518" y="38100"/>
                </a:moveTo>
                <a:lnTo>
                  <a:pt x="236994" y="34289"/>
                </a:lnTo>
                <a:lnTo>
                  <a:pt x="233172" y="32765"/>
                </a:lnTo>
                <a:lnTo>
                  <a:pt x="230124" y="34289"/>
                </a:lnTo>
                <a:lnTo>
                  <a:pt x="228600" y="38100"/>
                </a:lnTo>
                <a:lnTo>
                  <a:pt x="230124" y="41148"/>
                </a:lnTo>
                <a:lnTo>
                  <a:pt x="233172" y="42672"/>
                </a:lnTo>
                <a:lnTo>
                  <a:pt x="236994" y="41148"/>
                </a:lnTo>
                <a:lnTo>
                  <a:pt x="238518" y="38100"/>
                </a:lnTo>
                <a:close/>
              </a:path>
              <a:path w="1012825" h="76200">
                <a:moveTo>
                  <a:pt x="257568" y="38100"/>
                </a:moveTo>
                <a:lnTo>
                  <a:pt x="256044" y="34289"/>
                </a:lnTo>
                <a:lnTo>
                  <a:pt x="252222" y="32765"/>
                </a:lnTo>
                <a:lnTo>
                  <a:pt x="249174" y="34289"/>
                </a:lnTo>
                <a:lnTo>
                  <a:pt x="247650" y="38100"/>
                </a:lnTo>
                <a:lnTo>
                  <a:pt x="249174" y="41148"/>
                </a:lnTo>
                <a:lnTo>
                  <a:pt x="252222" y="42672"/>
                </a:lnTo>
                <a:lnTo>
                  <a:pt x="256044" y="41148"/>
                </a:lnTo>
                <a:lnTo>
                  <a:pt x="257568" y="38100"/>
                </a:lnTo>
                <a:close/>
              </a:path>
              <a:path w="1012825" h="76200">
                <a:moveTo>
                  <a:pt x="276618" y="38100"/>
                </a:moveTo>
                <a:lnTo>
                  <a:pt x="275094" y="34289"/>
                </a:lnTo>
                <a:lnTo>
                  <a:pt x="272046" y="32765"/>
                </a:lnTo>
                <a:lnTo>
                  <a:pt x="271272" y="32765"/>
                </a:lnTo>
                <a:lnTo>
                  <a:pt x="268224" y="34289"/>
                </a:lnTo>
                <a:lnTo>
                  <a:pt x="266700" y="38100"/>
                </a:lnTo>
                <a:lnTo>
                  <a:pt x="268224" y="41148"/>
                </a:lnTo>
                <a:lnTo>
                  <a:pt x="271272" y="42672"/>
                </a:lnTo>
                <a:lnTo>
                  <a:pt x="272046" y="42672"/>
                </a:lnTo>
                <a:lnTo>
                  <a:pt x="275094" y="41148"/>
                </a:lnTo>
                <a:lnTo>
                  <a:pt x="276618" y="38100"/>
                </a:lnTo>
                <a:close/>
              </a:path>
              <a:path w="1012825" h="76200">
                <a:moveTo>
                  <a:pt x="295668" y="38100"/>
                </a:moveTo>
                <a:lnTo>
                  <a:pt x="294144" y="34289"/>
                </a:lnTo>
                <a:lnTo>
                  <a:pt x="291096" y="32765"/>
                </a:lnTo>
                <a:lnTo>
                  <a:pt x="287274" y="34289"/>
                </a:lnTo>
                <a:lnTo>
                  <a:pt x="285750" y="38100"/>
                </a:lnTo>
                <a:lnTo>
                  <a:pt x="287274" y="41148"/>
                </a:lnTo>
                <a:lnTo>
                  <a:pt x="291096" y="42672"/>
                </a:lnTo>
                <a:lnTo>
                  <a:pt x="294144" y="41148"/>
                </a:lnTo>
                <a:lnTo>
                  <a:pt x="295668" y="38100"/>
                </a:lnTo>
                <a:close/>
              </a:path>
              <a:path w="1012825" h="76200">
                <a:moveTo>
                  <a:pt x="314718" y="38100"/>
                </a:moveTo>
                <a:lnTo>
                  <a:pt x="313194" y="34289"/>
                </a:lnTo>
                <a:lnTo>
                  <a:pt x="310146" y="32765"/>
                </a:lnTo>
                <a:lnTo>
                  <a:pt x="306324" y="34289"/>
                </a:lnTo>
                <a:lnTo>
                  <a:pt x="304800" y="38100"/>
                </a:lnTo>
                <a:lnTo>
                  <a:pt x="306324" y="41148"/>
                </a:lnTo>
                <a:lnTo>
                  <a:pt x="310146" y="42672"/>
                </a:lnTo>
                <a:lnTo>
                  <a:pt x="313194" y="41148"/>
                </a:lnTo>
                <a:lnTo>
                  <a:pt x="314718" y="38100"/>
                </a:lnTo>
                <a:close/>
              </a:path>
              <a:path w="1012825" h="76200">
                <a:moveTo>
                  <a:pt x="333768" y="38100"/>
                </a:moveTo>
                <a:lnTo>
                  <a:pt x="332244" y="34289"/>
                </a:lnTo>
                <a:lnTo>
                  <a:pt x="329196" y="32765"/>
                </a:lnTo>
                <a:lnTo>
                  <a:pt x="325374" y="34289"/>
                </a:lnTo>
                <a:lnTo>
                  <a:pt x="323850" y="38100"/>
                </a:lnTo>
                <a:lnTo>
                  <a:pt x="325374" y="41148"/>
                </a:lnTo>
                <a:lnTo>
                  <a:pt x="329196" y="42672"/>
                </a:lnTo>
                <a:lnTo>
                  <a:pt x="332244" y="41148"/>
                </a:lnTo>
                <a:lnTo>
                  <a:pt x="333768" y="38100"/>
                </a:lnTo>
                <a:close/>
              </a:path>
              <a:path w="1012825" h="76200">
                <a:moveTo>
                  <a:pt x="352818" y="38100"/>
                </a:moveTo>
                <a:lnTo>
                  <a:pt x="351294" y="34289"/>
                </a:lnTo>
                <a:lnTo>
                  <a:pt x="348246" y="32765"/>
                </a:lnTo>
                <a:lnTo>
                  <a:pt x="344424" y="34289"/>
                </a:lnTo>
                <a:lnTo>
                  <a:pt x="342900" y="38100"/>
                </a:lnTo>
                <a:lnTo>
                  <a:pt x="344424" y="41148"/>
                </a:lnTo>
                <a:lnTo>
                  <a:pt x="348246" y="42672"/>
                </a:lnTo>
                <a:lnTo>
                  <a:pt x="351294" y="41148"/>
                </a:lnTo>
                <a:lnTo>
                  <a:pt x="352818" y="38100"/>
                </a:lnTo>
                <a:close/>
              </a:path>
              <a:path w="1012825" h="76200">
                <a:moveTo>
                  <a:pt x="371868" y="38100"/>
                </a:moveTo>
                <a:lnTo>
                  <a:pt x="370344" y="34289"/>
                </a:lnTo>
                <a:lnTo>
                  <a:pt x="367296" y="32765"/>
                </a:lnTo>
                <a:lnTo>
                  <a:pt x="363474" y="34289"/>
                </a:lnTo>
                <a:lnTo>
                  <a:pt x="361950" y="38100"/>
                </a:lnTo>
                <a:lnTo>
                  <a:pt x="363474" y="41148"/>
                </a:lnTo>
                <a:lnTo>
                  <a:pt x="367296" y="42672"/>
                </a:lnTo>
                <a:lnTo>
                  <a:pt x="370344" y="41148"/>
                </a:lnTo>
                <a:lnTo>
                  <a:pt x="371868" y="38100"/>
                </a:lnTo>
                <a:close/>
              </a:path>
              <a:path w="1012825" h="76200">
                <a:moveTo>
                  <a:pt x="390918" y="38100"/>
                </a:moveTo>
                <a:lnTo>
                  <a:pt x="389394" y="34289"/>
                </a:lnTo>
                <a:lnTo>
                  <a:pt x="386346" y="32765"/>
                </a:lnTo>
                <a:lnTo>
                  <a:pt x="382524" y="34289"/>
                </a:lnTo>
                <a:lnTo>
                  <a:pt x="381000" y="38100"/>
                </a:lnTo>
                <a:lnTo>
                  <a:pt x="382524" y="41148"/>
                </a:lnTo>
                <a:lnTo>
                  <a:pt x="386346" y="42672"/>
                </a:lnTo>
                <a:lnTo>
                  <a:pt x="389394" y="41148"/>
                </a:lnTo>
                <a:lnTo>
                  <a:pt x="390918" y="38100"/>
                </a:lnTo>
                <a:close/>
              </a:path>
              <a:path w="1012825" h="76200">
                <a:moveTo>
                  <a:pt x="409968" y="38100"/>
                </a:moveTo>
                <a:lnTo>
                  <a:pt x="408444" y="34289"/>
                </a:lnTo>
                <a:lnTo>
                  <a:pt x="405396" y="32765"/>
                </a:lnTo>
                <a:lnTo>
                  <a:pt x="401574" y="34289"/>
                </a:lnTo>
                <a:lnTo>
                  <a:pt x="400050" y="38100"/>
                </a:lnTo>
                <a:lnTo>
                  <a:pt x="401574" y="41148"/>
                </a:lnTo>
                <a:lnTo>
                  <a:pt x="405396" y="42672"/>
                </a:lnTo>
                <a:lnTo>
                  <a:pt x="408444" y="41148"/>
                </a:lnTo>
                <a:lnTo>
                  <a:pt x="409968" y="38100"/>
                </a:lnTo>
                <a:close/>
              </a:path>
              <a:path w="1012825" h="76200">
                <a:moveTo>
                  <a:pt x="429018" y="38100"/>
                </a:moveTo>
                <a:lnTo>
                  <a:pt x="427494" y="34289"/>
                </a:lnTo>
                <a:lnTo>
                  <a:pt x="424446" y="32765"/>
                </a:lnTo>
                <a:lnTo>
                  <a:pt x="420624" y="34289"/>
                </a:lnTo>
                <a:lnTo>
                  <a:pt x="419100" y="38100"/>
                </a:lnTo>
                <a:lnTo>
                  <a:pt x="420624" y="41148"/>
                </a:lnTo>
                <a:lnTo>
                  <a:pt x="424446" y="42672"/>
                </a:lnTo>
                <a:lnTo>
                  <a:pt x="427494" y="41148"/>
                </a:lnTo>
                <a:lnTo>
                  <a:pt x="429018" y="38100"/>
                </a:lnTo>
                <a:close/>
              </a:path>
              <a:path w="1012825" h="76200">
                <a:moveTo>
                  <a:pt x="448068" y="38100"/>
                </a:moveTo>
                <a:lnTo>
                  <a:pt x="446544" y="34289"/>
                </a:lnTo>
                <a:lnTo>
                  <a:pt x="443496" y="32765"/>
                </a:lnTo>
                <a:lnTo>
                  <a:pt x="439674" y="34289"/>
                </a:lnTo>
                <a:lnTo>
                  <a:pt x="438150" y="38100"/>
                </a:lnTo>
                <a:lnTo>
                  <a:pt x="439674" y="41148"/>
                </a:lnTo>
                <a:lnTo>
                  <a:pt x="443496" y="42672"/>
                </a:lnTo>
                <a:lnTo>
                  <a:pt x="446544" y="41148"/>
                </a:lnTo>
                <a:lnTo>
                  <a:pt x="448068" y="38100"/>
                </a:lnTo>
                <a:close/>
              </a:path>
              <a:path w="1012825" h="76200">
                <a:moveTo>
                  <a:pt x="467118" y="38100"/>
                </a:moveTo>
                <a:lnTo>
                  <a:pt x="465594" y="34289"/>
                </a:lnTo>
                <a:lnTo>
                  <a:pt x="462546" y="32765"/>
                </a:lnTo>
                <a:lnTo>
                  <a:pt x="458724" y="34289"/>
                </a:lnTo>
                <a:lnTo>
                  <a:pt x="457200" y="38100"/>
                </a:lnTo>
                <a:lnTo>
                  <a:pt x="458724" y="41148"/>
                </a:lnTo>
                <a:lnTo>
                  <a:pt x="462546" y="42672"/>
                </a:lnTo>
                <a:lnTo>
                  <a:pt x="465594" y="41148"/>
                </a:lnTo>
                <a:lnTo>
                  <a:pt x="467118" y="38100"/>
                </a:lnTo>
                <a:close/>
              </a:path>
              <a:path w="1012825" h="76200">
                <a:moveTo>
                  <a:pt x="486168" y="38100"/>
                </a:moveTo>
                <a:lnTo>
                  <a:pt x="484644" y="34289"/>
                </a:lnTo>
                <a:lnTo>
                  <a:pt x="481596" y="32765"/>
                </a:lnTo>
                <a:lnTo>
                  <a:pt x="477774" y="34289"/>
                </a:lnTo>
                <a:lnTo>
                  <a:pt x="476250" y="38100"/>
                </a:lnTo>
                <a:lnTo>
                  <a:pt x="477774" y="41148"/>
                </a:lnTo>
                <a:lnTo>
                  <a:pt x="481596" y="42672"/>
                </a:lnTo>
                <a:lnTo>
                  <a:pt x="484644" y="41148"/>
                </a:lnTo>
                <a:lnTo>
                  <a:pt x="486168" y="38100"/>
                </a:lnTo>
                <a:close/>
              </a:path>
              <a:path w="1012825" h="76200">
                <a:moveTo>
                  <a:pt x="505218" y="38100"/>
                </a:moveTo>
                <a:lnTo>
                  <a:pt x="503694" y="34289"/>
                </a:lnTo>
                <a:lnTo>
                  <a:pt x="500646" y="32765"/>
                </a:lnTo>
                <a:lnTo>
                  <a:pt x="496824" y="34289"/>
                </a:lnTo>
                <a:lnTo>
                  <a:pt x="495300" y="38100"/>
                </a:lnTo>
                <a:lnTo>
                  <a:pt x="496824" y="41148"/>
                </a:lnTo>
                <a:lnTo>
                  <a:pt x="500646" y="42672"/>
                </a:lnTo>
                <a:lnTo>
                  <a:pt x="503694" y="41148"/>
                </a:lnTo>
                <a:lnTo>
                  <a:pt x="505218" y="38100"/>
                </a:lnTo>
                <a:close/>
              </a:path>
              <a:path w="1012825" h="76200">
                <a:moveTo>
                  <a:pt x="524268" y="38100"/>
                </a:moveTo>
                <a:lnTo>
                  <a:pt x="522744" y="34289"/>
                </a:lnTo>
                <a:lnTo>
                  <a:pt x="519696" y="32765"/>
                </a:lnTo>
                <a:lnTo>
                  <a:pt x="515874" y="34289"/>
                </a:lnTo>
                <a:lnTo>
                  <a:pt x="514350" y="38100"/>
                </a:lnTo>
                <a:lnTo>
                  <a:pt x="515874" y="41148"/>
                </a:lnTo>
                <a:lnTo>
                  <a:pt x="519696" y="42672"/>
                </a:lnTo>
                <a:lnTo>
                  <a:pt x="522744" y="41148"/>
                </a:lnTo>
                <a:lnTo>
                  <a:pt x="524268" y="38100"/>
                </a:lnTo>
                <a:close/>
              </a:path>
              <a:path w="1012825" h="76200">
                <a:moveTo>
                  <a:pt x="543318" y="38100"/>
                </a:moveTo>
                <a:lnTo>
                  <a:pt x="541794" y="34289"/>
                </a:lnTo>
                <a:lnTo>
                  <a:pt x="538746" y="32765"/>
                </a:lnTo>
                <a:lnTo>
                  <a:pt x="534924" y="34289"/>
                </a:lnTo>
                <a:lnTo>
                  <a:pt x="533400" y="38100"/>
                </a:lnTo>
                <a:lnTo>
                  <a:pt x="534924" y="41148"/>
                </a:lnTo>
                <a:lnTo>
                  <a:pt x="538746" y="42672"/>
                </a:lnTo>
                <a:lnTo>
                  <a:pt x="541794" y="41148"/>
                </a:lnTo>
                <a:lnTo>
                  <a:pt x="543318" y="38100"/>
                </a:lnTo>
                <a:close/>
              </a:path>
              <a:path w="1012825" h="76200">
                <a:moveTo>
                  <a:pt x="562368" y="38100"/>
                </a:moveTo>
                <a:lnTo>
                  <a:pt x="560844" y="34289"/>
                </a:lnTo>
                <a:lnTo>
                  <a:pt x="557796" y="32765"/>
                </a:lnTo>
                <a:lnTo>
                  <a:pt x="553974" y="34289"/>
                </a:lnTo>
                <a:lnTo>
                  <a:pt x="552450" y="38100"/>
                </a:lnTo>
                <a:lnTo>
                  <a:pt x="553974" y="41148"/>
                </a:lnTo>
                <a:lnTo>
                  <a:pt x="557796" y="42672"/>
                </a:lnTo>
                <a:lnTo>
                  <a:pt x="560844" y="41148"/>
                </a:lnTo>
                <a:lnTo>
                  <a:pt x="562368" y="38100"/>
                </a:lnTo>
                <a:close/>
              </a:path>
              <a:path w="1012825" h="76200">
                <a:moveTo>
                  <a:pt x="581418" y="38100"/>
                </a:moveTo>
                <a:lnTo>
                  <a:pt x="579894" y="34289"/>
                </a:lnTo>
                <a:lnTo>
                  <a:pt x="576846" y="32765"/>
                </a:lnTo>
                <a:lnTo>
                  <a:pt x="573024" y="34289"/>
                </a:lnTo>
                <a:lnTo>
                  <a:pt x="571500" y="38100"/>
                </a:lnTo>
                <a:lnTo>
                  <a:pt x="573024" y="41148"/>
                </a:lnTo>
                <a:lnTo>
                  <a:pt x="576846" y="42672"/>
                </a:lnTo>
                <a:lnTo>
                  <a:pt x="579894" y="41148"/>
                </a:lnTo>
                <a:lnTo>
                  <a:pt x="581418" y="38100"/>
                </a:lnTo>
                <a:close/>
              </a:path>
              <a:path w="1012825" h="76200">
                <a:moveTo>
                  <a:pt x="600468" y="38100"/>
                </a:moveTo>
                <a:lnTo>
                  <a:pt x="598944" y="34289"/>
                </a:lnTo>
                <a:lnTo>
                  <a:pt x="595896" y="32765"/>
                </a:lnTo>
                <a:lnTo>
                  <a:pt x="592074" y="34289"/>
                </a:lnTo>
                <a:lnTo>
                  <a:pt x="590550" y="38100"/>
                </a:lnTo>
                <a:lnTo>
                  <a:pt x="592074" y="41148"/>
                </a:lnTo>
                <a:lnTo>
                  <a:pt x="595896" y="42672"/>
                </a:lnTo>
                <a:lnTo>
                  <a:pt x="598944" y="41148"/>
                </a:lnTo>
                <a:lnTo>
                  <a:pt x="600468" y="38100"/>
                </a:lnTo>
                <a:close/>
              </a:path>
              <a:path w="1012825" h="76200">
                <a:moveTo>
                  <a:pt x="619518" y="38100"/>
                </a:moveTo>
                <a:lnTo>
                  <a:pt x="617994" y="34289"/>
                </a:lnTo>
                <a:lnTo>
                  <a:pt x="614946" y="32765"/>
                </a:lnTo>
                <a:lnTo>
                  <a:pt x="611124" y="34289"/>
                </a:lnTo>
                <a:lnTo>
                  <a:pt x="609600" y="38100"/>
                </a:lnTo>
                <a:lnTo>
                  <a:pt x="611124" y="41148"/>
                </a:lnTo>
                <a:lnTo>
                  <a:pt x="614946" y="42672"/>
                </a:lnTo>
                <a:lnTo>
                  <a:pt x="617994" y="41148"/>
                </a:lnTo>
                <a:lnTo>
                  <a:pt x="619518" y="38100"/>
                </a:lnTo>
                <a:close/>
              </a:path>
              <a:path w="1012825" h="76200">
                <a:moveTo>
                  <a:pt x="638568" y="38100"/>
                </a:moveTo>
                <a:lnTo>
                  <a:pt x="637044" y="34289"/>
                </a:lnTo>
                <a:lnTo>
                  <a:pt x="633996" y="32765"/>
                </a:lnTo>
                <a:lnTo>
                  <a:pt x="630174" y="34289"/>
                </a:lnTo>
                <a:lnTo>
                  <a:pt x="628650" y="38100"/>
                </a:lnTo>
                <a:lnTo>
                  <a:pt x="630174" y="41148"/>
                </a:lnTo>
                <a:lnTo>
                  <a:pt x="633996" y="42672"/>
                </a:lnTo>
                <a:lnTo>
                  <a:pt x="637044" y="41148"/>
                </a:lnTo>
                <a:lnTo>
                  <a:pt x="638568" y="38100"/>
                </a:lnTo>
                <a:close/>
              </a:path>
              <a:path w="1012825" h="76200">
                <a:moveTo>
                  <a:pt x="657618" y="38100"/>
                </a:moveTo>
                <a:lnTo>
                  <a:pt x="656094" y="34289"/>
                </a:lnTo>
                <a:lnTo>
                  <a:pt x="653046" y="32765"/>
                </a:lnTo>
                <a:lnTo>
                  <a:pt x="649224" y="34289"/>
                </a:lnTo>
                <a:lnTo>
                  <a:pt x="647700" y="38100"/>
                </a:lnTo>
                <a:lnTo>
                  <a:pt x="649224" y="41148"/>
                </a:lnTo>
                <a:lnTo>
                  <a:pt x="653046" y="42672"/>
                </a:lnTo>
                <a:lnTo>
                  <a:pt x="656094" y="41148"/>
                </a:lnTo>
                <a:lnTo>
                  <a:pt x="657618" y="38100"/>
                </a:lnTo>
                <a:close/>
              </a:path>
              <a:path w="1012825" h="76200">
                <a:moveTo>
                  <a:pt x="676668" y="38100"/>
                </a:moveTo>
                <a:lnTo>
                  <a:pt x="675144" y="34289"/>
                </a:lnTo>
                <a:lnTo>
                  <a:pt x="672096" y="32765"/>
                </a:lnTo>
                <a:lnTo>
                  <a:pt x="668274" y="34289"/>
                </a:lnTo>
                <a:lnTo>
                  <a:pt x="666750" y="38100"/>
                </a:lnTo>
                <a:lnTo>
                  <a:pt x="668274" y="41148"/>
                </a:lnTo>
                <a:lnTo>
                  <a:pt x="672096" y="42672"/>
                </a:lnTo>
                <a:lnTo>
                  <a:pt x="675144" y="41148"/>
                </a:lnTo>
                <a:lnTo>
                  <a:pt x="676668" y="38100"/>
                </a:lnTo>
                <a:close/>
              </a:path>
              <a:path w="1012825" h="76200">
                <a:moveTo>
                  <a:pt x="695718" y="38100"/>
                </a:moveTo>
                <a:lnTo>
                  <a:pt x="694194" y="34289"/>
                </a:lnTo>
                <a:lnTo>
                  <a:pt x="691146" y="32765"/>
                </a:lnTo>
                <a:lnTo>
                  <a:pt x="687324" y="34289"/>
                </a:lnTo>
                <a:lnTo>
                  <a:pt x="686562" y="38100"/>
                </a:lnTo>
                <a:lnTo>
                  <a:pt x="687324" y="41148"/>
                </a:lnTo>
                <a:lnTo>
                  <a:pt x="691146" y="42672"/>
                </a:lnTo>
                <a:lnTo>
                  <a:pt x="694194" y="41148"/>
                </a:lnTo>
                <a:lnTo>
                  <a:pt x="695718" y="38100"/>
                </a:lnTo>
                <a:close/>
              </a:path>
              <a:path w="1012825" h="76200">
                <a:moveTo>
                  <a:pt x="714768" y="38100"/>
                </a:moveTo>
                <a:lnTo>
                  <a:pt x="713244" y="34289"/>
                </a:lnTo>
                <a:lnTo>
                  <a:pt x="710196" y="32765"/>
                </a:lnTo>
                <a:lnTo>
                  <a:pt x="706374" y="34289"/>
                </a:lnTo>
                <a:lnTo>
                  <a:pt x="705612" y="38100"/>
                </a:lnTo>
                <a:lnTo>
                  <a:pt x="706374" y="41148"/>
                </a:lnTo>
                <a:lnTo>
                  <a:pt x="710196" y="42672"/>
                </a:lnTo>
                <a:lnTo>
                  <a:pt x="713244" y="41148"/>
                </a:lnTo>
                <a:lnTo>
                  <a:pt x="714768" y="38100"/>
                </a:lnTo>
                <a:close/>
              </a:path>
              <a:path w="1012825" h="76200">
                <a:moveTo>
                  <a:pt x="733818" y="38100"/>
                </a:moveTo>
                <a:lnTo>
                  <a:pt x="732294" y="34289"/>
                </a:lnTo>
                <a:lnTo>
                  <a:pt x="729246" y="32765"/>
                </a:lnTo>
                <a:lnTo>
                  <a:pt x="725424" y="34289"/>
                </a:lnTo>
                <a:lnTo>
                  <a:pt x="724662" y="38100"/>
                </a:lnTo>
                <a:lnTo>
                  <a:pt x="725424" y="41148"/>
                </a:lnTo>
                <a:lnTo>
                  <a:pt x="729246" y="42672"/>
                </a:lnTo>
                <a:lnTo>
                  <a:pt x="732294" y="41148"/>
                </a:lnTo>
                <a:lnTo>
                  <a:pt x="733818" y="38100"/>
                </a:lnTo>
                <a:close/>
              </a:path>
              <a:path w="1012825" h="76200">
                <a:moveTo>
                  <a:pt x="752868" y="38100"/>
                </a:moveTo>
                <a:lnTo>
                  <a:pt x="751344" y="34289"/>
                </a:lnTo>
                <a:lnTo>
                  <a:pt x="748296" y="32765"/>
                </a:lnTo>
                <a:lnTo>
                  <a:pt x="744474" y="34289"/>
                </a:lnTo>
                <a:lnTo>
                  <a:pt x="743712" y="38100"/>
                </a:lnTo>
                <a:lnTo>
                  <a:pt x="744474" y="41148"/>
                </a:lnTo>
                <a:lnTo>
                  <a:pt x="748296" y="42672"/>
                </a:lnTo>
                <a:lnTo>
                  <a:pt x="751344" y="41148"/>
                </a:lnTo>
                <a:lnTo>
                  <a:pt x="752868" y="38100"/>
                </a:lnTo>
                <a:close/>
              </a:path>
              <a:path w="1012825" h="76200">
                <a:moveTo>
                  <a:pt x="771918" y="38100"/>
                </a:moveTo>
                <a:lnTo>
                  <a:pt x="770394" y="34289"/>
                </a:lnTo>
                <a:lnTo>
                  <a:pt x="767346" y="32765"/>
                </a:lnTo>
                <a:lnTo>
                  <a:pt x="763524" y="34289"/>
                </a:lnTo>
                <a:lnTo>
                  <a:pt x="762762" y="38100"/>
                </a:lnTo>
                <a:lnTo>
                  <a:pt x="763524" y="41148"/>
                </a:lnTo>
                <a:lnTo>
                  <a:pt x="767346" y="42672"/>
                </a:lnTo>
                <a:lnTo>
                  <a:pt x="770394" y="41148"/>
                </a:lnTo>
                <a:lnTo>
                  <a:pt x="771918" y="38100"/>
                </a:lnTo>
                <a:close/>
              </a:path>
              <a:path w="1012825" h="76200">
                <a:moveTo>
                  <a:pt x="790968" y="38100"/>
                </a:moveTo>
                <a:lnTo>
                  <a:pt x="789444" y="34289"/>
                </a:lnTo>
                <a:lnTo>
                  <a:pt x="786396" y="32765"/>
                </a:lnTo>
                <a:lnTo>
                  <a:pt x="782574" y="34289"/>
                </a:lnTo>
                <a:lnTo>
                  <a:pt x="781812" y="38100"/>
                </a:lnTo>
                <a:lnTo>
                  <a:pt x="782574" y="41148"/>
                </a:lnTo>
                <a:lnTo>
                  <a:pt x="786396" y="42672"/>
                </a:lnTo>
                <a:lnTo>
                  <a:pt x="789444" y="41148"/>
                </a:lnTo>
                <a:lnTo>
                  <a:pt x="790968" y="38100"/>
                </a:lnTo>
                <a:close/>
              </a:path>
              <a:path w="1012825" h="76200">
                <a:moveTo>
                  <a:pt x="810018" y="38100"/>
                </a:moveTo>
                <a:lnTo>
                  <a:pt x="808494" y="34289"/>
                </a:lnTo>
                <a:lnTo>
                  <a:pt x="805446" y="32765"/>
                </a:lnTo>
                <a:lnTo>
                  <a:pt x="801624" y="34289"/>
                </a:lnTo>
                <a:lnTo>
                  <a:pt x="800862" y="38100"/>
                </a:lnTo>
                <a:lnTo>
                  <a:pt x="801624" y="41148"/>
                </a:lnTo>
                <a:lnTo>
                  <a:pt x="805446" y="42672"/>
                </a:lnTo>
                <a:lnTo>
                  <a:pt x="808494" y="41148"/>
                </a:lnTo>
                <a:lnTo>
                  <a:pt x="810018" y="38100"/>
                </a:lnTo>
                <a:close/>
              </a:path>
              <a:path w="1012825" h="76200">
                <a:moveTo>
                  <a:pt x="829068" y="38100"/>
                </a:moveTo>
                <a:lnTo>
                  <a:pt x="827544" y="34289"/>
                </a:lnTo>
                <a:lnTo>
                  <a:pt x="824496" y="32765"/>
                </a:lnTo>
                <a:lnTo>
                  <a:pt x="820674" y="34289"/>
                </a:lnTo>
                <a:lnTo>
                  <a:pt x="819912" y="38100"/>
                </a:lnTo>
                <a:lnTo>
                  <a:pt x="820674" y="41148"/>
                </a:lnTo>
                <a:lnTo>
                  <a:pt x="824496" y="42672"/>
                </a:lnTo>
                <a:lnTo>
                  <a:pt x="827544" y="41148"/>
                </a:lnTo>
                <a:lnTo>
                  <a:pt x="829068" y="38100"/>
                </a:lnTo>
                <a:close/>
              </a:path>
              <a:path w="1012825" h="76200">
                <a:moveTo>
                  <a:pt x="848118" y="38100"/>
                </a:moveTo>
                <a:lnTo>
                  <a:pt x="846594" y="34289"/>
                </a:lnTo>
                <a:lnTo>
                  <a:pt x="843546" y="32765"/>
                </a:lnTo>
                <a:lnTo>
                  <a:pt x="839724" y="34289"/>
                </a:lnTo>
                <a:lnTo>
                  <a:pt x="838962" y="38100"/>
                </a:lnTo>
                <a:lnTo>
                  <a:pt x="839724" y="41148"/>
                </a:lnTo>
                <a:lnTo>
                  <a:pt x="843546" y="42672"/>
                </a:lnTo>
                <a:lnTo>
                  <a:pt x="846594" y="41148"/>
                </a:lnTo>
                <a:lnTo>
                  <a:pt x="848118" y="38100"/>
                </a:lnTo>
                <a:close/>
              </a:path>
              <a:path w="1012825" h="76200">
                <a:moveTo>
                  <a:pt x="867168" y="38100"/>
                </a:moveTo>
                <a:lnTo>
                  <a:pt x="865644" y="34289"/>
                </a:lnTo>
                <a:lnTo>
                  <a:pt x="862596" y="32765"/>
                </a:lnTo>
                <a:lnTo>
                  <a:pt x="858774" y="34289"/>
                </a:lnTo>
                <a:lnTo>
                  <a:pt x="858012" y="38100"/>
                </a:lnTo>
                <a:lnTo>
                  <a:pt x="858774" y="41148"/>
                </a:lnTo>
                <a:lnTo>
                  <a:pt x="862596" y="42672"/>
                </a:lnTo>
                <a:lnTo>
                  <a:pt x="865644" y="41148"/>
                </a:lnTo>
                <a:lnTo>
                  <a:pt x="867168" y="38100"/>
                </a:lnTo>
                <a:close/>
              </a:path>
              <a:path w="1012825" h="76200">
                <a:moveTo>
                  <a:pt x="886218" y="38100"/>
                </a:moveTo>
                <a:lnTo>
                  <a:pt x="884694" y="34289"/>
                </a:lnTo>
                <a:lnTo>
                  <a:pt x="881646" y="32765"/>
                </a:lnTo>
                <a:lnTo>
                  <a:pt x="877824" y="34289"/>
                </a:lnTo>
                <a:lnTo>
                  <a:pt x="877062" y="38100"/>
                </a:lnTo>
                <a:lnTo>
                  <a:pt x="877824" y="41148"/>
                </a:lnTo>
                <a:lnTo>
                  <a:pt x="881646" y="42672"/>
                </a:lnTo>
                <a:lnTo>
                  <a:pt x="884694" y="41148"/>
                </a:lnTo>
                <a:lnTo>
                  <a:pt x="886218" y="38100"/>
                </a:lnTo>
                <a:close/>
              </a:path>
              <a:path w="1012825" h="76200">
                <a:moveTo>
                  <a:pt x="905268" y="38100"/>
                </a:moveTo>
                <a:lnTo>
                  <a:pt x="903744" y="34289"/>
                </a:lnTo>
                <a:lnTo>
                  <a:pt x="900696" y="32765"/>
                </a:lnTo>
                <a:lnTo>
                  <a:pt x="896874" y="34289"/>
                </a:lnTo>
                <a:lnTo>
                  <a:pt x="896112" y="38100"/>
                </a:lnTo>
                <a:lnTo>
                  <a:pt x="896874" y="41148"/>
                </a:lnTo>
                <a:lnTo>
                  <a:pt x="900696" y="42672"/>
                </a:lnTo>
                <a:lnTo>
                  <a:pt x="903744" y="41148"/>
                </a:lnTo>
                <a:lnTo>
                  <a:pt x="905268" y="38100"/>
                </a:lnTo>
                <a:close/>
              </a:path>
              <a:path w="1012825" h="76200">
                <a:moveTo>
                  <a:pt x="924318" y="38100"/>
                </a:moveTo>
                <a:lnTo>
                  <a:pt x="922794" y="34289"/>
                </a:lnTo>
                <a:lnTo>
                  <a:pt x="919746" y="32765"/>
                </a:lnTo>
                <a:lnTo>
                  <a:pt x="915924" y="34289"/>
                </a:lnTo>
                <a:lnTo>
                  <a:pt x="915162" y="38100"/>
                </a:lnTo>
                <a:lnTo>
                  <a:pt x="915924" y="41148"/>
                </a:lnTo>
                <a:lnTo>
                  <a:pt x="919746" y="42672"/>
                </a:lnTo>
                <a:lnTo>
                  <a:pt x="922794" y="41148"/>
                </a:lnTo>
                <a:lnTo>
                  <a:pt x="924318" y="38100"/>
                </a:lnTo>
                <a:close/>
              </a:path>
              <a:path w="1012825" h="76200">
                <a:moveTo>
                  <a:pt x="943368" y="38100"/>
                </a:moveTo>
                <a:lnTo>
                  <a:pt x="941844" y="34289"/>
                </a:lnTo>
                <a:lnTo>
                  <a:pt x="938796" y="32765"/>
                </a:lnTo>
                <a:lnTo>
                  <a:pt x="934974" y="34289"/>
                </a:lnTo>
                <a:lnTo>
                  <a:pt x="934212" y="38100"/>
                </a:lnTo>
                <a:lnTo>
                  <a:pt x="934974" y="41148"/>
                </a:lnTo>
                <a:lnTo>
                  <a:pt x="938796" y="42672"/>
                </a:lnTo>
                <a:lnTo>
                  <a:pt x="941844" y="41148"/>
                </a:lnTo>
                <a:lnTo>
                  <a:pt x="943368" y="38100"/>
                </a:lnTo>
                <a:close/>
              </a:path>
              <a:path w="1012825" h="76200">
                <a:moveTo>
                  <a:pt x="1012698" y="38100"/>
                </a:moveTo>
                <a:lnTo>
                  <a:pt x="936498" y="0"/>
                </a:lnTo>
                <a:lnTo>
                  <a:pt x="936498" y="33682"/>
                </a:lnTo>
                <a:lnTo>
                  <a:pt x="938796" y="32765"/>
                </a:lnTo>
                <a:lnTo>
                  <a:pt x="941844" y="34289"/>
                </a:lnTo>
                <a:lnTo>
                  <a:pt x="943368" y="38100"/>
                </a:lnTo>
                <a:lnTo>
                  <a:pt x="943368" y="72764"/>
                </a:lnTo>
                <a:lnTo>
                  <a:pt x="1012698" y="38100"/>
                </a:lnTo>
                <a:close/>
              </a:path>
              <a:path w="1012825" h="76200">
                <a:moveTo>
                  <a:pt x="943368" y="72764"/>
                </a:moveTo>
                <a:lnTo>
                  <a:pt x="943368" y="38100"/>
                </a:lnTo>
                <a:lnTo>
                  <a:pt x="941844" y="41148"/>
                </a:lnTo>
                <a:lnTo>
                  <a:pt x="938796" y="42672"/>
                </a:lnTo>
                <a:lnTo>
                  <a:pt x="936498" y="41755"/>
                </a:lnTo>
                <a:lnTo>
                  <a:pt x="936498" y="76200"/>
                </a:lnTo>
                <a:lnTo>
                  <a:pt x="943368" y="72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75627" y="5143500"/>
            <a:ext cx="76200" cy="586740"/>
          </a:xfrm>
          <a:custGeom>
            <a:avLst/>
            <a:gdLst/>
            <a:ahLst/>
            <a:cxnLst/>
            <a:rect l="l" t="t" r="r" b="b"/>
            <a:pathLst>
              <a:path w="76200" h="586739">
                <a:moveTo>
                  <a:pt x="76200" y="510539"/>
                </a:moveTo>
                <a:lnTo>
                  <a:pt x="0" y="510539"/>
                </a:lnTo>
                <a:lnTo>
                  <a:pt x="33540" y="577621"/>
                </a:lnTo>
                <a:lnTo>
                  <a:pt x="33540" y="523494"/>
                </a:lnTo>
                <a:lnTo>
                  <a:pt x="35064" y="527303"/>
                </a:lnTo>
                <a:lnTo>
                  <a:pt x="38100" y="528065"/>
                </a:lnTo>
                <a:lnTo>
                  <a:pt x="41148" y="527303"/>
                </a:lnTo>
                <a:lnTo>
                  <a:pt x="42672" y="523494"/>
                </a:lnTo>
                <a:lnTo>
                  <a:pt x="42672" y="577595"/>
                </a:lnTo>
                <a:lnTo>
                  <a:pt x="76200" y="510539"/>
                </a:lnTo>
                <a:close/>
              </a:path>
              <a:path w="76200" h="586739">
                <a:moveTo>
                  <a:pt x="42672" y="510539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5064" y="762"/>
                </a:lnTo>
                <a:lnTo>
                  <a:pt x="33540" y="4572"/>
                </a:lnTo>
                <a:lnTo>
                  <a:pt x="33540" y="510539"/>
                </a:lnTo>
                <a:lnTo>
                  <a:pt x="42672" y="510539"/>
                </a:lnTo>
                <a:close/>
              </a:path>
              <a:path w="76200" h="586739">
                <a:moveTo>
                  <a:pt x="42672" y="577595"/>
                </a:moveTo>
                <a:lnTo>
                  <a:pt x="42672" y="523494"/>
                </a:lnTo>
                <a:lnTo>
                  <a:pt x="41148" y="527303"/>
                </a:lnTo>
                <a:lnTo>
                  <a:pt x="38100" y="528065"/>
                </a:lnTo>
                <a:lnTo>
                  <a:pt x="35064" y="527303"/>
                </a:lnTo>
                <a:lnTo>
                  <a:pt x="33540" y="523494"/>
                </a:lnTo>
                <a:lnTo>
                  <a:pt x="33540" y="577621"/>
                </a:lnTo>
                <a:lnTo>
                  <a:pt x="38100" y="586739"/>
                </a:lnTo>
                <a:lnTo>
                  <a:pt x="42672" y="5775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816975" y="5252465"/>
            <a:ext cx="76200" cy="715010"/>
          </a:xfrm>
          <a:custGeom>
            <a:avLst/>
            <a:gdLst/>
            <a:ahLst/>
            <a:cxnLst/>
            <a:rect l="l" t="t" r="r" b="b"/>
            <a:pathLst>
              <a:path w="76200" h="71501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40" y="76200"/>
                </a:lnTo>
                <a:lnTo>
                  <a:pt x="33540" y="64008"/>
                </a:lnTo>
                <a:lnTo>
                  <a:pt x="35051" y="60198"/>
                </a:lnTo>
                <a:lnTo>
                  <a:pt x="38100" y="58674"/>
                </a:lnTo>
                <a:lnTo>
                  <a:pt x="41922" y="60198"/>
                </a:lnTo>
                <a:lnTo>
                  <a:pt x="42672" y="64008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76200" h="715010">
                <a:moveTo>
                  <a:pt x="42672" y="76200"/>
                </a:moveTo>
                <a:lnTo>
                  <a:pt x="42672" y="64008"/>
                </a:lnTo>
                <a:lnTo>
                  <a:pt x="41922" y="60198"/>
                </a:lnTo>
                <a:lnTo>
                  <a:pt x="38100" y="58674"/>
                </a:lnTo>
                <a:lnTo>
                  <a:pt x="35051" y="60198"/>
                </a:lnTo>
                <a:lnTo>
                  <a:pt x="33540" y="64008"/>
                </a:lnTo>
                <a:lnTo>
                  <a:pt x="33540" y="76200"/>
                </a:lnTo>
                <a:lnTo>
                  <a:pt x="42672" y="76200"/>
                </a:lnTo>
                <a:close/>
              </a:path>
              <a:path w="76200" h="715010">
                <a:moveTo>
                  <a:pt x="42672" y="710184"/>
                </a:moveTo>
                <a:lnTo>
                  <a:pt x="42672" y="76200"/>
                </a:lnTo>
                <a:lnTo>
                  <a:pt x="33540" y="76200"/>
                </a:lnTo>
                <a:lnTo>
                  <a:pt x="33540" y="710184"/>
                </a:lnTo>
                <a:lnTo>
                  <a:pt x="35051" y="713232"/>
                </a:lnTo>
                <a:lnTo>
                  <a:pt x="38100" y="714756"/>
                </a:lnTo>
                <a:lnTo>
                  <a:pt x="41922" y="713232"/>
                </a:lnTo>
                <a:lnTo>
                  <a:pt x="42672" y="710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144141" y="5974841"/>
            <a:ext cx="711200" cy="0"/>
          </a:xfrm>
          <a:custGeom>
            <a:avLst/>
            <a:gdLst/>
            <a:ahLst/>
            <a:cxnLst/>
            <a:rect l="l" t="t" r="r" b="b"/>
            <a:pathLst>
              <a:path w="711200">
                <a:moveTo>
                  <a:pt x="0" y="0"/>
                </a:moveTo>
                <a:lnTo>
                  <a:pt x="71093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59359" y="5936741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89191" y="38100"/>
                </a:moveTo>
                <a:lnTo>
                  <a:pt x="487667" y="35052"/>
                </a:lnTo>
                <a:lnTo>
                  <a:pt x="484631" y="33528"/>
                </a:lnTo>
                <a:lnTo>
                  <a:pt x="5334" y="33528"/>
                </a:lnTo>
                <a:lnTo>
                  <a:pt x="1511" y="35052"/>
                </a:lnTo>
                <a:lnTo>
                  <a:pt x="0" y="38100"/>
                </a:lnTo>
                <a:lnTo>
                  <a:pt x="1511" y="41910"/>
                </a:lnTo>
                <a:lnTo>
                  <a:pt x="5334" y="43434"/>
                </a:lnTo>
                <a:lnTo>
                  <a:pt x="484631" y="43434"/>
                </a:lnTo>
                <a:lnTo>
                  <a:pt x="487667" y="41910"/>
                </a:lnTo>
                <a:lnTo>
                  <a:pt x="489191" y="38100"/>
                </a:lnTo>
                <a:close/>
              </a:path>
              <a:path w="548004" h="76200">
                <a:moveTo>
                  <a:pt x="547865" y="38100"/>
                </a:moveTo>
                <a:lnTo>
                  <a:pt x="471665" y="0"/>
                </a:lnTo>
                <a:lnTo>
                  <a:pt x="471665" y="33528"/>
                </a:lnTo>
                <a:lnTo>
                  <a:pt x="484631" y="33528"/>
                </a:lnTo>
                <a:lnTo>
                  <a:pt x="487667" y="35052"/>
                </a:lnTo>
                <a:lnTo>
                  <a:pt x="489191" y="38100"/>
                </a:lnTo>
                <a:lnTo>
                  <a:pt x="489191" y="67437"/>
                </a:lnTo>
                <a:lnTo>
                  <a:pt x="547865" y="38100"/>
                </a:lnTo>
                <a:close/>
              </a:path>
              <a:path w="548004" h="76200">
                <a:moveTo>
                  <a:pt x="489191" y="67437"/>
                </a:moveTo>
                <a:lnTo>
                  <a:pt x="489191" y="38100"/>
                </a:lnTo>
                <a:lnTo>
                  <a:pt x="487667" y="41910"/>
                </a:lnTo>
                <a:lnTo>
                  <a:pt x="484631" y="43434"/>
                </a:lnTo>
                <a:lnTo>
                  <a:pt x="471665" y="43434"/>
                </a:lnTo>
                <a:lnTo>
                  <a:pt x="471665" y="76200"/>
                </a:lnTo>
                <a:lnTo>
                  <a:pt x="48919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464693" y="5974841"/>
            <a:ext cx="0" cy="634365"/>
          </a:xfrm>
          <a:custGeom>
            <a:avLst/>
            <a:gdLst/>
            <a:ahLst/>
            <a:cxnLst/>
            <a:rect l="l" t="t" r="r" b="b"/>
            <a:pathLst>
              <a:path h="634365">
                <a:moveTo>
                  <a:pt x="0" y="0"/>
                </a:moveTo>
                <a:lnTo>
                  <a:pt x="0" y="63398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297803" y="6496811"/>
            <a:ext cx="8509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672213" y="5006340"/>
            <a:ext cx="444500" cy="76200"/>
          </a:xfrm>
          <a:custGeom>
            <a:avLst/>
            <a:gdLst/>
            <a:ahLst/>
            <a:cxnLst/>
            <a:rect l="l" t="t" r="r" b="b"/>
            <a:pathLst>
              <a:path w="444500" h="76200">
                <a:moveTo>
                  <a:pt x="385572" y="38100"/>
                </a:moveTo>
                <a:lnTo>
                  <a:pt x="384810" y="35051"/>
                </a:lnTo>
                <a:lnTo>
                  <a:pt x="381000" y="33527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381000" y="43434"/>
                </a:lnTo>
                <a:lnTo>
                  <a:pt x="384810" y="41910"/>
                </a:lnTo>
                <a:lnTo>
                  <a:pt x="385572" y="38100"/>
                </a:lnTo>
                <a:close/>
              </a:path>
              <a:path w="444500" h="76200">
                <a:moveTo>
                  <a:pt x="444246" y="38100"/>
                </a:moveTo>
                <a:lnTo>
                  <a:pt x="368046" y="0"/>
                </a:lnTo>
                <a:lnTo>
                  <a:pt x="368046" y="33527"/>
                </a:lnTo>
                <a:lnTo>
                  <a:pt x="381000" y="33527"/>
                </a:lnTo>
                <a:lnTo>
                  <a:pt x="384810" y="35051"/>
                </a:lnTo>
                <a:lnTo>
                  <a:pt x="385572" y="38100"/>
                </a:lnTo>
                <a:lnTo>
                  <a:pt x="385572" y="67437"/>
                </a:lnTo>
                <a:lnTo>
                  <a:pt x="444246" y="38100"/>
                </a:lnTo>
                <a:close/>
              </a:path>
              <a:path w="444500" h="76200">
                <a:moveTo>
                  <a:pt x="385572" y="67437"/>
                </a:moveTo>
                <a:lnTo>
                  <a:pt x="385572" y="38100"/>
                </a:lnTo>
                <a:lnTo>
                  <a:pt x="384810" y="41910"/>
                </a:lnTo>
                <a:lnTo>
                  <a:pt x="381000" y="43434"/>
                </a:lnTo>
                <a:lnTo>
                  <a:pt x="368046" y="43434"/>
                </a:lnTo>
                <a:lnTo>
                  <a:pt x="368046" y="76200"/>
                </a:lnTo>
                <a:lnTo>
                  <a:pt x="385572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70689" y="4862321"/>
            <a:ext cx="444500" cy="76200"/>
          </a:xfrm>
          <a:custGeom>
            <a:avLst/>
            <a:gdLst/>
            <a:ahLst/>
            <a:cxnLst/>
            <a:rect l="l" t="t" r="r" b="b"/>
            <a:pathLst>
              <a:path w="444500" h="76200">
                <a:moveTo>
                  <a:pt x="385571" y="38100"/>
                </a:moveTo>
                <a:lnTo>
                  <a:pt x="384047" y="34289"/>
                </a:lnTo>
                <a:lnTo>
                  <a:pt x="381000" y="33527"/>
                </a:lnTo>
                <a:lnTo>
                  <a:pt x="4571" y="33528"/>
                </a:lnTo>
                <a:lnTo>
                  <a:pt x="1523" y="34290"/>
                </a:lnTo>
                <a:lnTo>
                  <a:pt x="0" y="38100"/>
                </a:lnTo>
                <a:lnTo>
                  <a:pt x="1523" y="41148"/>
                </a:lnTo>
                <a:lnTo>
                  <a:pt x="4571" y="42672"/>
                </a:lnTo>
                <a:lnTo>
                  <a:pt x="381000" y="42672"/>
                </a:lnTo>
                <a:lnTo>
                  <a:pt x="384047" y="41148"/>
                </a:lnTo>
                <a:lnTo>
                  <a:pt x="385571" y="38100"/>
                </a:lnTo>
                <a:close/>
              </a:path>
              <a:path w="444500" h="76200">
                <a:moveTo>
                  <a:pt x="444245" y="38100"/>
                </a:moveTo>
                <a:lnTo>
                  <a:pt x="368045" y="0"/>
                </a:lnTo>
                <a:lnTo>
                  <a:pt x="368045" y="33527"/>
                </a:lnTo>
                <a:lnTo>
                  <a:pt x="381000" y="33527"/>
                </a:lnTo>
                <a:lnTo>
                  <a:pt x="384047" y="34289"/>
                </a:lnTo>
                <a:lnTo>
                  <a:pt x="385571" y="38100"/>
                </a:lnTo>
                <a:lnTo>
                  <a:pt x="385571" y="67437"/>
                </a:lnTo>
                <a:lnTo>
                  <a:pt x="444245" y="38100"/>
                </a:lnTo>
                <a:close/>
              </a:path>
              <a:path w="444500" h="76200">
                <a:moveTo>
                  <a:pt x="385571" y="67437"/>
                </a:moveTo>
                <a:lnTo>
                  <a:pt x="385571" y="38100"/>
                </a:lnTo>
                <a:lnTo>
                  <a:pt x="384047" y="41148"/>
                </a:lnTo>
                <a:lnTo>
                  <a:pt x="381000" y="42672"/>
                </a:lnTo>
                <a:lnTo>
                  <a:pt x="368045" y="42672"/>
                </a:lnTo>
                <a:lnTo>
                  <a:pt x="368045" y="76200"/>
                </a:lnTo>
                <a:lnTo>
                  <a:pt x="38557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64593" y="5044440"/>
            <a:ext cx="0" cy="375285"/>
          </a:xfrm>
          <a:custGeom>
            <a:avLst/>
            <a:gdLst/>
            <a:ahLst/>
            <a:cxnLst/>
            <a:rect l="l" t="t" r="r" b="b"/>
            <a:pathLst>
              <a:path h="375285">
                <a:moveTo>
                  <a:pt x="0" y="0"/>
                </a:moveTo>
                <a:lnTo>
                  <a:pt x="0" y="3749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663069" y="4538471"/>
            <a:ext cx="0" cy="375285"/>
          </a:xfrm>
          <a:custGeom>
            <a:avLst/>
            <a:gdLst/>
            <a:ahLst/>
            <a:cxnLst/>
            <a:rect l="l" t="t" r="r" b="b"/>
            <a:pathLst>
              <a:path h="375285">
                <a:moveTo>
                  <a:pt x="0" y="0"/>
                </a:moveTo>
                <a:lnTo>
                  <a:pt x="0" y="37490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458078" y="4225290"/>
            <a:ext cx="49149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92546" y="5284470"/>
            <a:ext cx="152400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55"/>
              </a:lnSpc>
            </a:pPr>
            <a:r>
              <a:rPr sz="240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26643" y="4838700"/>
            <a:ext cx="620268" cy="3009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26643" y="4838700"/>
            <a:ext cx="620395" cy="300990"/>
          </a:xfrm>
          <a:custGeom>
            <a:avLst/>
            <a:gdLst/>
            <a:ahLst/>
            <a:cxnLst/>
            <a:rect l="l" t="t" r="r" b="b"/>
            <a:pathLst>
              <a:path w="620395" h="300989">
                <a:moveTo>
                  <a:pt x="0" y="0"/>
                </a:moveTo>
                <a:lnTo>
                  <a:pt x="0" y="300989"/>
                </a:lnTo>
                <a:lnTo>
                  <a:pt x="620268" y="300989"/>
                </a:lnTo>
                <a:lnTo>
                  <a:pt x="62026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709027" y="5825490"/>
            <a:ext cx="430529" cy="3002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709027" y="5825490"/>
            <a:ext cx="430530" cy="300355"/>
          </a:xfrm>
          <a:custGeom>
            <a:avLst/>
            <a:gdLst/>
            <a:ahLst/>
            <a:cxnLst/>
            <a:rect l="l" t="t" r="r" b="b"/>
            <a:pathLst>
              <a:path w="430529" h="300354">
                <a:moveTo>
                  <a:pt x="0" y="0"/>
                </a:moveTo>
                <a:lnTo>
                  <a:pt x="0" y="300227"/>
                </a:lnTo>
                <a:lnTo>
                  <a:pt x="430529" y="300227"/>
                </a:lnTo>
                <a:lnTo>
                  <a:pt x="43052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342267" y="4120896"/>
            <a:ext cx="4272280" cy="2797810"/>
          </a:xfrm>
          <a:custGeom>
            <a:avLst/>
            <a:gdLst/>
            <a:ahLst/>
            <a:cxnLst/>
            <a:rect l="l" t="t" r="r" b="b"/>
            <a:pathLst>
              <a:path w="4272280" h="2797809">
                <a:moveTo>
                  <a:pt x="0" y="0"/>
                </a:moveTo>
                <a:lnTo>
                  <a:pt x="0" y="2797302"/>
                </a:lnTo>
                <a:lnTo>
                  <a:pt x="4271771" y="2797302"/>
                </a:lnTo>
                <a:lnTo>
                  <a:pt x="427177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755775" y="1590547"/>
            <a:ext cx="6719570" cy="1162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43025">
              <a:lnSpc>
                <a:spcPts val="3250"/>
              </a:lnSpc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Insert a node after a specific</a:t>
            </a:r>
            <a:r>
              <a:rPr sz="2800" spc="-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node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2765"/>
              </a:lnSpc>
            </a:pPr>
            <a:r>
              <a:rPr sz="2400" b="1" spc="-5" dirty="0">
                <a:latin typeface="Courier New"/>
                <a:cs typeface="Courier New"/>
              </a:rPr>
              <a:t>void List::Insert50 (ListNode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*x)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List</a:t>
            </a:r>
            <a:r>
              <a:rPr spc="-55" dirty="0"/>
              <a:t> </a:t>
            </a:r>
            <a:r>
              <a:rPr spc="-5" dirty="0"/>
              <a:t>Deletion</a:t>
            </a:r>
          </a:p>
        </p:txBody>
      </p:sp>
      <p:sp>
        <p:nvSpPr>
          <p:cNvPr id="7" name="object 7"/>
          <p:cNvSpPr/>
          <p:nvPr/>
        </p:nvSpPr>
        <p:spPr>
          <a:xfrm>
            <a:off x="1768487" y="3657600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60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14663" y="3657600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92509" y="3656076"/>
            <a:ext cx="1318260" cy="321945"/>
          </a:xfrm>
          <a:custGeom>
            <a:avLst/>
            <a:gdLst/>
            <a:ahLst/>
            <a:cxnLst/>
            <a:rect l="l" t="t" r="r" b="b"/>
            <a:pathLst>
              <a:path w="1318260" h="321945">
                <a:moveTo>
                  <a:pt x="0" y="0"/>
                </a:moveTo>
                <a:lnTo>
                  <a:pt x="0" y="321564"/>
                </a:lnTo>
                <a:lnTo>
                  <a:pt x="1318260" y="321563"/>
                </a:lnTo>
                <a:lnTo>
                  <a:pt x="1318260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1639" y="3656076"/>
            <a:ext cx="0" cy="321945"/>
          </a:xfrm>
          <a:custGeom>
            <a:avLst/>
            <a:gdLst/>
            <a:ahLst/>
            <a:cxnLst/>
            <a:rect l="l" t="t" r="r" b="b"/>
            <a:pathLst>
              <a:path h="321945">
                <a:moveTo>
                  <a:pt x="0" y="0"/>
                </a:moveTo>
                <a:lnTo>
                  <a:pt x="0" y="32156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377069" y="3653790"/>
            <a:ext cx="1304925" cy="329565"/>
          </a:xfrm>
          <a:custGeom>
            <a:avLst/>
            <a:gdLst/>
            <a:ahLst/>
            <a:cxnLst/>
            <a:rect l="l" t="t" r="r" b="b"/>
            <a:pathLst>
              <a:path w="1304925" h="329564">
                <a:moveTo>
                  <a:pt x="0" y="0"/>
                </a:moveTo>
                <a:lnTo>
                  <a:pt x="0" y="329184"/>
                </a:lnTo>
                <a:lnTo>
                  <a:pt x="1304543" y="329184"/>
                </a:lnTo>
                <a:lnTo>
                  <a:pt x="130454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29341" y="3653790"/>
            <a:ext cx="0" cy="329565"/>
          </a:xfrm>
          <a:custGeom>
            <a:avLst/>
            <a:gdLst/>
            <a:ahLst/>
            <a:cxnLst/>
            <a:rect l="l" t="t" r="r" b="b"/>
            <a:pathLst>
              <a:path h="329564">
                <a:moveTo>
                  <a:pt x="0" y="0"/>
                </a:moveTo>
                <a:lnTo>
                  <a:pt x="0" y="32918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42477" y="3617214"/>
            <a:ext cx="4127500" cy="967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72795" algn="l"/>
                <a:tab pos="1652270" algn="l"/>
                <a:tab pos="2412365" algn="l"/>
                <a:tab pos="3183890" algn="l"/>
                <a:tab pos="3944620" algn="l"/>
              </a:tabLst>
            </a:pPr>
            <a:r>
              <a:rPr sz="2400" spc="-10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5" dirty="0">
                <a:latin typeface="Arial"/>
                <a:cs typeface="Arial"/>
              </a:rPr>
              <a:t>●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3600" spc="-15" baseline="1157" dirty="0">
                <a:latin typeface="Arial"/>
                <a:cs typeface="Arial"/>
              </a:rPr>
              <a:t>5</a:t>
            </a:r>
            <a:r>
              <a:rPr sz="3600" spc="-7" baseline="1157" dirty="0">
                <a:latin typeface="Arial"/>
                <a:cs typeface="Arial"/>
              </a:rPr>
              <a:t>0</a:t>
            </a:r>
            <a:r>
              <a:rPr sz="3600" baseline="1157" dirty="0">
                <a:latin typeface="Arial"/>
                <a:cs typeface="Arial"/>
              </a:rPr>
              <a:t>	</a:t>
            </a:r>
            <a:r>
              <a:rPr sz="3600" spc="-532" baseline="1157" dirty="0">
                <a:latin typeface="Arial"/>
                <a:cs typeface="Arial"/>
              </a:rPr>
              <a:t>●</a:t>
            </a:r>
            <a:r>
              <a:rPr sz="3600" baseline="1157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70180">
              <a:lnSpc>
                <a:spcPct val="100000"/>
              </a:lnSpc>
              <a:spcBef>
                <a:spcPts val="1780"/>
              </a:spcBef>
            </a:pPr>
            <a:r>
              <a:rPr sz="2400" spc="-5" dirty="0">
                <a:latin typeface="Arial"/>
                <a:cs typeface="Arial"/>
              </a:rPr>
              <a:t>(a) before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deletion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18817" y="3627120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59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864993" y="3627120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91769" y="3649217"/>
            <a:ext cx="1291590" cy="322580"/>
          </a:xfrm>
          <a:custGeom>
            <a:avLst/>
            <a:gdLst/>
            <a:ahLst/>
            <a:cxnLst/>
            <a:rect l="l" t="t" r="r" b="b"/>
            <a:pathLst>
              <a:path w="1291590" h="322579">
                <a:moveTo>
                  <a:pt x="0" y="0"/>
                </a:moveTo>
                <a:lnTo>
                  <a:pt x="0" y="322325"/>
                </a:lnTo>
                <a:lnTo>
                  <a:pt x="1291590" y="322325"/>
                </a:lnTo>
                <a:lnTo>
                  <a:pt x="129159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37170" y="3649217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97001" y="3593591"/>
            <a:ext cx="2784475" cy="991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72795" algn="l"/>
                <a:tab pos="1555115" algn="l"/>
                <a:tab pos="2231390" algn="l"/>
              </a:tabLst>
            </a:pPr>
            <a:r>
              <a:rPr sz="2400" spc="-5" dirty="0">
                <a:latin typeface="Arial"/>
                <a:cs typeface="Arial"/>
              </a:rPr>
              <a:t>50	</a:t>
            </a:r>
            <a:r>
              <a:rPr sz="2400" spc="-355" dirty="0">
                <a:latin typeface="Arial"/>
                <a:cs typeface="Arial"/>
              </a:rPr>
              <a:t>●	</a:t>
            </a:r>
            <a:r>
              <a:rPr sz="3600" spc="-7" baseline="1157" dirty="0">
                <a:latin typeface="Arial"/>
                <a:cs typeface="Arial"/>
              </a:rPr>
              <a:t>20	0</a:t>
            </a:r>
            <a:endParaRPr sz="3600" baseline="1157">
              <a:latin typeface="Arial"/>
              <a:cs typeface="Arial"/>
            </a:endParaRPr>
          </a:p>
          <a:p>
            <a:pPr marL="556260">
              <a:lnSpc>
                <a:spcPct val="100000"/>
              </a:lnSpc>
              <a:spcBef>
                <a:spcPts val="1964"/>
              </a:spcBef>
            </a:pPr>
            <a:r>
              <a:rPr sz="2400" spc="-5" dirty="0">
                <a:latin typeface="Arial"/>
                <a:cs typeface="Arial"/>
              </a:rPr>
              <a:t>(b) after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deletion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97187" y="3777996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89203" y="38100"/>
                </a:moveTo>
                <a:lnTo>
                  <a:pt x="487679" y="35051"/>
                </a:lnTo>
                <a:lnTo>
                  <a:pt x="484631" y="33527"/>
                </a:lnTo>
                <a:lnTo>
                  <a:pt x="4571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4571" y="42671"/>
                </a:lnTo>
                <a:lnTo>
                  <a:pt x="484631" y="42671"/>
                </a:lnTo>
                <a:lnTo>
                  <a:pt x="487679" y="41148"/>
                </a:lnTo>
                <a:lnTo>
                  <a:pt x="489203" y="38100"/>
                </a:lnTo>
                <a:close/>
              </a:path>
              <a:path w="548004" h="76200">
                <a:moveTo>
                  <a:pt x="547877" y="38100"/>
                </a:moveTo>
                <a:lnTo>
                  <a:pt x="471677" y="0"/>
                </a:lnTo>
                <a:lnTo>
                  <a:pt x="471677" y="33527"/>
                </a:lnTo>
                <a:lnTo>
                  <a:pt x="484631" y="33527"/>
                </a:lnTo>
                <a:lnTo>
                  <a:pt x="487679" y="35051"/>
                </a:lnTo>
                <a:lnTo>
                  <a:pt x="489203" y="38100"/>
                </a:lnTo>
                <a:lnTo>
                  <a:pt x="489203" y="67437"/>
                </a:lnTo>
                <a:lnTo>
                  <a:pt x="547877" y="38100"/>
                </a:lnTo>
                <a:close/>
              </a:path>
              <a:path w="548004" h="76200">
                <a:moveTo>
                  <a:pt x="489203" y="67437"/>
                </a:moveTo>
                <a:lnTo>
                  <a:pt x="489203" y="38100"/>
                </a:lnTo>
                <a:lnTo>
                  <a:pt x="487679" y="41148"/>
                </a:lnTo>
                <a:lnTo>
                  <a:pt x="484631" y="42671"/>
                </a:lnTo>
                <a:lnTo>
                  <a:pt x="471677" y="42671"/>
                </a:lnTo>
                <a:lnTo>
                  <a:pt x="471677" y="76200"/>
                </a:lnTo>
                <a:lnTo>
                  <a:pt x="48920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6343" y="3765041"/>
            <a:ext cx="546100" cy="76200"/>
          </a:xfrm>
          <a:custGeom>
            <a:avLst/>
            <a:gdLst/>
            <a:ahLst/>
            <a:cxnLst/>
            <a:rect l="l" t="t" r="r" b="b"/>
            <a:pathLst>
              <a:path w="546100" h="76200">
                <a:moveTo>
                  <a:pt x="486917" y="38100"/>
                </a:moveTo>
                <a:lnTo>
                  <a:pt x="485393" y="35052"/>
                </a:lnTo>
                <a:lnTo>
                  <a:pt x="482346" y="33528"/>
                </a:lnTo>
                <a:lnTo>
                  <a:pt x="4572" y="33528"/>
                </a:lnTo>
                <a:lnTo>
                  <a:pt x="762" y="35052"/>
                </a:lnTo>
                <a:lnTo>
                  <a:pt x="0" y="38100"/>
                </a:lnTo>
                <a:lnTo>
                  <a:pt x="762" y="41910"/>
                </a:lnTo>
                <a:lnTo>
                  <a:pt x="4572" y="43434"/>
                </a:lnTo>
                <a:lnTo>
                  <a:pt x="482346" y="43434"/>
                </a:lnTo>
                <a:lnTo>
                  <a:pt x="485393" y="41910"/>
                </a:lnTo>
                <a:lnTo>
                  <a:pt x="486917" y="38100"/>
                </a:lnTo>
                <a:close/>
              </a:path>
              <a:path w="546100" h="76200">
                <a:moveTo>
                  <a:pt x="545591" y="38100"/>
                </a:moveTo>
                <a:lnTo>
                  <a:pt x="469391" y="0"/>
                </a:lnTo>
                <a:lnTo>
                  <a:pt x="469391" y="33528"/>
                </a:lnTo>
                <a:lnTo>
                  <a:pt x="482346" y="33528"/>
                </a:lnTo>
                <a:lnTo>
                  <a:pt x="485393" y="35052"/>
                </a:lnTo>
                <a:lnTo>
                  <a:pt x="486917" y="38100"/>
                </a:lnTo>
                <a:lnTo>
                  <a:pt x="486917" y="67437"/>
                </a:lnTo>
                <a:lnTo>
                  <a:pt x="545591" y="38100"/>
                </a:lnTo>
                <a:close/>
              </a:path>
              <a:path w="546100" h="76200">
                <a:moveTo>
                  <a:pt x="486917" y="67437"/>
                </a:moveTo>
                <a:lnTo>
                  <a:pt x="486917" y="38100"/>
                </a:lnTo>
                <a:lnTo>
                  <a:pt x="485393" y="41910"/>
                </a:lnTo>
                <a:lnTo>
                  <a:pt x="482346" y="43434"/>
                </a:lnTo>
                <a:lnTo>
                  <a:pt x="469391" y="43434"/>
                </a:lnTo>
                <a:lnTo>
                  <a:pt x="469391" y="76200"/>
                </a:lnTo>
                <a:lnTo>
                  <a:pt x="48691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18170" y="3749040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4" h="76200">
                <a:moveTo>
                  <a:pt x="411479" y="38100"/>
                </a:moveTo>
                <a:lnTo>
                  <a:pt x="409955" y="35051"/>
                </a:lnTo>
                <a:lnTo>
                  <a:pt x="406920" y="33527"/>
                </a:lnTo>
                <a:lnTo>
                  <a:pt x="5346" y="33527"/>
                </a:lnTo>
                <a:lnTo>
                  <a:pt x="1536" y="35051"/>
                </a:lnTo>
                <a:lnTo>
                  <a:pt x="0" y="38100"/>
                </a:lnTo>
                <a:lnTo>
                  <a:pt x="1536" y="41910"/>
                </a:lnTo>
                <a:lnTo>
                  <a:pt x="5346" y="43434"/>
                </a:lnTo>
                <a:lnTo>
                  <a:pt x="406920" y="43434"/>
                </a:lnTo>
                <a:lnTo>
                  <a:pt x="409955" y="41910"/>
                </a:lnTo>
                <a:lnTo>
                  <a:pt x="411479" y="38100"/>
                </a:lnTo>
                <a:close/>
              </a:path>
              <a:path w="470534" h="76200">
                <a:moveTo>
                  <a:pt x="470153" y="38100"/>
                </a:moveTo>
                <a:lnTo>
                  <a:pt x="393953" y="0"/>
                </a:lnTo>
                <a:lnTo>
                  <a:pt x="393953" y="33527"/>
                </a:lnTo>
                <a:lnTo>
                  <a:pt x="406920" y="33527"/>
                </a:lnTo>
                <a:lnTo>
                  <a:pt x="409955" y="35051"/>
                </a:lnTo>
                <a:lnTo>
                  <a:pt x="411479" y="38100"/>
                </a:lnTo>
                <a:lnTo>
                  <a:pt x="411479" y="67437"/>
                </a:lnTo>
                <a:lnTo>
                  <a:pt x="470153" y="38100"/>
                </a:lnTo>
                <a:close/>
              </a:path>
              <a:path w="470534" h="76200">
                <a:moveTo>
                  <a:pt x="411479" y="67437"/>
                </a:moveTo>
                <a:lnTo>
                  <a:pt x="411479" y="38100"/>
                </a:lnTo>
                <a:lnTo>
                  <a:pt x="409955" y="41910"/>
                </a:lnTo>
                <a:lnTo>
                  <a:pt x="406920" y="43434"/>
                </a:lnTo>
                <a:lnTo>
                  <a:pt x="393953" y="43434"/>
                </a:lnTo>
                <a:lnTo>
                  <a:pt x="393953" y="76200"/>
                </a:lnTo>
                <a:lnTo>
                  <a:pt x="411479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35543" y="3214116"/>
            <a:ext cx="76200" cy="405765"/>
          </a:xfrm>
          <a:custGeom>
            <a:avLst/>
            <a:gdLst/>
            <a:ahLst/>
            <a:cxnLst/>
            <a:rect l="l" t="t" r="r" b="b"/>
            <a:pathLst>
              <a:path w="76200" h="405764">
                <a:moveTo>
                  <a:pt x="76200" y="329183"/>
                </a:moveTo>
                <a:lnTo>
                  <a:pt x="0" y="329183"/>
                </a:lnTo>
                <a:lnTo>
                  <a:pt x="32765" y="394715"/>
                </a:lnTo>
                <a:lnTo>
                  <a:pt x="32765" y="341375"/>
                </a:lnTo>
                <a:lnTo>
                  <a:pt x="34289" y="345185"/>
                </a:lnTo>
                <a:lnTo>
                  <a:pt x="38100" y="346709"/>
                </a:lnTo>
                <a:lnTo>
                  <a:pt x="41147" y="345185"/>
                </a:lnTo>
                <a:lnTo>
                  <a:pt x="42671" y="341375"/>
                </a:lnTo>
                <a:lnTo>
                  <a:pt x="42671" y="396239"/>
                </a:lnTo>
                <a:lnTo>
                  <a:pt x="76200" y="329183"/>
                </a:lnTo>
                <a:close/>
              </a:path>
              <a:path w="76200" h="405764">
                <a:moveTo>
                  <a:pt x="42671" y="329183"/>
                </a:moveTo>
                <a:lnTo>
                  <a:pt x="42671" y="5333"/>
                </a:lnTo>
                <a:lnTo>
                  <a:pt x="41147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5333"/>
                </a:lnTo>
                <a:lnTo>
                  <a:pt x="32765" y="329183"/>
                </a:lnTo>
                <a:lnTo>
                  <a:pt x="42671" y="329183"/>
                </a:lnTo>
                <a:close/>
              </a:path>
              <a:path w="76200" h="405764">
                <a:moveTo>
                  <a:pt x="42671" y="396239"/>
                </a:moveTo>
                <a:lnTo>
                  <a:pt x="42671" y="341375"/>
                </a:lnTo>
                <a:lnTo>
                  <a:pt x="41147" y="345185"/>
                </a:lnTo>
                <a:lnTo>
                  <a:pt x="38100" y="346709"/>
                </a:lnTo>
                <a:lnTo>
                  <a:pt x="34289" y="345185"/>
                </a:lnTo>
                <a:lnTo>
                  <a:pt x="32765" y="341375"/>
                </a:lnTo>
                <a:lnTo>
                  <a:pt x="32765" y="394715"/>
                </a:lnTo>
                <a:lnTo>
                  <a:pt x="38100" y="405383"/>
                </a:lnTo>
                <a:lnTo>
                  <a:pt x="42671" y="396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45515" y="3198876"/>
            <a:ext cx="76200" cy="405130"/>
          </a:xfrm>
          <a:custGeom>
            <a:avLst/>
            <a:gdLst/>
            <a:ahLst/>
            <a:cxnLst/>
            <a:rect l="l" t="t" r="r" b="b"/>
            <a:pathLst>
              <a:path w="76200" h="405129">
                <a:moveTo>
                  <a:pt x="76200" y="328421"/>
                </a:moveTo>
                <a:lnTo>
                  <a:pt x="0" y="328421"/>
                </a:lnTo>
                <a:lnTo>
                  <a:pt x="33527" y="395477"/>
                </a:lnTo>
                <a:lnTo>
                  <a:pt x="33527" y="340613"/>
                </a:lnTo>
                <a:lnTo>
                  <a:pt x="34290" y="344423"/>
                </a:lnTo>
                <a:lnTo>
                  <a:pt x="38100" y="345947"/>
                </a:lnTo>
                <a:lnTo>
                  <a:pt x="41135" y="344423"/>
                </a:lnTo>
                <a:lnTo>
                  <a:pt x="42659" y="340613"/>
                </a:lnTo>
                <a:lnTo>
                  <a:pt x="42659" y="395503"/>
                </a:lnTo>
                <a:lnTo>
                  <a:pt x="76200" y="328421"/>
                </a:lnTo>
                <a:close/>
              </a:path>
              <a:path w="76200" h="405129">
                <a:moveTo>
                  <a:pt x="42659" y="328421"/>
                </a:moveTo>
                <a:lnTo>
                  <a:pt x="42659" y="4571"/>
                </a:lnTo>
                <a:lnTo>
                  <a:pt x="41135" y="761"/>
                </a:lnTo>
                <a:lnTo>
                  <a:pt x="38100" y="0"/>
                </a:lnTo>
                <a:lnTo>
                  <a:pt x="34290" y="761"/>
                </a:lnTo>
                <a:lnTo>
                  <a:pt x="33527" y="4571"/>
                </a:lnTo>
                <a:lnTo>
                  <a:pt x="33527" y="328421"/>
                </a:lnTo>
                <a:lnTo>
                  <a:pt x="42659" y="328421"/>
                </a:lnTo>
                <a:close/>
              </a:path>
              <a:path w="76200" h="405129">
                <a:moveTo>
                  <a:pt x="42659" y="395503"/>
                </a:moveTo>
                <a:lnTo>
                  <a:pt x="42659" y="340613"/>
                </a:lnTo>
                <a:lnTo>
                  <a:pt x="41135" y="344423"/>
                </a:lnTo>
                <a:lnTo>
                  <a:pt x="38100" y="345947"/>
                </a:lnTo>
                <a:lnTo>
                  <a:pt x="34290" y="344423"/>
                </a:lnTo>
                <a:lnTo>
                  <a:pt x="33527" y="340613"/>
                </a:lnTo>
                <a:lnTo>
                  <a:pt x="33527" y="395477"/>
                </a:lnTo>
                <a:lnTo>
                  <a:pt x="38100" y="404621"/>
                </a:lnTo>
                <a:lnTo>
                  <a:pt x="42659" y="395503"/>
                </a:lnTo>
                <a:close/>
              </a:path>
            </a:pathLst>
          </a:custGeom>
          <a:solidFill>
            <a:srgbClr val="33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560711" y="3209544"/>
            <a:ext cx="76200" cy="405130"/>
          </a:xfrm>
          <a:custGeom>
            <a:avLst/>
            <a:gdLst/>
            <a:ahLst/>
            <a:cxnLst/>
            <a:rect l="l" t="t" r="r" b="b"/>
            <a:pathLst>
              <a:path w="76200" h="405129">
                <a:moveTo>
                  <a:pt x="76200" y="328422"/>
                </a:moveTo>
                <a:lnTo>
                  <a:pt x="0" y="328422"/>
                </a:lnTo>
                <a:lnTo>
                  <a:pt x="33528" y="395478"/>
                </a:lnTo>
                <a:lnTo>
                  <a:pt x="33528" y="341376"/>
                </a:lnTo>
                <a:lnTo>
                  <a:pt x="35051" y="345186"/>
                </a:lnTo>
                <a:lnTo>
                  <a:pt x="38100" y="345948"/>
                </a:lnTo>
                <a:lnTo>
                  <a:pt x="41910" y="345186"/>
                </a:lnTo>
                <a:lnTo>
                  <a:pt x="42672" y="341376"/>
                </a:lnTo>
                <a:lnTo>
                  <a:pt x="42672" y="395477"/>
                </a:lnTo>
                <a:lnTo>
                  <a:pt x="76200" y="328422"/>
                </a:lnTo>
                <a:close/>
              </a:path>
              <a:path w="76200" h="405129">
                <a:moveTo>
                  <a:pt x="42672" y="32842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4572"/>
                </a:lnTo>
                <a:lnTo>
                  <a:pt x="33528" y="328422"/>
                </a:lnTo>
                <a:lnTo>
                  <a:pt x="42672" y="328422"/>
                </a:lnTo>
                <a:close/>
              </a:path>
              <a:path w="76200" h="405129">
                <a:moveTo>
                  <a:pt x="42672" y="395477"/>
                </a:moveTo>
                <a:lnTo>
                  <a:pt x="42672" y="341376"/>
                </a:lnTo>
                <a:lnTo>
                  <a:pt x="41910" y="345186"/>
                </a:lnTo>
                <a:lnTo>
                  <a:pt x="38100" y="345948"/>
                </a:lnTo>
                <a:lnTo>
                  <a:pt x="35051" y="345186"/>
                </a:lnTo>
                <a:lnTo>
                  <a:pt x="33528" y="341376"/>
                </a:lnTo>
                <a:lnTo>
                  <a:pt x="33528" y="395478"/>
                </a:lnTo>
                <a:lnTo>
                  <a:pt x="38100" y="404622"/>
                </a:lnTo>
                <a:lnTo>
                  <a:pt x="42672" y="395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87537" y="6097523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60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33713" y="6097523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11559" y="6096000"/>
            <a:ext cx="1318260" cy="322580"/>
          </a:xfrm>
          <a:custGeom>
            <a:avLst/>
            <a:gdLst/>
            <a:ahLst/>
            <a:cxnLst/>
            <a:rect l="l" t="t" r="r" b="b"/>
            <a:pathLst>
              <a:path w="1318260" h="322579">
                <a:moveTo>
                  <a:pt x="0" y="0"/>
                </a:moveTo>
                <a:lnTo>
                  <a:pt x="0" y="322326"/>
                </a:lnTo>
                <a:lnTo>
                  <a:pt x="1318260" y="322325"/>
                </a:lnTo>
                <a:lnTo>
                  <a:pt x="131826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670689" y="6096000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96119" y="6094476"/>
            <a:ext cx="1304925" cy="328930"/>
          </a:xfrm>
          <a:custGeom>
            <a:avLst/>
            <a:gdLst/>
            <a:ahLst/>
            <a:cxnLst/>
            <a:rect l="l" t="t" r="r" b="b"/>
            <a:pathLst>
              <a:path w="1304925" h="328929">
                <a:moveTo>
                  <a:pt x="0" y="0"/>
                </a:moveTo>
                <a:lnTo>
                  <a:pt x="0" y="328422"/>
                </a:lnTo>
                <a:lnTo>
                  <a:pt x="1304543" y="328422"/>
                </a:lnTo>
                <a:lnTo>
                  <a:pt x="130454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048391" y="6094476"/>
            <a:ext cx="0" cy="328930"/>
          </a:xfrm>
          <a:custGeom>
            <a:avLst/>
            <a:gdLst/>
            <a:ahLst/>
            <a:cxnLst/>
            <a:rect l="l" t="t" r="r" b="b"/>
            <a:pathLst>
              <a:path h="328929">
                <a:moveTo>
                  <a:pt x="0" y="0"/>
                </a:moveTo>
                <a:lnTo>
                  <a:pt x="0" y="328422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37867" y="6067044"/>
            <a:ext cx="1292860" cy="322580"/>
          </a:xfrm>
          <a:custGeom>
            <a:avLst/>
            <a:gdLst/>
            <a:ahLst/>
            <a:cxnLst/>
            <a:rect l="l" t="t" r="r" b="b"/>
            <a:pathLst>
              <a:path w="1292859" h="322579">
                <a:moveTo>
                  <a:pt x="0" y="0"/>
                </a:moveTo>
                <a:lnTo>
                  <a:pt x="0" y="322325"/>
                </a:lnTo>
                <a:lnTo>
                  <a:pt x="1292352" y="322325"/>
                </a:lnTo>
                <a:lnTo>
                  <a:pt x="129235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884043" y="6067044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459101" y="6027420"/>
            <a:ext cx="7867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03885" algn="l"/>
              </a:tabLst>
            </a:pPr>
            <a:r>
              <a:rPr sz="2400" spc="-10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710819" y="6089141"/>
            <a:ext cx="1291590" cy="322580"/>
          </a:xfrm>
          <a:custGeom>
            <a:avLst/>
            <a:gdLst/>
            <a:ahLst/>
            <a:cxnLst/>
            <a:rect l="l" t="t" r="r" b="b"/>
            <a:pathLst>
              <a:path w="1291590" h="322579">
                <a:moveTo>
                  <a:pt x="0" y="0"/>
                </a:moveTo>
                <a:lnTo>
                  <a:pt x="0" y="322325"/>
                </a:lnTo>
                <a:lnTo>
                  <a:pt x="1291590" y="322325"/>
                </a:lnTo>
                <a:lnTo>
                  <a:pt x="129159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356220" y="6089141"/>
            <a:ext cx="0" cy="322580"/>
          </a:xfrm>
          <a:custGeom>
            <a:avLst/>
            <a:gdLst/>
            <a:ahLst/>
            <a:cxnLst/>
            <a:rect l="l" t="t" r="r" b="b"/>
            <a:pathLst>
              <a:path h="322579">
                <a:moveTo>
                  <a:pt x="0" y="0"/>
                </a:moveTo>
                <a:lnTo>
                  <a:pt x="0" y="32232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929510" y="6057138"/>
            <a:ext cx="58807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56615" algn="l"/>
                <a:tab pos="1668145" algn="l"/>
                <a:tab pos="2428875" algn="l"/>
                <a:tab pos="3231515" algn="l"/>
                <a:tab pos="3992879" algn="l"/>
                <a:tab pos="4967605" algn="l"/>
                <a:tab pos="5728335" algn="l"/>
              </a:tabLst>
            </a:pPr>
            <a:r>
              <a:rPr sz="2400" spc="-10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55" dirty="0">
                <a:latin typeface="Arial"/>
                <a:cs typeface="Arial"/>
              </a:rPr>
              <a:t>●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3600" spc="-15" baseline="1157" dirty="0">
                <a:latin typeface="Arial"/>
                <a:cs typeface="Arial"/>
              </a:rPr>
              <a:t>5</a:t>
            </a:r>
            <a:r>
              <a:rPr sz="3600" spc="-7" baseline="1157" dirty="0">
                <a:latin typeface="Arial"/>
                <a:cs typeface="Arial"/>
              </a:rPr>
              <a:t>0</a:t>
            </a:r>
            <a:r>
              <a:rPr sz="3600" baseline="1157" dirty="0">
                <a:latin typeface="Arial"/>
                <a:cs typeface="Arial"/>
              </a:rPr>
              <a:t>	</a:t>
            </a:r>
            <a:r>
              <a:rPr sz="3600" spc="-532" baseline="1157" dirty="0">
                <a:latin typeface="Arial"/>
                <a:cs typeface="Arial"/>
              </a:rPr>
              <a:t>●</a:t>
            </a:r>
            <a:r>
              <a:rPr sz="3600" baseline="1157" dirty="0">
                <a:latin typeface="Arial"/>
                <a:cs typeface="Arial"/>
              </a:rPr>
              <a:t>	</a:t>
            </a:r>
            <a:r>
              <a:rPr sz="3600" spc="-15" baseline="3472" dirty="0">
                <a:latin typeface="Arial"/>
                <a:cs typeface="Arial"/>
              </a:rPr>
              <a:t>2</a:t>
            </a:r>
            <a:r>
              <a:rPr sz="3600" spc="-7" baseline="3472" dirty="0">
                <a:latin typeface="Arial"/>
                <a:cs typeface="Arial"/>
              </a:rPr>
              <a:t>0</a:t>
            </a:r>
            <a:r>
              <a:rPr sz="3600" baseline="3472" dirty="0">
                <a:latin typeface="Arial"/>
                <a:cs typeface="Arial"/>
              </a:rPr>
              <a:t>	</a:t>
            </a:r>
            <a:r>
              <a:rPr sz="3600" spc="-7" baseline="3472" dirty="0">
                <a:latin typeface="Arial"/>
                <a:cs typeface="Arial"/>
              </a:rPr>
              <a:t>0</a:t>
            </a:r>
            <a:r>
              <a:rPr sz="3600" baseline="3472" dirty="0">
                <a:latin typeface="Arial"/>
                <a:cs typeface="Arial"/>
              </a:rPr>
              <a:t>	</a:t>
            </a:r>
            <a:r>
              <a:rPr sz="3600" spc="-15" baseline="1157" dirty="0">
                <a:latin typeface="Arial"/>
                <a:cs typeface="Arial"/>
              </a:rPr>
              <a:t>1</a:t>
            </a:r>
            <a:r>
              <a:rPr sz="3600" spc="-7" baseline="1157" dirty="0">
                <a:latin typeface="Arial"/>
                <a:cs typeface="Arial"/>
              </a:rPr>
              <a:t>0</a:t>
            </a:r>
            <a:r>
              <a:rPr sz="3600" baseline="1157" dirty="0">
                <a:latin typeface="Arial"/>
                <a:cs typeface="Arial"/>
              </a:rPr>
              <a:t>	</a:t>
            </a:r>
            <a:r>
              <a:rPr sz="3600" spc="-532" baseline="1157" dirty="0">
                <a:latin typeface="Arial"/>
                <a:cs typeface="Arial"/>
              </a:rPr>
              <a:t>●</a:t>
            </a:r>
            <a:endParaRPr sz="3600" baseline="1157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816237" y="6217920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89204" y="38100"/>
                </a:moveTo>
                <a:lnTo>
                  <a:pt x="487680" y="35051"/>
                </a:lnTo>
                <a:lnTo>
                  <a:pt x="484632" y="33527"/>
                </a:lnTo>
                <a:lnTo>
                  <a:pt x="4571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1" y="42671"/>
                </a:lnTo>
                <a:lnTo>
                  <a:pt x="484632" y="42671"/>
                </a:lnTo>
                <a:lnTo>
                  <a:pt x="487680" y="41909"/>
                </a:lnTo>
                <a:lnTo>
                  <a:pt x="489204" y="38100"/>
                </a:lnTo>
                <a:close/>
              </a:path>
              <a:path w="548004" h="76200">
                <a:moveTo>
                  <a:pt x="547878" y="38100"/>
                </a:moveTo>
                <a:lnTo>
                  <a:pt x="471678" y="0"/>
                </a:lnTo>
                <a:lnTo>
                  <a:pt x="471678" y="33527"/>
                </a:lnTo>
                <a:lnTo>
                  <a:pt x="484632" y="33527"/>
                </a:lnTo>
                <a:lnTo>
                  <a:pt x="487680" y="35051"/>
                </a:lnTo>
                <a:lnTo>
                  <a:pt x="489204" y="38100"/>
                </a:lnTo>
                <a:lnTo>
                  <a:pt x="489204" y="67437"/>
                </a:lnTo>
                <a:lnTo>
                  <a:pt x="547878" y="38100"/>
                </a:lnTo>
                <a:close/>
              </a:path>
              <a:path w="548004" h="76200">
                <a:moveTo>
                  <a:pt x="489204" y="67437"/>
                </a:moveTo>
                <a:lnTo>
                  <a:pt x="489204" y="38100"/>
                </a:lnTo>
                <a:lnTo>
                  <a:pt x="487680" y="41909"/>
                </a:lnTo>
                <a:lnTo>
                  <a:pt x="484632" y="42671"/>
                </a:lnTo>
                <a:lnTo>
                  <a:pt x="471678" y="42671"/>
                </a:lnTo>
                <a:lnTo>
                  <a:pt x="471678" y="76200"/>
                </a:lnTo>
                <a:lnTo>
                  <a:pt x="48920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45393" y="6220967"/>
            <a:ext cx="546100" cy="76200"/>
          </a:xfrm>
          <a:custGeom>
            <a:avLst/>
            <a:gdLst/>
            <a:ahLst/>
            <a:cxnLst/>
            <a:rect l="l" t="t" r="r" b="b"/>
            <a:pathLst>
              <a:path w="546100" h="76200">
                <a:moveTo>
                  <a:pt x="486917" y="38100"/>
                </a:moveTo>
                <a:lnTo>
                  <a:pt x="485393" y="35052"/>
                </a:lnTo>
                <a:lnTo>
                  <a:pt x="482346" y="33528"/>
                </a:lnTo>
                <a:lnTo>
                  <a:pt x="4572" y="33528"/>
                </a:lnTo>
                <a:lnTo>
                  <a:pt x="762" y="35052"/>
                </a:lnTo>
                <a:lnTo>
                  <a:pt x="0" y="38100"/>
                </a:lnTo>
                <a:lnTo>
                  <a:pt x="762" y="41910"/>
                </a:lnTo>
                <a:lnTo>
                  <a:pt x="4572" y="42672"/>
                </a:lnTo>
                <a:lnTo>
                  <a:pt x="482346" y="42672"/>
                </a:lnTo>
                <a:lnTo>
                  <a:pt x="485393" y="41910"/>
                </a:lnTo>
                <a:lnTo>
                  <a:pt x="486917" y="38100"/>
                </a:lnTo>
                <a:close/>
              </a:path>
              <a:path w="546100" h="76200">
                <a:moveTo>
                  <a:pt x="545591" y="38100"/>
                </a:moveTo>
                <a:lnTo>
                  <a:pt x="469391" y="0"/>
                </a:lnTo>
                <a:lnTo>
                  <a:pt x="469391" y="33528"/>
                </a:lnTo>
                <a:lnTo>
                  <a:pt x="482346" y="33528"/>
                </a:lnTo>
                <a:lnTo>
                  <a:pt x="485393" y="35052"/>
                </a:lnTo>
                <a:lnTo>
                  <a:pt x="486917" y="38100"/>
                </a:lnTo>
                <a:lnTo>
                  <a:pt x="486917" y="67437"/>
                </a:lnTo>
                <a:lnTo>
                  <a:pt x="545591" y="38100"/>
                </a:lnTo>
                <a:close/>
              </a:path>
              <a:path w="546100" h="76200">
                <a:moveTo>
                  <a:pt x="486917" y="67437"/>
                </a:moveTo>
                <a:lnTo>
                  <a:pt x="486917" y="38100"/>
                </a:lnTo>
                <a:lnTo>
                  <a:pt x="485393" y="41910"/>
                </a:lnTo>
                <a:lnTo>
                  <a:pt x="482346" y="42672"/>
                </a:lnTo>
                <a:lnTo>
                  <a:pt x="469391" y="42672"/>
                </a:lnTo>
                <a:lnTo>
                  <a:pt x="469391" y="76200"/>
                </a:lnTo>
                <a:lnTo>
                  <a:pt x="48691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37220" y="6204965"/>
            <a:ext cx="470534" cy="76200"/>
          </a:xfrm>
          <a:custGeom>
            <a:avLst/>
            <a:gdLst/>
            <a:ahLst/>
            <a:cxnLst/>
            <a:rect l="l" t="t" r="r" b="b"/>
            <a:pathLst>
              <a:path w="470534" h="76200">
                <a:moveTo>
                  <a:pt x="411479" y="38100"/>
                </a:moveTo>
                <a:lnTo>
                  <a:pt x="409955" y="35051"/>
                </a:lnTo>
                <a:lnTo>
                  <a:pt x="406920" y="33528"/>
                </a:lnTo>
                <a:lnTo>
                  <a:pt x="5346" y="33528"/>
                </a:lnTo>
                <a:lnTo>
                  <a:pt x="1536" y="35051"/>
                </a:lnTo>
                <a:lnTo>
                  <a:pt x="0" y="38100"/>
                </a:lnTo>
                <a:lnTo>
                  <a:pt x="1536" y="41910"/>
                </a:lnTo>
                <a:lnTo>
                  <a:pt x="5346" y="43434"/>
                </a:lnTo>
                <a:lnTo>
                  <a:pt x="406920" y="43434"/>
                </a:lnTo>
                <a:lnTo>
                  <a:pt x="409955" y="41910"/>
                </a:lnTo>
                <a:lnTo>
                  <a:pt x="411479" y="38100"/>
                </a:lnTo>
                <a:close/>
              </a:path>
              <a:path w="470534" h="76200">
                <a:moveTo>
                  <a:pt x="470153" y="38100"/>
                </a:moveTo>
                <a:lnTo>
                  <a:pt x="393953" y="0"/>
                </a:lnTo>
                <a:lnTo>
                  <a:pt x="393953" y="33528"/>
                </a:lnTo>
                <a:lnTo>
                  <a:pt x="406920" y="33528"/>
                </a:lnTo>
                <a:lnTo>
                  <a:pt x="409955" y="35051"/>
                </a:lnTo>
                <a:lnTo>
                  <a:pt x="411479" y="38100"/>
                </a:lnTo>
                <a:lnTo>
                  <a:pt x="411479" y="67437"/>
                </a:lnTo>
                <a:lnTo>
                  <a:pt x="470153" y="38100"/>
                </a:lnTo>
                <a:close/>
              </a:path>
              <a:path w="470534" h="76200">
                <a:moveTo>
                  <a:pt x="411479" y="67437"/>
                </a:moveTo>
                <a:lnTo>
                  <a:pt x="411479" y="38100"/>
                </a:lnTo>
                <a:lnTo>
                  <a:pt x="409955" y="41910"/>
                </a:lnTo>
                <a:lnTo>
                  <a:pt x="406920" y="43434"/>
                </a:lnTo>
                <a:lnTo>
                  <a:pt x="393953" y="43434"/>
                </a:lnTo>
                <a:lnTo>
                  <a:pt x="393953" y="76200"/>
                </a:lnTo>
                <a:lnTo>
                  <a:pt x="411479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54593" y="5654040"/>
            <a:ext cx="76200" cy="405765"/>
          </a:xfrm>
          <a:custGeom>
            <a:avLst/>
            <a:gdLst/>
            <a:ahLst/>
            <a:cxnLst/>
            <a:rect l="l" t="t" r="r" b="b"/>
            <a:pathLst>
              <a:path w="76200" h="405764">
                <a:moveTo>
                  <a:pt x="76200" y="329184"/>
                </a:moveTo>
                <a:lnTo>
                  <a:pt x="0" y="329184"/>
                </a:lnTo>
                <a:lnTo>
                  <a:pt x="32765" y="394715"/>
                </a:lnTo>
                <a:lnTo>
                  <a:pt x="32765" y="341375"/>
                </a:lnTo>
                <a:lnTo>
                  <a:pt x="34289" y="345186"/>
                </a:lnTo>
                <a:lnTo>
                  <a:pt x="38100" y="346710"/>
                </a:lnTo>
                <a:lnTo>
                  <a:pt x="41147" y="345186"/>
                </a:lnTo>
                <a:lnTo>
                  <a:pt x="42671" y="341375"/>
                </a:lnTo>
                <a:lnTo>
                  <a:pt x="42671" y="396240"/>
                </a:lnTo>
                <a:lnTo>
                  <a:pt x="76200" y="329184"/>
                </a:lnTo>
                <a:close/>
              </a:path>
              <a:path w="76200" h="405764">
                <a:moveTo>
                  <a:pt x="42671" y="329184"/>
                </a:moveTo>
                <a:lnTo>
                  <a:pt x="42671" y="5334"/>
                </a:lnTo>
                <a:lnTo>
                  <a:pt x="41147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2765" y="5334"/>
                </a:lnTo>
                <a:lnTo>
                  <a:pt x="32765" y="329184"/>
                </a:lnTo>
                <a:lnTo>
                  <a:pt x="42671" y="329184"/>
                </a:lnTo>
                <a:close/>
              </a:path>
              <a:path w="76200" h="405764">
                <a:moveTo>
                  <a:pt x="42671" y="396240"/>
                </a:moveTo>
                <a:lnTo>
                  <a:pt x="42671" y="341375"/>
                </a:lnTo>
                <a:lnTo>
                  <a:pt x="41147" y="345186"/>
                </a:lnTo>
                <a:lnTo>
                  <a:pt x="38100" y="346710"/>
                </a:lnTo>
                <a:lnTo>
                  <a:pt x="34289" y="345186"/>
                </a:lnTo>
                <a:lnTo>
                  <a:pt x="32765" y="341375"/>
                </a:lnTo>
                <a:lnTo>
                  <a:pt x="32765" y="394715"/>
                </a:lnTo>
                <a:lnTo>
                  <a:pt x="38100" y="405384"/>
                </a:lnTo>
                <a:lnTo>
                  <a:pt x="42671" y="396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964565" y="5638800"/>
            <a:ext cx="76200" cy="405130"/>
          </a:xfrm>
          <a:custGeom>
            <a:avLst/>
            <a:gdLst/>
            <a:ahLst/>
            <a:cxnLst/>
            <a:rect l="l" t="t" r="r" b="b"/>
            <a:pathLst>
              <a:path w="76200" h="405129">
                <a:moveTo>
                  <a:pt x="76200" y="328422"/>
                </a:moveTo>
                <a:lnTo>
                  <a:pt x="0" y="328422"/>
                </a:lnTo>
                <a:lnTo>
                  <a:pt x="33527" y="395477"/>
                </a:lnTo>
                <a:lnTo>
                  <a:pt x="33527" y="341375"/>
                </a:lnTo>
                <a:lnTo>
                  <a:pt x="34290" y="344424"/>
                </a:lnTo>
                <a:lnTo>
                  <a:pt x="38100" y="345948"/>
                </a:lnTo>
                <a:lnTo>
                  <a:pt x="41135" y="344424"/>
                </a:lnTo>
                <a:lnTo>
                  <a:pt x="42659" y="341375"/>
                </a:lnTo>
                <a:lnTo>
                  <a:pt x="42659" y="395503"/>
                </a:lnTo>
                <a:lnTo>
                  <a:pt x="76200" y="328422"/>
                </a:lnTo>
                <a:close/>
              </a:path>
              <a:path w="76200" h="405129">
                <a:moveTo>
                  <a:pt x="42659" y="328422"/>
                </a:moveTo>
                <a:lnTo>
                  <a:pt x="42659" y="4572"/>
                </a:lnTo>
                <a:lnTo>
                  <a:pt x="41135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7" y="4572"/>
                </a:lnTo>
                <a:lnTo>
                  <a:pt x="33527" y="328422"/>
                </a:lnTo>
                <a:lnTo>
                  <a:pt x="42659" y="328422"/>
                </a:lnTo>
                <a:close/>
              </a:path>
              <a:path w="76200" h="405129">
                <a:moveTo>
                  <a:pt x="42659" y="395503"/>
                </a:moveTo>
                <a:lnTo>
                  <a:pt x="42659" y="341375"/>
                </a:lnTo>
                <a:lnTo>
                  <a:pt x="41135" y="344424"/>
                </a:lnTo>
                <a:lnTo>
                  <a:pt x="38100" y="345948"/>
                </a:lnTo>
                <a:lnTo>
                  <a:pt x="34290" y="344424"/>
                </a:lnTo>
                <a:lnTo>
                  <a:pt x="33527" y="341375"/>
                </a:lnTo>
                <a:lnTo>
                  <a:pt x="33527" y="395477"/>
                </a:lnTo>
                <a:lnTo>
                  <a:pt x="38100" y="404622"/>
                </a:lnTo>
                <a:lnTo>
                  <a:pt x="42659" y="3955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724532" y="4702047"/>
            <a:ext cx="7369809" cy="949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86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658495" algn="l"/>
              </a:tabLst>
            </a:pPr>
            <a:r>
              <a:rPr sz="3200" spc="-10" dirty="0">
                <a:latin typeface="Arial"/>
                <a:cs typeface="Arial"/>
              </a:rPr>
              <a:t>Delete node other </a:t>
            </a:r>
            <a:r>
              <a:rPr sz="3200" spc="-5" dirty="0">
                <a:latin typeface="Arial"/>
                <a:cs typeface="Arial"/>
              </a:rPr>
              <a:t>than the first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node.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597025" algn="l"/>
                <a:tab pos="5139690" algn="l"/>
              </a:tabLst>
            </a:pPr>
            <a:r>
              <a:rPr sz="2400" spc="-5" dirty="0">
                <a:latin typeface="Arial"/>
                <a:cs typeface="Arial"/>
              </a:rPr>
              <a:t>first	node	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579761" y="5649467"/>
            <a:ext cx="76200" cy="405130"/>
          </a:xfrm>
          <a:custGeom>
            <a:avLst/>
            <a:gdLst/>
            <a:ahLst/>
            <a:cxnLst/>
            <a:rect l="l" t="t" r="r" b="b"/>
            <a:pathLst>
              <a:path w="76200" h="405129">
                <a:moveTo>
                  <a:pt x="76200" y="328422"/>
                </a:moveTo>
                <a:lnTo>
                  <a:pt x="0" y="328422"/>
                </a:lnTo>
                <a:lnTo>
                  <a:pt x="33528" y="395478"/>
                </a:lnTo>
                <a:lnTo>
                  <a:pt x="33528" y="341376"/>
                </a:lnTo>
                <a:lnTo>
                  <a:pt x="35051" y="345186"/>
                </a:lnTo>
                <a:lnTo>
                  <a:pt x="38100" y="345948"/>
                </a:lnTo>
                <a:lnTo>
                  <a:pt x="41910" y="345186"/>
                </a:lnTo>
                <a:lnTo>
                  <a:pt x="42672" y="341376"/>
                </a:lnTo>
                <a:lnTo>
                  <a:pt x="42672" y="395477"/>
                </a:lnTo>
                <a:lnTo>
                  <a:pt x="76200" y="328422"/>
                </a:lnTo>
                <a:close/>
              </a:path>
              <a:path w="76200" h="405129">
                <a:moveTo>
                  <a:pt x="42672" y="32842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8" y="328422"/>
                </a:lnTo>
                <a:lnTo>
                  <a:pt x="42672" y="328422"/>
                </a:lnTo>
                <a:close/>
              </a:path>
              <a:path w="76200" h="405129">
                <a:moveTo>
                  <a:pt x="42672" y="395477"/>
                </a:moveTo>
                <a:lnTo>
                  <a:pt x="42672" y="341376"/>
                </a:lnTo>
                <a:lnTo>
                  <a:pt x="41910" y="345186"/>
                </a:lnTo>
                <a:lnTo>
                  <a:pt x="38100" y="345948"/>
                </a:lnTo>
                <a:lnTo>
                  <a:pt x="35051" y="345186"/>
                </a:lnTo>
                <a:lnTo>
                  <a:pt x="33528" y="341376"/>
                </a:lnTo>
                <a:lnTo>
                  <a:pt x="33528" y="395478"/>
                </a:lnTo>
                <a:lnTo>
                  <a:pt x="38100" y="404622"/>
                </a:lnTo>
                <a:lnTo>
                  <a:pt x="42672" y="395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372222" y="6105144"/>
            <a:ext cx="635507" cy="298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372222" y="6105144"/>
            <a:ext cx="635635" cy="299085"/>
          </a:xfrm>
          <a:custGeom>
            <a:avLst/>
            <a:gdLst/>
            <a:ahLst/>
            <a:cxnLst/>
            <a:rect l="l" t="t" r="r" b="b"/>
            <a:pathLst>
              <a:path w="635634" h="299085">
                <a:moveTo>
                  <a:pt x="0" y="0"/>
                </a:moveTo>
                <a:lnTo>
                  <a:pt x="0" y="298703"/>
                </a:lnTo>
                <a:lnTo>
                  <a:pt x="635507" y="298703"/>
                </a:lnTo>
                <a:lnTo>
                  <a:pt x="6355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705482" y="1936241"/>
            <a:ext cx="6073775" cy="1275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first=first-&gt;link</a:t>
            </a:r>
            <a:endParaRPr sz="2400">
              <a:latin typeface="Times New Roman"/>
              <a:cs typeface="Times New Roman"/>
            </a:endParaRPr>
          </a:p>
          <a:p>
            <a:pPr marL="676910" indent="-342900">
              <a:lnSpc>
                <a:spcPts val="3775"/>
              </a:lnSpc>
              <a:spcBef>
                <a:spcPts val="495"/>
              </a:spcBef>
              <a:buClr>
                <a:srgbClr val="009ACC"/>
              </a:buClr>
              <a:buSzPct val="68750"/>
              <a:buChar char="■"/>
              <a:tabLst>
                <a:tab pos="677545" algn="l"/>
              </a:tabLst>
            </a:pPr>
            <a:r>
              <a:rPr sz="3200" spc="-10" dirty="0">
                <a:latin typeface="Arial"/>
                <a:cs typeface="Arial"/>
              </a:rPr>
              <a:t>Delete </a:t>
            </a:r>
            <a:r>
              <a:rPr sz="3200" spc="-5" dirty="0">
                <a:latin typeface="Arial"/>
                <a:cs typeface="Arial"/>
              </a:rPr>
              <a:t>the first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node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2815"/>
              </a:lnSpc>
              <a:tabLst>
                <a:tab pos="4970145" algn="l"/>
              </a:tabLst>
            </a:pPr>
            <a:r>
              <a:rPr sz="2400" spc="-5" dirty="0">
                <a:latin typeface="Arial"/>
                <a:cs typeface="Arial"/>
              </a:rPr>
              <a:t>first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	</a:t>
            </a:r>
            <a:r>
              <a:rPr sz="2400" spc="-5" dirty="0">
                <a:solidFill>
                  <a:srgbClr val="CC3300"/>
                </a:solidFill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List</a:t>
            </a:r>
            <a:r>
              <a:rPr spc="-55" dirty="0"/>
              <a:t> </a:t>
            </a:r>
            <a:r>
              <a:rPr spc="-5" dirty="0"/>
              <a:t>Iterator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81981"/>
            <a:ext cx="7503159" cy="439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60985" indent="-342900">
              <a:lnSpc>
                <a:spcPct val="79800"/>
              </a:lnSpc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list </a:t>
            </a:r>
            <a:r>
              <a:rPr sz="2400" dirty="0">
                <a:latin typeface="Arial"/>
                <a:cs typeface="Arial"/>
              </a:rPr>
              <a:t>iterator </a:t>
            </a:r>
            <a:r>
              <a:rPr sz="2400" spc="-5" dirty="0">
                <a:latin typeface="Arial"/>
                <a:cs typeface="Arial"/>
              </a:rPr>
              <a:t>is an object </a:t>
            </a:r>
            <a:r>
              <a:rPr sz="2400" dirty="0">
                <a:latin typeface="Arial"/>
                <a:cs typeface="Arial"/>
              </a:rPr>
              <a:t>that </a:t>
            </a:r>
            <a:r>
              <a:rPr sz="2400" spc="-5" dirty="0">
                <a:latin typeface="Arial"/>
                <a:cs typeface="Arial"/>
              </a:rPr>
              <a:t>is used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traverse </a:t>
            </a:r>
            <a:r>
              <a:rPr sz="2400" spc="-5" dirty="0">
                <a:latin typeface="Arial"/>
                <a:cs typeface="Arial"/>
              </a:rPr>
              <a:t>all  the elements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 container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class.</a:t>
            </a:r>
            <a:endParaRPr sz="2400">
              <a:latin typeface="Arial"/>
              <a:cs typeface="Arial"/>
            </a:endParaRPr>
          </a:p>
          <a:p>
            <a:pPr marL="355600" marR="499109" indent="-342900">
              <a:lnSpc>
                <a:spcPts val="2300"/>
              </a:lnSpc>
              <a:spcBef>
                <a:spcPts val="550"/>
              </a:spcBef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ListIterator&lt;Type&gt; </a:t>
            </a:r>
            <a:r>
              <a:rPr sz="2400" spc="-5" dirty="0">
                <a:latin typeface="Arial"/>
                <a:cs typeface="Arial"/>
              </a:rPr>
              <a:t>is delcared as a </a:t>
            </a:r>
            <a:r>
              <a:rPr sz="2400" b="1" spc="-5" dirty="0">
                <a:latin typeface="Arial"/>
                <a:cs typeface="Arial"/>
              </a:rPr>
              <a:t>friend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0" dirty="0">
                <a:latin typeface="Arial"/>
                <a:cs typeface="Arial"/>
              </a:rPr>
              <a:t>both  </a:t>
            </a:r>
            <a:r>
              <a:rPr sz="2400" dirty="0">
                <a:latin typeface="Arial"/>
                <a:cs typeface="Arial"/>
              </a:rPr>
              <a:t>List&lt;Type&gt;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ListNode&lt;Type&gt;.</a:t>
            </a:r>
            <a:endParaRPr sz="2400">
              <a:latin typeface="Arial"/>
              <a:cs typeface="Arial"/>
            </a:endParaRPr>
          </a:p>
          <a:p>
            <a:pPr marL="355600" marR="480059" indent="-342900">
              <a:lnSpc>
                <a:spcPct val="79800"/>
              </a:lnSpc>
              <a:spcBef>
                <a:spcPts val="595"/>
              </a:spcBef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A ListIterator&lt;Type&gt; </a:t>
            </a:r>
            <a:r>
              <a:rPr sz="2400" spc="-5" dirty="0">
                <a:latin typeface="Arial"/>
                <a:cs typeface="Arial"/>
              </a:rPr>
              <a:t>object is initialized with </a:t>
            </a:r>
            <a:r>
              <a:rPr sz="240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name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List&lt;Type&gt; </a:t>
            </a:r>
            <a:r>
              <a:rPr sz="2400" spc="-5" dirty="0">
                <a:latin typeface="Arial"/>
                <a:cs typeface="Arial"/>
              </a:rPr>
              <a:t>object </a:t>
            </a:r>
            <a:r>
              <a:rPr sz="2400" i="1" spc="-5" dirty="0">
                <a:latin typeface="Arial"/>
                <a:cs typeface="Arial"/>
              </a:rPr>
              <a:t>l </a:t>
            </a:r>
            <a:r>
              <a:rPr sz="2400" spc="-5" dirty="0">
                <a:latin typeface="Arial"/>
                <a:cs typeface="Arial"/>
              </a:rPr>
              <a:t>with which </a:t>
            </a: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will be  associated.</a:t>
            </a:r>
            <a:endParaRPr sz="2400">
              <a:latin typeface="Arial"/>
              <a:cs typeface="Arial"/>
            </a:endParaRPr>
          </a:p>
          <a:p>
            <a:pPr marL="355600" marR="6350" indent="-342900">
              <a:lnSpc>
                <a:spcPct val="79800"/>
              </a:lnSpc>
              <a:spcBef>
                <a:spcPts val="580"/>
              </a:spcBef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ListIterator&lt;Type&gt; </a:t>
            </a:r>
            <a:r>
              <a:rPr sz="2400" spc="-5" dirty="0">
                <a:latin typeface="Arial"/>
                <a:cs typeface="Arial"/>
              </a:rPr>
              <a:t>object contains a private data  member </a:t>
            </a:r>
            <a:r>
              <a:rPr sz="2400" i="1" dirty="0">
                <a:latin typeface="Arial"/>
                <a:cs typeface="Arial"/>
              </a:rPr>
              <a:t>current </a:t>
            </a:r>
            <a:r>
              <a:rPr sz="2400" spc="-5" dirty="0">
                <a:latin typeface="Arial"/>
                <a:cs typeface="Arial"/>
              </a:rPr>
              <a:t>of type ListNode&lt;Type&gt; *. At </a:t>
            </a:r>
            <a:r>
              <a:rPr sz="2400" spc="-10" dirty="0">
                <a:latin typeface="Arial"/>
                <a:cs typeface="Arial"/>
              </a:rPr>
              <a:t>all  </a:t>
            </a:r>
            <a:r>
              <a:rPr sz="2400" dirty="0">
                <a:latin typeface="Arial"/>
                <a:cs typeface="Arial"/>
              </a:rPr>
              <a:t>times, </a:t>
            </a:r>
            <a:r>
              <a:rPr sz="2400" i="1" spc="-5" dirty="0">
                <a:latin typeface="Arial"/>
                <a:cs typeface="Arial"/>
              </a:rPr>
              <a:t>current </a:t>
            </a:r>
            <a:r>
              <a:rPr sz="2400" spc="-5" dirty="0">
                <a:latin typeface="Arial"/>
                <a:cs typeface="Arial"/>
              </a:rPr>
              <a:t>points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 node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list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79900"/>
              </a:lnSpc>
              <a:spcBef>
                <a:spcPts val="570"/>
              </a:spcBef>
              <a:buClr>
                <a:srgbClr val="009ACC"/>
              </a:buClr>
              <a:buSzPct val="70833"/>
              <a:buChar char="■"/>
              <a:tabLst>
                <a:tab pos="354965" algn="l"/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The ListIterator&lt;Type&gt; </a:t>
            </a:r>
            <a:r>
              <a:rPr sz="2400" spc="-5" dirty="0">
                <a:latin typeface="Arial"/>
                <a:cs typeface="Arial"/>
              </a:rPr>
              <a:t>object defines public member  functions </a:t>
            </a:r>
            <a:r>
              <a:rPr sz="2400" i="1" spc="-5" dirty="0">
                <a:latin typeface="Arial"/>
                <a:cs typeface="Arial"/>
              </a:rPr>
              <a:t>NotNull()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NextNotNull()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First()</a:t>
            </a:r>
            <a:r>
              <a:rPr sz="2400" spc="-5" dirty="0">
                <a:latin typeface="Arial"/>
                <a:cs typeface="Arial"/>
              </a:rPr>
              <a:t>, and </a:t>
            </a:r>
            <a:r>
              <a:rPr sz="2400" i="1" spc="-5" dirty="0">
                <a:latin typeface="Arial"/>
                <a:cs typeface="Arial"/>
              </a:rPr>
              <a:t>Next()  </a:t>
            </a:r>
            <a:r>
              <a:rPr sz="2400" dirty="0">
                <a:latin typeface="Arial"/>
                <a:cs typeface="Arial"/>
              </a:rPr>
              <a:t>to perform </a:t>
            </a:r>
            <a:r>
              <a:rPr sz="2400" spc="-5" dirty="0">
                <a:latin typeface="Arial"/>
                <a:cs typeface="Arial"/>
              </a:rPr>
              <a:t>various </a:t>
            </a:r>
            <a:r>
              <a:rPr sz="2400" dirty="0">
                <a:latin typeface="Arial"/>
                <a:cs typeface="Arial"/>
              </a:rPr>
              <a:t>tests </a:t>
            </a:r>
            <a:r>
              <a:rPr sz="2400" spc="-5" dirty="0">
                <a:latin typeface="Arial"/>
                <a:cs typeface="Arial"/>
              </a:rPr>
              <a:t>on and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retrieve elements  of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84149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</a:t>
            </a:r>
            <a:r>
              <a:rPr sz="4000" spc="-5" dirty="0"/>
              <a:t>4.8: Template of</a:t>
            </a:r>
            <a:r>
              <a:rPr sz="4000" spc="-80" dirty="0"/>
              <a:t> </a:t>
            </a:r>
            <a:r>
              <a:rPr sz="4000" spc="-5" dirty="0"/>
              <a:t>Linked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1981326" y="1360423"/>
            <a:ext cx="4749800" cy="5799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ts val="4635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Lists</a:t>
            </a:r>
            <a:endParaRPr sz="4000">
              <a:latin typeface="Times New Roman"/>
              <a:cs typeface="Times New Roman"/>
            </a:endParaRPr>
          </a:p>
          <a:p>
            <a:pPr marL="12700" marR="187960">
              <a:lnSpc>
                <a:spcPct val="84900"/>
              </a:lnSpc>
              <a:spcBef>
                <a:spcPts val="195"/>
              </a:spcBef>
            </a:pPr>
            <a:r>
              <a:rPr sz="2000" spc="-5" dirty="0">
                <a:latin typeface="Arial"/>
                <a:cs typeface="Arial"/>
              </a:rPr>
              <a:t>enum Boolean { FALSE, TRUE};  template &lt;class Type&gt; class List;  </a:t>
            </a:r>
            <a:r>
              <a:rPr sz="2000" spc="-10" dirty="0">
                <a:latin typeface="Arial"/>
                <a:cs typeface="Arial"/>
              </a:rPr>
              <a:t>template &lt;class Type&gt; </a:t>
            </a:r>
            <a:r>
              <a:rPr sz="2000" spc="-5" dirty="0">
                <a:latin typeface="Arial"/>
                <a:cs typeface="Arial"/>
              </a:rPr>
              <a:t>class</a:t>
            </a:r>
            <a:r>
              <a:rPr sz="2000" spc="7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ListIterator;</a:t>
            </a:r>
            <a:endParaRPr sz="2000">
              <a:latin typeface="Arial"/>
              <a:cs typeface="Arial"/>
            </a:endParaRPr>
          </a:p>
          <a:p>
            <a:pPr marL="152400" marR="5080" indent="-140335">
              <a:lnSpc>
                <a:spcPts val="2030"/>
              </a:lnSpc>
              <a:spcBef>
                <a:spcPts val="15"/>
              </a:spcBef>
            </a:pPr>
            <a:r>
              <a:rPr sz="2000" b="1" spc="-10" dirty="0">
                <a:solidFill>
                  <a:srgbClr val="6500FF"/>
                </a:solidFill>
                <a:latin typeface="Arial"/>
                <a:cs typeface="Arial"/>
              </a:rPr>
              <a:t>template &lt;class Type&gt; class ListNode </a:t>
            </a:r>
            <a:r>
              <a:rPr sz="2000" spc="-5" dirty="0">
                <a:latin typeface="Arial"/>
                <a:cs typeface="Arial"/>
              </a:rPr>
              <a:t>{  friend class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List&lt;Type&gt;;</a:t>
            </a:r>
            <a:endParaRPr sz="2000">
              <a:latin typeface="Arial"/>
              <a:cs typeface="Arial"/>
            </a:endParaRPr>
          </a:p>
          <a:p>
            <a:pPr marL="153670" marR="1038860" indent="-1270">
              <a:lnSpc>
                <a:spcPts val="2030"/>
              </a:lnSpc>
              <a:spcBef>
                <a:spcPts val="10"/>
              </a:spcBef>
            </a:pPr>
            <a:r>
              <a:rPr sz="2000" spc="-10" dirty="0">
                <a:latin typeface="Arial"/>
                <a:cs typeface="Arial"/>
              </a:rPr>
              <a:t>friend </a:t>
            </a:r>
            <a:r>
              <a:rPr sz="2000" spc="-5" dirty="0">
                <a:latin typeface="Arial"/>
                <a:cs typeface="Arial"/>
              </a:rPr>
              <a:t>class </a:t>
            </a:r>
            <a:r>
              <a:rPr sz="2000" spc="-10" dirty="0">
                <a:latin typeface="Arial"/>
                <a:cs typeface="Arial"/>
              </a:rPr>
              <a:t>ListIterator &lt;Type&gt;;  private:</a:t>
            </a:r>
            <a:endParaRPr sz="2000">
              <a:latin typeface="Arial"/>
              <a:cs typeface="Arial"/>
            </a:endParaRPr>
          </a:p>
          <a:p>
            <a:pPr marL="292735" marR="2825750" indent="635">
              <a:lnSpc>
                <a:spcPts val="2030"/>
              </a:lnSpc>
              <a:spcBef>
                <a:spcPts val="10"/>
              </a:spcBef>
            </a:pPr>
            <a:r>
              <a:rPr sz="2000" spc="-5" dirty="0">
                <a:latin typeface="Arial"/>
                <a:cs typeface="Arial"/>
              </a:rPr>
              <a:t>Type </a:t>
            </a:r>
            <a:r>
              <a:rPr sz="2000" spc="-10" dirty="0">
                <a:latin typeface="Arial"/>
                <a:cs typeface="Arial"/>
              </a:rPr>
              <a:t>data;  </a:t>
            </a:r>
            <a:r>
              <a:rPr sz="2000" spc="-5" dirty="0">
                <a:latin typeface="Arial"/>
                <a:cs typeface="Arial"/>
              </a:rPr>
              <a:t>ListNode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*link;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1855"/>
              </a:lnSpc>
            </a:pPr>
            <a:r>
              <a:rPr sz="2000" spc="-15" dirty="0">
                <a:latin typeface="Arial"/>
                <a:cs typeface="Arial"/>
              </a:rPr>
              <a:t>};</a:t>
            </a:r>
            <a:endParaRPr sz="2000">
              <a:latin typeface="Arial"/>
              <a:cs typeface="Arial"/>
            </a:endParaRPr>
          </a:p>
          <a:p>
            <a:pPr marL="152400" marR="640715" indent="-140335">
              <a:lnSpc>
                <a:spcPct val="84900"/>
              </a:lnSpc>
              <a:spcBef>
                <a:spcPts val="180"/>
              </a:spcBef>
            </a:pPr>
            <a:r>
              <a:rPr sz="2000" b="1" spc="-10" dirty="0">
                <a:solidFill>
                  <a:srgbClr val="3365CC"/>
                </a:solidFill>
                <a:latin typeface="Arial"/>
                <a:cs typeface="Arial"/>
              </a:rPr>
              <a:t>template &lt;class Type&gt; class </a:t>
            </a:r>
            <a:r>
              <a:rPr sz="2000" b="1" spc="-5" dirty="0">
                <a:solidFill>
                  <a:srgbClr val="3365CC"/>
                </a:solidFill>
                <a:latin typeface="Arial"/>
                <a:cs typeface="Arial"/>
              </a:rPr>
              <a:t>List </a:t>
            </a:r>
            <a:r>
              <a:rPr sz="2000" spc="-5" dirty="0">
                <a:latin typeface="Arial"/>
                <a:cs typeface="Arial"/>
              </a:rPr>
              <a:t>{  </a:t>
            </a:r>
            <a:r>
              <a:rPr sz="2000" b="1" spc="-5" dirty="0">
                <a:solidFill>
                  <a:srgbClr val="FF0000"/>
                </a:solidFill>
                <a:latin typeface="Arial"/>
                <a:cs typeface="Arial"/>
              </a:rPr>
              <a:t>friend </a:t>
            </a:r>
            <a:r>
              <a:rPr sz="2000" b="1" spc="-10" dirty="0">
                <a:solidFill>
                  <a:srgbClr val="FF0000"/>
                </a:solidFill>
                <a:latin typeface="Arial"/>
                <a:cs typeface="Arial"/>
              </a:rPr>
              <a:t>class ListIterator &lt;Type&gt;;  </a:t>
            </a:r>
            <a:r>
              <a:rPr sz="2000" spc="-5" dirty="0">
                <a:latin typeface="Arial"/>
                <a:cs typeface="Arial"/>
              </a:rPr>
              <a:t>public:</a:t>
            </a:r>
            <a:endParaRPr sz="2000">
              <a:latin typeface="Arial"/>
              <a:cs typeface="Arial"/>
            </a:endParaRPr>
          </a:p>
          <a:p>
            <a:pPr marL="292735">
              <a:lnSpc>
                <a:spcPts val="1855"/>
              </a:lnSpc>
            </a:pPr>
            <a:r>
              <a:rPr sz="2000" spc="-5" dirty="0">
                <a:latin typeface="Arial"/>
                <a:cs typeface="Arial"/>
              </a:rPr>
              <a:t>List() {first =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0;};</a:t>
            </a:r>
            <a:endParaRPr sz="2000">
              <a:latin typeface="Arial"/>
              <a:cs typeface="Arial"/>
            </a:endParaRPr>
          </a:p>
          <a:p>
            <a:pPr marL="292100">
              <a:lnSpc>
                <a:spcPts val="2039"/>
              </a:lnSpc>
            </a:pPr>
            <a:r>
              <a:rPr sz="2000" spc="-5" dirty="0">
                <a:latin typeface="Arial"/>
                <a:cs typeface="Arial"/>
              </a:rPr>
              <a:t>// List </a:t>
            </a:r>
            <a:r>
              <a:rPr sz="2000" spc="-10" dirty="0">
                <a:latin typeface="Arial"/>
                <a:cs typeface="Arial"/>
              </a:rPr>
              <a:t>manipulation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operations</a:t>
            </a:r>
            <a:endParaRPr sz="2000">
              <a:latin typeface="Arial"/>
              <a:cs typeface="Arial"/>
            </a:endParaRPr>
          </a:p>
          <a:p>
            <a:pPr marL="775335">
              <a:lnSpc>
                <a:spcPts val="2035"/>
              </a:lnSpc>
            </a:pPr>
            <a:r>
              <a:rPr sz="2000" spc="-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75335">
              <a:lnSpc>
                <a:spcPts val="2035"/>
              </a:lnSpc>
            </a:pPr>
            <a:r>
              <a:rPr sz="2000" spc="-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53670">
              <a:lnSpc>
                <a:spcPts val="2035"/>
              </a:lnSpc>
            </a:pPr>
            <a:r>
              <a:rPr sz="2000" spc="-10" dirty="0">
                <a:latin typeface="Arial"/>
                <a:cs typeface="Arial"/>
              </a:rPr>
              <a:t>private:</a:t>
            </a:r>
            <a:endParaRPr sz="2000">
              <a:latin typeface="Arial"/>
              <a:cs typeface="Arial"/>
            </a:endParaRPr>
          </a:p>
          <a:p>
            <a:pPr marL="292735">
              <a:lnSpc>
                <a:spcPts val="2035"/>
              </a:lnSpc>
            </a:pPr>
            <a:r>
              <a:rPr sz="2000" spc="-10" dirty="0">
                <a:latin typeface="Arial"/>
                <a:cs typeface="Arial"/>
              </a:rPr>
              <a:t>ListNode &lt;Type&gt;</a:t>
            </a:r>
            <a:r>
              <a:rPr sz="20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*first;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20"/>
              </a:lnSpc>
            </a:pPr>
            <a:r>
              <a:rPr sz="2000" spc="-15" dirty="0">
                <a:latin typeface="Arial"/>
                <a:cs typeface="Arial"/>
              </a:rPr>
              <a:t>};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84149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</a:t>
            </a:r>
            <a:r>
              <a:rPr sz="4000" spc="-5" dirty="0"/>
              <a:t>4.8: Template of</a:t>
            </a:r>
            <a:r>
              <a:rPr sz="4000" spc="-80" dirty="0"/>
              <a:t> </a:t>
            </a:r>
            <a:r>
              <a:rPr sz="4000" spc="-5" dirty="0"/>
              <a:t>Linked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1852548" y="1360423"/>
            <a:ext cx="7465059" cy="573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669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Lists</a:t>
            </a:r>
            <a:r>
              <a:rPr sz="4000" i="1" spc="-95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400" spc="-5" dirty="0">
                <a:latin typeface="Arial"/>
                <a:cs typeface="Arial"/>
              </a:rPr>
              <a:t>template &lt;class </a:t>
            </a:r>
            <a:r>
              <a:rPr sz="2400" dirty="0">
                <a:latin typeface="Arial"/>
                <a:cs typeface="Arial"/>
              </a:rPr>
              <a:t>Type&gt; </a:t>
            </a:r>
            <a:r>
              <a:rPr sz="2400" spc="-5" dirty="0">
                <a:latin typeface="Arial"/>
                <a:cs typeface="Arial"/>
              </a:rPr>
              <a:t>class </a:t>
            </a:r>
            <a:r>
              <a:rPr sz="2400" dirty="0">
                <a:latin typeface="Arial"/>
                <a:cs typeface="Arial"/>
              </a:rPr>
              <a:t>ListIterator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Arial"/>
                <a:cs typeface="Arial"/>
              </a:rPr>
              <a:t>public: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75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ListIterator(const List&lt;Type&gt; &amp;l): list(l),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current(l.first)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75"/>
              </a:lnSpc>
            </a:pPr>
            <a:r>
              <a:rPr sz="2400" spc="-5" dirty="0">
                <a:latin typeface="Arial"/>
                <a:cs typeface="Arial"/>
              </a:rPr>
              <a:t>{};</a:t>
            </a:r>
            <a:endParaRPr sz="2400">
              <a:latin typeface="Arial"/>
              <a:cs typeface="Arial"/>
            </a:endParaRPr>
          </a:p>
          <a:p>
            <a:pPr marL="355600" marR="3980815">
              <a:lnSpc>
                <a:spcPct val="119800"/>
              </a:lnSpc>
            </a:pPr>
            <a:r>
              <a:rPr sz="2400" spc="-5" dirty="0">
                <a:latin typeface="Arial"/>
                <a:cs typeface="Arial"/>
              </a:rPr>
              <a:t>Boolean NotNull();  Boolean NextNotNull();  Type *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First();</a:t>
            </a:r>
            <a:endParaRPr sz="2400">
              <a:latin typeface="Arial"/>
              <a:cs typeface="Arial"/>
            </a:endParaRPr>
          </a:p>
          <a:p>
            <a:pPr marL="12700" marR="5220970" indent="342900">
              <a:lnSpc>
                <a:spcPct val="119800"/>
              </a:lnSpc>
            </a:pPr>
            <a:r>
              <a:rPr sz="2400" dirty="0">
                <a:latin typeface="Arial"/>
                <a:cs typeface="Arial"/>
              </a:rPr>
              <a:t>Type </a:t>
            </a:r>
            <a:r>
              <a:rPr sz="2400" spc="-5" dirty="0">
                <a:latin typeface="Arial"/>
                <a:cs typeface="Arial"/>
              </a:rPr>
              <a:t>*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Next();  </a:t>
            </a:r>
            <a:r>
              <a:rPr sz="2400" spc="-5" dirty="0">
                <a:latin typeface="Arial"/>
                <a:cs typeface="Arial"/>
              </a:rPr>
              <a:t>Private:</a:t>
            </a:r>
            <a:endParaRPr sz="2400">
              <a:latin typeface="Arial"/>
              <a:cs typeface="Arial"/>
            </a:endParaRPr>
          </a:p>
          <a:p>
            <a:pPr marL="355600" marR="255904">
              <a:lnSpc>
                <a:spcPct val="119800"/>
              </a:lnSpc>
              <a:tabLst>
                <a:tab pos="3997960" algn="l"/>
              </a:tabLst>
            </a:pPr>
            <a:r>
              <a:rPr sz="2400" dirty="0">
                <a:latin typeface="Arial"/>
                <a:cs typeface="Arial"/>
              </a:rPr>
              <a:t>const List&lt;Type&gt;&amp; list; // refers to </a:t>
            </a:r>
            <a:r>
              <a:rPr sz="2400" spc="-5" dirty="0">
                <a:latin typeface="Arial"/>
                <a:cs typeface="Arial"/>
              </a:rPr>
              <a:t>an existing list  ListNode&lt;Type&gt;*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current;	// </a:t>
            </a:r>
            <a:r>
              <a:rPr sz="2400" spc="-5" dirty="0">
                <a:latin typeface="Arial"/>
                <a:cs typeface="Arial"/>
              </a:rPr>
              <a:t>points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a node in list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};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725170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</a:t>
            </a:r>
            <a:r>
              <a:rPr sz="4000" spc="-5" dirty="0"/>
              <a:t>4.11: </a:t>
            </a:r>
            <a:r>
              <a:rPr sz="4000" dirty="0"/>
              <a:t>Attaching a </a:t>
            </a:r>
            <a:r>
              <a:rPr sz="4000" spc="-5" dirty="0"/>
              <a:t>Node</a:t>
            </a:r>
            <a:r>
              <a:rPr sz="4000" spc="-95" dirty="0"/>
              <a:t> </a:t>
            </a:r>
            <a:r>
              <a:rPr sz="4000" dirty="0"/>
              <a:t>to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7612380" cy="532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the End of a</a:t>
            </a:r>
            <a:r>
              <a:rPr sz="4000" i="1" spc="-110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List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20"/>
              </a:spcBef>
            </a:pPr>
            <a:r>
              <a:rPr sz="2400" spc="-5" dirty="0">
                <a:latin typeface="Arial"/>
                <a:cs typeface="Arial"/>
              </a:rPr>
              <a:t>Template &lt;class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Type&gt;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Arial"/>
                <a:cs typeface="Arial"/>
              </a:rPr>
              <a:t>Void List&lt;Type&gt;::Attach(Type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355600" marR="5080" indent="-21590">
              <a:lnSpc>
                <a:spcPct val="119800"/>
              </a:lnSpc>
            </a:pPr>
            <a:r>
              <a:rPr sz="2400" spc="-5" dirty="0">
                <a:latin typeface="Arial"/>
                <a:cs typeface="Arial"/>
              </a:rPr>
              <a:t>ListNode&lt;Type&gt;*newnode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new </a:t>
            </a:r>
            <a:r>
              <a:rPr sz="2400" dirty="0">
                <a:latin typeface="Arial"/>
                <a:cs typeface="Arial"/>
              </a:rPr>
              <a:t>ListNode&lt;Type&gt;(k);  </a:t>
            </a:r>
            <a:r>
              <a:rPr sz="2400" spc="-5" dirty="0">
                <a:latin typeface="Arial"/>
                <a:cs typeface="Arial"/>
              </a:rPr>
              <a:t>if (first == 0) first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last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=newnode;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70"/>
              </a:spcBef>
            </a:pPr>
            <a:r>
              <a:rPr sz="2400" spc="-5" dirty="0">
                <a:latin typeface="Arial"/>
                <a:cs typeface="Arial"/>
              </a:rPr>
              <a:t>else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861060" marR="3862070">
              <a:lnSpc>
                <a:spcPct val="119800"/>
              </a:lnSpc>
            </a:pPr>
            <a:r>
              <a:rPr sz="2400" spc="-5" dirty="0">
                <a:latin typeface="Arial"/>
                <a:cs typeface="Arial"/>
              </a:rPr>
              <a:t>last-&gt;link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newnode;  last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newnode;</a:t>
            </a:r>
            <a:endParaRPr sz="2400">
              <a:latin typeface="Arial"/>
              <a:cs typeface="Arial"/>
            </a:endParaRPr>
          </a:p>
          <a:p>
            <a:pPr marL="517525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dirty="0">
                <a:latin typeface="Arial"/>
                <a:cs typeface="Arial"/>
              </a:rPr>
              <a:t>};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z="4000" dirty="0"/>
              <a:t>Program 4.12: Inverting a</a:t>
            </a:r>
            <a:r>
              <a:rPr sz="4000" spc="-100" dirty="0"/>
              <a:t> </a:t>
            </a:r>
            <a:r>
              <a:rPr sz="4000" dirty="0"/>
              <a:t>list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1757311" y="1823211"/>
            <a:ext cx="5941060" cy="2953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550795">
              <a:lnSpc>
                <a:spcPts val="2590"/>
              </a:lnSpc>
            </a:pPr>
            <a:r>
              <a:rPr sz="2400" spc="-5" dirty="0">
                <a:latin typeface="Arial"/>
                <a:cs typeface="Arial"/>
              </a:rPr>
              <a:t>template &lt;class </a:t>
            </a:r>
            <a:r>
              <a:rPr sz="2400" dirty="0">
                <a:latin typeface="Arial"/>
                <a:cs typeface="Arial"/>
              </a:rPr>
              <a:t>Type&gt;  </a:t>
            </a:r>
            <a:r>
              <a:rPr sz="2400" spc="-5" dirty="0">
                <a:latin typeface="Arial"/>
                <a:cs typeface="Arial"/>
              </a:rPr>
              <a:t>void List&lt;Type&gt;::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Invert()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400"/>
              </a:lnSpc>
            </a:pPr>
            <a:r>
              <a:rPr sz="2400" spc="-5" dirty="0">
                <a:latin typeface="Arial"/>
                <a:cs typeface="Arial"/>
              </a:rPr>
              <a:t>//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chain </a:t>
            </a:r>
            <a:r>
              <a:rPr sz="2400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is inverted so that if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x=(a1,…an)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590"/>
              </a:lnSpc>
            </a:pPr>
            <a:r>
              <a:rPr sz="2400" spc="-5" dirty="0">
                <a:latin typeface="Arial"/>
                <a:cs typeface="Arial"/>
              </a:rPr>
              <a:t>//then, after execution,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x=(an,…,a1)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590"/>
              </a:lnSpc>
            </a:pPr>
            <a:r>
              <a:rPr sz="2400" dirty="0">
                <a:latin typeface="Arial"/>
                <a:cs typeface="Arial"/>
              </a:rPr>
              <a:t>{</a:t>
            </a:r>
          </a:p>
          <a:p>
            <a:pPr marL="433705" marR="5080" indent="-78740">
              <a:lnSpc>
                <a:spcPts val="2590"/>
              </a:lnSpc>
              <a:spcBef>
                <a:spcPts val="180"/>
              </a:spcBef>
            </a:pPr>
            <a:r>
              <a:rPr sz="2400" spc="-5" dirty="0">
                <a:latin typeface="Arial"/>
                <a:cs typeface="Arial"/>
              </a:rPr>
              <a:t>ListNode&lt;Type&gt;*p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first,*q=0; //q trails p  while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(p)</a:t>
            </a:r>
            <a:endParaRPr sz="2400" dirty="0">
              <a:latin typeface="Arial"/>
              <a:cs typeface="Arial"/>
            </a:endParaRPr>
          </a:p>
          <a:p>
            <a:pPr marL="433070">
              <a:lnSpc>
                <a:spcPts val="2405"/>
              </a:lnSpc>
            </a:pPr>
            <a:r>
              <a:rPr sz="2400" dirty="0">
                <a:latin typeface="Arial"/>
                <a:cs typeface="Arial"/>
              </a:rPr>
              <a:t>{</a:t>
            </a:r>
          </a:p>
          <a:p>
            <a:pPr marL="685165">
              <a:lnSpc>
                <a:spcPts val="2735"/>
              </a:lnSpc>
            </a:pPr>
            <a:r>
              <a:rPr sz="2400" spc="-5" dirty="0">
                <a:latin typeface="Arial"/>
                <a:cs typeface="Arial"/>
              </a:rPr>
              <a:t>ListNode&lt;Type&gt;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*r=q;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430157" y="4780534"/>
            <a:ext cx="1963420" cy="990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590"/>
              </a:lnSpc>
            </a:pPr>
            <a:r>
              <a:rPr sz="2400" spc="-5" dirty="0">
                <a:latin typeface="Arial"/>
                <a:cs typeface="Arial"/>
              </a:rPr>
              <a:t>q=p; //r trails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q  p=p-&gt;link;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50"/>
              </a:lnSpc>
            </a:pPr>
            <a:r>
              <a:rPr sz="2400" spc="-5" dirty="0">
                <a:latin typeface="Arial"/>
                <a:cs typeface="Arial"/>
              </a:rPr>
              <a:t>q-&gt;link=r;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2517" y="5724905"/>
            <a:ext cx="948055" cy="70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sz="2400" spc="-5" dirty="0">
                <a:latin typeface="Arial"/>
                <a:cs typeface="Arial"/>
              </a:rPr>
              <a:t>first=q;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7311" y="6381750"/>
            <a:ext cx="21272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};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626493" y="5597652"/>
            <a:ext cx="349250" cy="258445"/>
          </a:xfrm>
          <a:custGeom>
            <a:avLst/>
            <a:gdLst/>
            <a:ahLst/>
            <a:cxnLst/>
            <a:rect l="l" t="t" r="r" b="b"/>
            <a:pathLst>
              <a:path w="349250" h="258445">
                <a:moveTo>
                  <a:pt x="0" y="0"/>
                </a:moveTo>
                <a:lnTo>
                  <a:pt x="0" y="258318"/>
                </a:lnTo>
                <a:lnTo>
                  <a:pt x="348996" y="258318"/>
                </a:lnTo>
                <a:lnTo>
                  <a:pt x="348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26493" y="5596890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80"/>
                </a:lnTo>
                <a:lnTo>
                  <a:pt x="521970" y="259079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75489" y="5597652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75489" y="5596890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66217" y="5597652"/>
            <a:ext cx="349250" cy="258445"/>
          </a:xfrm>
          <a:custGeom>
            <a:avLst/>
            <a:gdLst/>
            <a:ahLst/>
            <a:cxnLst/>
            <a:rect l="l" t="t" r="r" b="b"/>
            <a:pathLst>
              <a:path w="349250" h="258445">
                <a:moveTo>
                  <a:pt x="0" y="0"/>
                </a:moveTo>
                <a:lnTo>
                  <a:pt x="0" y="258317"/>
                </a:lnTo>
                <a:lnTo>
                  <a:pt x="348983" y="258317"/>
                </a:lnTo>
                <a:lnTo>
                  <a:pt x="34898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66217" y="5596890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79"/>
                </a:lnTo>
                <a:lnTo>
                  <a:pt x="521969" y="259079"/>
                </a:lnTo>
                <a:lnTo>
                  <a:pt x="5219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15201" y="5597652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15201" y="5596890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05941" y="5597652"/>
            <a:ext cx="349250" cy="258445"/>
          </a:xfrm>
          <a:custGeom>
            <a:avLst/>
            <a:gdLst/>
            <a:ahLst/>
            <a:cxnLst/>
            <a:rect l="l" t="t" r="r" b="b"/>
            <a:pathLst>
              <a:path w="349250" h="258445">
                <a:moveTo>
                  <a:pt x="0" y="0"/>
                </a:moveTo>
                <a:lnTo>
                  <a:pt x="0" y="258317"/>
                </a:lnTo>
                <a:lnTo>
                  <a:pt x="348983" y="258317"/>
                </a:lnTo>
                <a:lnTo>
                  <a:pt x="34898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05941" y="5596890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79"/>
                </a:lnTo>
                <a:lnTo>
                  <a:pt x="521970" y="259079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54925" y="5597652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54925" y="5596890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53213" y="5681471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10" h="76200">
                <a:moveTo>
                  <a:pt x="338328" y="38100"/>
                </a:moveTo>
                <a:lnTo>
                  <a:pt x="336804" y="34289"/>
                </a:lnTo>
                <a:lnTo>
                  <a:pt x="333743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33743" y="42672"/>
                </a:lnTo>
                <a:lnTo>
                  <a:pt x="336804" y="41148"/>
                </a:lnTo>
                <a:lnTo>
                  <a:pt x="338328" y="38100"/>
                </a:lnTo>
                <a:close/>
              </a:path>
              <a:path w="397510" h="76200">
                <a:moveTo>
                  <a:pt x="397002" y="38100"/>
                </a:moveTo>
                <a:lnTo>
                  <a:pt x="320802" y="0"/>
                </a:lnTo>
                <a:lnTo>
                  <a:pt x="320802" y="33527"/>
                </a:lnTo>
                <a:lnTo>
                  <a:pt x="333743" y="33527"/>
                </a:lnTo>
                <a:lnTo>
                  <a:pt x="336804" y="34289"/>
                </a:lnTo>
                <a:lnTo>
                  <a:pt x="338328" y="38100"/>
                </a:lnTo>
                <a:lnTo>
                  <a:pt x="338328" y="67437"/>
                </a:lnTo>
                <a:lnTo>
                  <a:pt x="397002" y="38100"/>
                </a:lnTo>
                <a:close/>
              </a:path>
              <a:path w="397510" h="76200">
                <a:moveTo>
                  <a:pt x="338328" y="67437"/>
                </a:moveTo>
                <a:lnTo>
                  <a:pt x="338328" y="38100"/>
                </a:lnTo>
                <a:lnTo>
                  <a:pt x="336804" y="41148"/>
                </a:lnTo>
                <a:lnTo>
                  <a:pt x="333743" y="42672"/>
                </a:lnTo>
                <a:lnTo>
                  <a:pt x="320802" y="42672"/>
                </a:lnTo>
                <a:lnTo>
                  <a:pt x="320802" y="76200"/>
                </a:lnTo>
                <a:lnTo>
                  <a:pt x="33832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07415" y="567994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27" y="38100"/>
                </a:moveTo>
                <a:lnTo>
                  <a:pt x="336803" y="34289"/>
                </a:lnTo>
                <a:lnTo>
                  <a:pt x="332981" y="33527"/>
                </a:lnTo>
                <a:lnTo>
                  <a:pt x="4559" y="33527"/>
                </a:lnTo>
                <a:lnTo>
                  <a:pt x="1511" y="34289"/>
                </a:lnTo>
                <a:lnTo>
                  <a:pt x="0" y="38100"/>
                </a:lnTo>
                <a:lnTo>
                  <a:pt x="1511" y="41148"/>
                </a:lnTo>
                <a:lnTo>
                  <a:pt x="4559" y="42672"/>
                </a:lnTo>
                <a:lnTo>
                  <a:pt x="332981" y="42672"/>
                </a:lnTo>
                <a:lnTo>
                  <a:pt x="336803" y="41148"/>
                </a:lnTo>
                <a:lnTo>
                  <a:pt x="338327" y="38100"/>
                </a:lnTo>
                <a:close/>
              </a:path>
              <a:path w="397509" h="76200">
                <a:moveTo>
                  <a:pt x="397001" y="38100"/>
                </a:moveTo>
                <a:lnTo>
                  <a:pt x="320801" y="0"/>
                </a:lnTo>
                <a:lnTo>
                  <a:pt x="320801" y="33527"/>
                </a:lnTo>
                <a:lnTo>
                  <a:pt x="332981" y="33527"/>
                </a:lnTo>
                <a:lnTo>
                  <a:pt x="336803" y="34289"/>
                </a:lnTo>
                <a:lnTo>
                  <a:pt x="338327" y="38100"/>
                </a:lnTo>
                <a:lnTo>
                  <a:pt x="338327" y="67437"/>
                </a:lnTo>
                <a:lnTo>
                  <a:pt x="397001" y="38100"/>
                </a:lnTo>
                <a:close/>
              </a:path>
              <a:path w="397509" h="76200">
                <a:moveTo>
                  <a:pt x="338327" y="67437"/>
                </a:moveTo>
                <a:lnTo>
                  <a:pt x="338327" y="38100"/>
                </a:lnTo>
                <a:lnTo>
                  <a:pt x="336803" y="41148"/>
                </a:lnTo>
                <a:lnTo>
                  <a:pt x="332981" y="42672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832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61617" y="5678423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7553" y="38100"/>
                </a:moveTo>
                <a:lnTo>
                  <a:pt x="336804" y="34289"/>
                </a:lnTo>
                <a:lnTo>
                  <a:pt x="332981" y="32765"/>
                </a:lnTo>
                <a:lnTo>
                  <a:pt x="4559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59" y="42672"/>
                </a:lnTo>
                <a:lnTo>
                  <a:pt x="332981" y="42672"/>
                </a:lnTo>
                <a:lnTo>
                  <a:pt x="336804" y="41148"/>
                </a:lnTo>
                <a:lnTo>
                  <a:pt x="337553" y="38100"/>
                </a:lnTo>
                <a:close/>
              </a:path>
              <a:path w="397509" h="76200">
                <a:moveTo>
                  <a:pt x="397001" y="38100"/>
                </a:moveTo>
                <a:lnTo>
                  <a:pt x="320801" y="0"/>
                </a:lnTo>
                <a:lnTo>
                  <a:pt x="320801" y="32765"/>
                </a:lnTo>
                <a:lnTo>
                  <a:pt x="332981" y="32765"/>
                </a:lnTo>
                <a:lnTo>
                  <a:pt x="336804" y="34289"/>
                </a:lnTo>
                <a:lnTo>
                  <a:pt x="337553" y="38100"/>
                </a:lnTo>
                <a:lnTo>
                  <a:pt x="337553" y="67824"/>
                </a:lnTo>
                <a:lnTo>
                  <a:pt x="397001" y="38100"/>
                </a:lnTo>
                <a:close/>
              </a:path>
              <a:path w="397509" h="76200">
                <a:moveTo>
                  <a:pt x="337553" y="67824"/>
                </a:moveTo>
                <a:lnTo>
                  <a:pt x="337553" y="38100"/>
                </a:lnTo>
                <a:lnTo>
                  <a:pt x="336804" y="41148"/>
                </a:lnTo>
                <a:lnTo>
                  <a:pt x="332981" y="42672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7553" y="678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83465" y="5244846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1"/>
                </a:moveTo>
                <a:lnTo>
                  <a:pt x="0" y="290321"/>
                </a:lnTo>
                <a:lnTo>
                  <a:pt x="33527" y="357377"/>
                </a:lnTo>
                <a:lnTo>
                  <a:pt x="33527" y="303275"/>
                </a:lnTo>
                <a:lnTo>
                  <a:pt x="34289" y="306324"/>
                </a:lnTo>
                <a:lnTo>
                  <a:pt x="38100" y="307848"/>
                </a:lnTo>
                <a:lnTo>
                  <a:pt x="41147" y="306324"/>
                </a:lnTo>
                <a:lnTo>
                  <a:pt x="42671" y="303275"/>
                </a:lnTo>
                <a:lnTo>
                  <a:pt x="42671" y="357378"/>
                </a:lnTo>
                <a:lnTo>
                  <a:pt x="76200" y="290321"/>
                </a:lnTo>
                <a:close/>
              </a:path>
              <a:path w="76200" h="367029">
                <a:moveTo>
                  <a:pt x="42671" y="290321"/>
                </a:moveTo>
                <a:lnTo>
                  <a:pt x="42671" y="4571"/>
                </a:lnTo>
                <a:lnTo>
                  <a:pt x="41147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3527" y="4571"/>
                </a:lnTo>
                <a:lnTo>
                  <a:pt x="33527" y="290321"/>
                </a:lnTo>
                <a:lnTo>
                  <a:pt x="42671" y="290321"/>
                </a:lnTo>
                <a:close/>
              </a:path>
              <a:path w="76200" h="367029">
                <a:moveTo>
                  <a:pt x="42671" y="357378"/>
                </a:moveTo>
                <a:lnTo>
                  <a:pt x="42671" y="303275"/>
                </a:lnTo>
                <a:lnTo>
                  <a:pt x="41147" y="306324"/>
                </a:lnTo>
                <a:lnTo>
                  <a:pt x="38100" y="307848"/>
                </a:lnTo>
                <a:lnTo>
                  <a:pt x="34289" y="306324"/>
                </a:lnTo>
                <a:lnTo>
                  <a:pt x="33527" y="303275"/>
                </a:lnTo>
                <a:lnTo>
                  <a:pt x="33527" y="357377"/>
                </a:lnTo>
                <a:lnTo>
                  <a:pt x="38100" y="366521"/>
                </a:lnTo>
                <a:lnTo>
                  <a:pt x="42671" y="357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776848" y="4817364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00548" y="5142738"/>
            <a:ext cx="5422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q=0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69228" y="5919216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785227" y="6780276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40" y="38100"/>
                </a:moveTo>
                <a:lnTo>
                  <a:pt x="336816" y="34290"/>
                </a:lnTo>
                <a:lnTo>
                  <a:pt x="332994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32994" y="42672"/>
                </a:lnTo>
                <a:lnTo>
                  <a:pt x="336816" y="41148"/>
                </a:lnTo>
                <a:lnTo>
                  <a:pt x="338340" y="38100"/>
                </a:lnTo>
                <a:close/>
              </a:path>
              <a:path w="397509" h="76200">
                <a:moveTo>
                  <a:pt x="397014" y="38100"/>
                </a:moveTo>
                <a:lnTo>
                  <a:pt x="320814" y="0"/>
                </a:lnTo>
                <a:lnTo>
                  <a:pt x="320814" y="32766"/>
                </a:lnTo>
                <a:lnTo>
                  <a:pt x="332994" y="32766"/>
                </a:lnTo>
                <a:lnTo>
                  <a:pt x="336816" y="34290"/>
                </a:lnTo>
                <a:lnTo>
                  <a:pt x="338340" y="38100"/>
                </a:lnTo>
                <a:lnTo>
                  <a:pt x="338340" y="67437"/>
                </a:lnTo>
                <a:lnTo>
                  <a:pt x="397014" y="38100"/>
                </a:lnTo>
                <a:close/>
              </a:path>
              <a:path w="397509" h="76200">
                <a:moveTo>
                  <a:pt x="338340" y="67437"/>
                </a:moveTo>
                <a:lnTo>
                  <a:pt x="338340" y="38100"/>
                </a:lnTo>
                <a:lnTo>
                  <a:pt x="336816" y="41148"/>
                </a:lnTo>
                <a:lnTo>
                  <a:pt x="332994" y="42672"/>
                </a:lnTo>
                <a:lnTo>
                  <a:pt x="320814" y="42672"/>
                </a:lnTo>
                <a:lnTo>
                  <a:pt x="320814" y="76200"/>
                </a:lnTo>
                <a:lnTo>
                  <a:pt x="338340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650115" y="6698742"/>
            <a:ext cx="349250" cy="259079"/>
          </a:xfrm>
          <a:custGeom>
            <a:avLst/>
            <a:gdLst/>
            <a:ahLst/>
            <a:cxnLst/>
            <a:rect l="l" t="t" r="r" b="b"/>
            <a:pathLst>
              <a:path w="349250" h="259079">
                <a:moveTo>
                  <a:pt x="0" y="0"/>
                </a:moveTo>
                <a:lnTo>
                  <a:pt x="0" y="259079"/>
                </a:lnTo>
                <a:lnTo>
                  <a:pt x="348995" y="259079"/>
                </a:lnTo>
                <a:lnTo>
                  <a:pt x="34899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650115" y="6698742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79"/>
                </a:lnTo>
                <a:lnTo>
                  <a:pt x="521970" y="259079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999111" y="6698742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999111" y="6698742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89827" y="6698742"/>
            <a:ext cx="349250" cy="259079"/>
          </a:xfrm>
          <a:custGeom>
            <a:avLst/>
            <a:gdLst/>
            <a:ahLst/>
            <a:cxnLst/>
            <a:rect l="l" t="t" r="r" b="b"/>
            <a:pathLst>
              <a:path w="349250" h="259079">
                <a:moveTo>
                  <a:pt x="0" y="0"/>
                </a:moveTo>
                <a:lnTo>
                  <a:pt x="0" y="259079"/>
                </a:lnTo>
                <a:lnTo>
                  <a:pt x="348995" y="259079"/>
                </a:lnTo>
                <a:lnTo>
                  <a:pt x="34899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89827" y="6698742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79"/>
                </a:lnTo>
                <a:lnTo>
                  <a:pt x="521969" y="259079"/>
                </a:lnTo>
                <a:lnTo>
                  <a:pt x="5219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838822" y="6698742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38822" y="6698742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329551" y="6698742"/>
            <a:ext cx="349250" cy="259079"/>
          </a:xfrm>
          <a:custGeom>
            <a:avLst/>
            <a:gdLst/>
            <a:ahLst/>
            <a:cxnLst/>
            <a:rect l="l" t="t" r="r" b="b"/>
            <a:pathLst>
              <a:path w="349250" h="259079">
                <a:moveTo>
                  <a:pt x="0" y="0"/>
                </a:moveTo>
                <a:lnTo>
                  <a:pt x="0" y="259079"/>
                </a:lnTo>
                <a:lnTo>
                  <a:pt x="348996" y="259079"/>
                </a:lnTo>
                <a:lnTo>
                  <a:pt x="348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329551" y="6698742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79"/>
                </a:lnTo>
                <a:lnTo>
                  <a:pt x="521970" y="259079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78546" y="6698742"/>
            <a:ext cx="173990" cy="259079"/>
          </a:xfrm>
          <a:custGeom>
            <a:avLst/>
            <a:gdLst/>
            <a:ahLst/>
            <a:cxnLst/>
            <a:rect l="l" t="t" r="r" b="b"/>
            <a:pathLst>
              <a:path w="173990" h="259079">
                <a:moveTo>
                  <a:pt x="0" y="0"/>
                </a:moveTo>
                <a:lnTo>
                  <a:pt x="0" y="259079"/>
                </a:lnTo>
                <a:lnTo>
                  <a:pt x="173735" y="259079"/>
                </a:lnTo>
                <a:lnTo>
                  <a:pt x="17373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78546" y="6698742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437517" y="6783323"/>
            <a:ext cx="649605" cy="76200"/>
          </a:xfrm>
          <a:custGeom>
            <a:avLst/>
            <a:gdLst/>
            <a:ahLst/>
            <a:cxnLst/>
            <a:rect l="l" t="t" r="r" b="b"/>
            <a:pathLst>
              <a:path w="649604" h="76200">
                <a:moveTo>
                  <a:pt x="76200" y="32766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4290"/>
                </a:lnTo>
                <a:lnTo>
                  <a:pt x="63245" y="32766"/>
                </a:lnTo>
                <a:lnTo>
                  <a:pt x="76200" y="32766"/>
                </a:lnTo>
                <a:close/>
              </a:path>
              <a:path w="649604" h="76200">
                <a:moveTo>
                  <a:pt x="649224" y="38100"/>
                </a:moveTo>
                <a:lnTo>
                  <a:pt x="647700" y="34290"/>
                </a:lnTo>
                <a:lnTo>
                  <a:pt x="644651" y="32766"/>
                </a:lnTo>
                <a:lnTo>
                  <a:pt x="63245" y="32766"/>
                </a:lnTo>
                <a:lnTo>
                  <a:pt x="60198" y="34290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5" y="42672"/>
                </a:lnTo>
                <a:lnTo>
                  <a:pt x="644651" y="42672"/>
                </a:lnTo>
                <a:lnTo>
                  <a:pt x="647700" y="41148"/>
                </a:lnTo>
                <a:lnTo>
                  <a:pt x="649224" y="38100"/>
                </a:lnTo>
                <a:close/>
              </a:path>
              <a:path w="649604" h="76200">
                <a:moveTo>
                  <a:pt x="76200" y="76200"/>
                </a:moveTo>
                <a:lnTo>
                  <a:pt x="76200" y="42672"/>
                </a:lnTo>
                <a:lnTo>
                  <a:pt x="63245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931025" y="6781800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40" y="38100"/>
                </a:moveTo>
                <a:lnTo>
                  <a:pt x="336816" y="34290"/>
                </a:lnTo>
                <a:lnTo>
                  <a:pt x="333768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33768" y="42672"/>
                </a:lnTo>
                <a:lnTo>
                  <a:pt x="336816" y="41148"/>
                </a:lnTo>
                <a:lnTo>
                  <a:pt x="338340" y="38100"/>
                </a:lnTo>
                <a:close/>
              </a:path>
              <a:path w="397509" h="76200">
                <a:moveTo>
                  <a:pt x="397001" y="38100"/>
                </a:moveTo>
                <a:lnTo>
                  <a:pt x="320801" y="0"/>
                </a:lnTo>
                <a:lnTo>
                  <a:pt x="320801" y="32766"/>
                </a:lnTo>
                <a:lnTo>
                  <a:pt x="333768" y="32766"/>
                </a:lnTo>
                <a:lnTo>
                  <a:pt x="336816" y="34290"/>
                </a:lnTo>
                <a:lnTo>
                  <a:pt x="338340" y="38100"/>
                </a:lnTo>
                <a:lnTo>
                  <a:pt x="338340" y="67430"/>
                </a:lnTo>
                <a:lnTo>
                  <a:pt x="397001" y="38100"/>
                </a:lnTo>
                <a:close/>
              </a:path>
              <a:path w="397509" h="76200">
                <a:moveTo>
                  <a:pt x="338340" y="67430"/>
                </a:moveTo>
                <a:lnTo>
                  <a:pt x="338340" y="38100"/>
                </a:lnTo>
                <a:lnTo>
                  <a:pt x="336816" y="41148"/>
                </a:lnTo>
                <a:lnTo>
                  <a:pt x="333768" y="42672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8340" y="67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807087" y="6346697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2"/>
                </a:moveTo>
                <a:lnTo>
                  <a:pt x="0" y="290322"/>
                </a:lnTo>
                <a:lnTo>
                  <a:pt x="33528" y="357378"/>
                </a:lnTo>
                <a:lnTo>
                  <a:pt x="33528" y="303275"/>
                </a:lnTo>
                <a:lnTo>
                  <a:pt x="35052" y="306324"/>
                </a:lnTo>
                <a:lnTo>
                  <a:pt x="38100" y="307848"/>
                </a:lnTo>
                <a:lnTo>
                  <a:pt x="41910" y="306324"/>
                </a:lnTo>
                <a:lnTo>
                  <a:pt x="42672" y="303275"/>
                </a:lnTo>
                <a:lnTo>
                  <a:pt x="42672" y="357377"/>
                </a:lnTo>
                <a:lnTo>
                  <a:pt x="76200" y="290322"/>
                </a:lnTo>
                <a:close/>
              </a:path>
              <a:path w="76200" h="367029">
                <a:moveTo>
                  <a:pt x="42672" y="29032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0322"/>
                </a:lnTo>
                <a:lnTo>
                  <a:pt x="42672" y="290322"/>
                </a:lnTo>
                <a:close/>
              </a:path>
              <a:path w="76200" h="367029">
                <a:moveTo>
                  <a:pt x="42672" y="357377"/>
                </a:moveTo>
                <a:lnTo>
                  <a:pt x="42672" y="303275"/>
                </a:lnTo>
                <a:lnTo>
                  <a:pt x="41910" y="306324"/>
                </a:lnTo>
                <a:lnTo>
                  <a:pt x="38100" y="307848"/>
                </a:lnTo>
                <a:lnTo>
                  <a:pt x="35052" y="306324"/>
                </a:lnTo>
                <a:lnTo>
                  <a:pt x="33528" y="303275"/>
                </a:lnTo>
                <a:lnTo>
                  <a:pt x="33528" y="357378"/>
                </a:lnTo>
                <a:lnTo>
                  <a:pt x="38100" y="366522"/>
                </a:lnTo>
                <a:lnTo>
                  <a:pt x="42672" y="357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603625" y="6594347"/>
            <a:ext cx="17856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r=q (i.e.,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r=0)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662801" y="6304026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2"/>
                </a:moveTo>
                <a:lnTo>
                  <a:pt x="0" y="290322"/>
                </a:lnTo>
                <a:lnTo>
                  <a:pt x="33540" y="357403"/>
                </a:lnTo>
                <a:lnTo>
                  <a:pt x="33540" y="302514"/>
                </a:lnTo>
                <a:lnTo>
                  <a:pt x="35064" y="306324"/>
                </a:lnTo>
                <a:lnTo>
                  <a:pt x="38100" y="307848"/>
                </a:lnTo>
                <a:lnTo>
                  <a:pt x="41909" y="306324"/>
                </a:lnTo>
                <a:lnTo>
                  <a:pt x="42672" y="302514"/>
                </a:lnTo>
                <a:lnTo>
                  <a:pt x="42672" y="357378"/>
                </a:lnTo>
                <a:lnTo>
                  <a:pt x="76200" y="290322"/>
                </a:lnTo>
                <a:close/>
              </a:path>
              <a:path w="76200" h="367029">
                <a:moveTo>
                  <a:pt x="42672" y="290322"/>
                </a:moveTo>
                <a:lnTo>
                  <a:pt x="42672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64" y="762"/>
                </a:lnTo>
                <a:lnTo>
                  <a:pt x="33540" y="4572"/>
                </a:lnTo>
                <a:lnTo>
                  <a:pt x="33540" y="290322"/>
                </a:lnTo>
                <a:lnTo>
                  <a:pt x="42672" y="290322"/>
                </a:lnTo>
                <a:close/>
              </a:path>
              <a:path w="76200" h="367029">
                <a:moveTo>
                  <a:pt x="42672" y="357378"/>
                </a:moveTo>
                <a:lnTo>
                  <a:pt x="42672" y="302514"/>
                </a:lnTo>
                <a:lnTo>
                  <a:pt x="41909" y="306324"/>
                </a:lnTo>
                <a:lnTo>
                  <a:pt x="38100" y="307848"/>
                </a:lnTo>
                <a:lnTo>
                  <a:pt x="35064" y="306324"/>
                </a:lnTo>
                <a:lnTo>
                  <a:pt x="33540" y="302514"/>
                </a:lnTo>
                <a:lnTo>
                  <a:pt x="33540" y="357403"/>
                </a:lnTo>
                <a:lnTo>
                  <a:pt x="38100" y="366522"/>
                </a:lnTo>
                <a:lnTo>
                  <a:pt x="42672" y="357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6610477" y="5876544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716851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4.13: Concatenating</a:t>
            </a:r>
            <a:r>
              <a:rPr sz="4000" spc="-95" dirty="0"/>
              <a:t> </a:t>
            </a:r>
            <a:r>
              <a:rPr sz="4000" dirty="0"/>
              <a:t>Two</a:t>
            </a:r>
            <a:endParaRPr sz="40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2895" rIns="0" bIns="0" rtlCol="0">
            <a:spAutoFit/>
          </a:bodyPr>
          <a:lstStyle/>
          <a:p>
            <a:pPr marL="256540">
              <a:lnSpc>
                <a:spcPct val="100000"/>
              </a:lnSpc>
            </a:pPr>
            <a:r>
              <a:rPr sz="4000" b="0" i="1" spc="-5" dirty="0">
                <a:solidFill>
                  <a:srgbClr val="003365"/>
                </a:solidFill>
                <a:latin typeface="Times New Roman"/>
                <a:cs typeface="Times New Roman"/>
              </a:rPr>
              <a:t>Chains</a:t>
            </a:r>
            <a:endParaRPr sz="4000">
              <a:latin typeface="Times New Roman"/>
              <a:cs typeface="Times New Roman"/>
            </a:endParaRPr>
          </a:p>
          <a:p>
            <a:pPr marL="256540">
              <a:lnSpc>
                <a:spcPts val="2665"/>
              </a:lnSpc>
              <a:spcBef>
                <a:spcPts val="650"/>
              </a:spcBef>
            </a:pPr>
            <a:r>
              <a:rPr sz="2400" b="0" spc="-5" dirty="0">
                <a:latin typeface="Arial"/>
                <a:cs typeface="Arial"/>
              </a:rPr>
              <a:t>Template &lt;class</a:t>
            </a:r>
            <a:r>
              <a:rPr sz="2400" b="0" spc="-30" dirty="0">
                <a:latin typeface="Arial"/>
                <a:cs typeface="Arial"/>
              </a:rPr>
              <a:t> </a:t>
            </a:r>
            <a:r>
              <a:rPr sz="2400" b="0" dirty="0">
                <a:latin typeface="Arial"/>
                <a:cs typeface="Arial"/>
              </a:rPr>
              <a:t>Type&gt;</a:t>
            </a:r>
            <a:endParaRPr sz="2400">
              <a:latin typeface="Arial"/>
              <a:cs typeface="Arial"/>
            </a:endParaRPr>
          </a:p>
          <a:p>
            <a:pPr marL="256540">
              <a:lnSpc>
                <a:spcPts val="2450"/>
              </a:lnSpc>
            </a:pPr>
            <a:r>
              <a:rPr sz="2400" b="0" spc="-5" dirty="0">
                <a:latin typeface="Arial"/>
                <a:cs typeface="Arial"/>
              </a:rPr>
              <a:t>void </a:t>
            </a:r>
            <a:r>
              <a:rPr sz="2400" b="0" dirty="0">
                <a:latin typeface="Arial"/>
                <a:cs typeface="Arial"/>
              </a:rPr>
              <a:t>List&lt;Type&gt;:: </a:t>
            </a:r>
            <a:r>
              <a:rPr sz="2400" b="0" spc="-5" dirty="0">
                <a:latin typeface="Arial"/>
                <a:cs typeface="Arial"/>
              </a:rPr>
              <a:t>Concatenate(List&lt;Type&gt;</a:t>
            </a:r>
            <a:r>
              <a:rPr sz="2400" b="0" spc="40" dirty="0">
                <a:latin typeface="Arial"/>
                <a:cs typeface="Arial"/>
              </a:rPr>
              <a:t> </a:t>
            </a:r>
            <a:r>
              <a:rPr sz="2400" b="0" spc="-5" dirty="0">
                <a:latin typeface="Arial"/>
                <a:cs typeface="Arial"/>
              </a:rPr>
              <a:t>b)</a:t>
            </a:r>
            <a:endParaRPr sz="2400">
              <a:latin typeface="Arial"/>
              <a:cs typeface="Arial"/>
            </a:endParaRPr>
          </a:p>
          <a:p>
            <a:pPr marL="256540">
              <a:lnSpc>
                <a:spcPts val="2450"/>
              </a:lnSpc>
            </a:pPr>
            <a:r>
              <a:rPr sz="2400" b="0" spc="-5" dirty="0">
                <a:latin typeface="Arial"/>
                <a:cs typeface="Arial"/>
              </a:rPr>
              <a:t>// </a:t>
            </a:r>
            <a:r>
              <a:rPr sz="2400" spc="-5" dirty="0">
                <a:latin typeface="Arial"/>
                <a:cs typeface="Arial"/>
              </a:rPr>
              <a:t>this </a:t>
            </a:r>
            <a:r>
              <a:rPr sz="2400" b="0" dirty="0">
                <a:latin typeface="Arial"/>
                <a:cs typeface="Arial"/>
              </a:rPr>
              <a:t>= </a:t>
            </a:r>
            <a:r>
              <a:rPr sz="2400" b="0" spc="-5" dirty="0">
                <a:latin typeface="Arial"/>
                <a:cs typeface="Arial"/>
              </a:rPr>
              <a:t>(a1, …, am) and b </a:t>
            </a:r>
            <a:r>
              <a:rPr sz="2400" b="0" dirty="0">
                <a:latin typeface="Arial"/>
                <a:cs typeface="Arial"/>
              </a:rPr>
              <a:t>= </a:t>
            </a:r>
            <a:r>
              <a:rPr sz="2400" b="0" spc="-5" dirty="0">
                <a:latin typeface="Arial"/>
                <a:cs typeface="Arial"/>
              </a:rPr>
              <a:t>(b1, …, bn) m, n </a:t>
            </a:r>
            <a:r>
              <a:rPr sz="2400" b="0" spc="-5" dirty="0">
                <a:latin typeface="Times New Roman"/>
                <a:cs typeface="Times New Roman"/>
              </a:rPr>
              <a:t>≥</a:t>
            </a:r>
            <a:r>
              <a:rPr sz="2400" b="0" dirty="0">
                <a:latin typeface="Times New Roman"/>
                <a:cs typeface="Times New Roman"/>
              </a:rPr>
              <a:t> </a:t>
            </a:r>
            <a:r>
              <a:rPr sz="2400" b="0" dirty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  <a:p>
            <a:pPr marL="256540">
              <a:lnSpc>
                <a:spcPts val="2450"/>
              </a:lnSpc>
            </a:pPr>
            <a:r>
              <a:rPr sz="2400" b="0" spc="-5" dirty="0">
                <a:latin typeface="Arial"/>
                <a:cs typeface="Arial"/>
              </a:rPr>
              <a:t>// produces the new chain </a:t>
            </a:r>
            <a:r>
              <a:rPr sz="2400" b="0" dirty="0">
                <a:latin typeface="Arial"/>
                <a:cs typeface="Arial"/>
              </a:rPr>
              <a:t>z = </a:t>
            </a:r>
            <a:r>
              <a:rPr sz="2400" b="0" spc="-5" dirty="0">
                <a:latin typeface="Arial"/>
                <a:cs typeface="Arial"/>
              </a:rPr>
              <a:t>(a1, …, am, b1, bn)</a:t>
            </a:r>
            <a:r>
              <a:rPr sz="2400" b="0" spc="-60" dirty="0">
                <a:latin typeface="Arial"/>
                <a:cs typeface="Arial"/>
              </a:rPr>
              <a:t> </a:t>
            </a:r>
            <a:r>
              <a:rPr sz="2400" b="0" spc="-10" dirty="0">
                <a:latin typeface="Arial"/>
                <a:cs typeface="Arial"/>
              </a:rPr>
              <a:t>in</a:t>
            </a:r>
            <a:endParaRPr sz="2400">
              <a:latin typeface="Arial"/>
              <a:cs typeface="Arial"/>
            </a:endParaRPr>
          </a:p>
          <a:p>
            <a:pPr marL="599440">
              <a:lnSpc>
                <a:spcPts val="2665"/>
              </a:lnSpc>
            </a:pPr>
            <a:r>
              <a:rPr sz="2400" spc="-5" dirty="0">
                <a:latin typeface="Arial"/>
                <a:cs typeface="Arial"/>
              </a:rPr>
              <a:t>this</a:t>
            </a:r>
            <a:r>
              <a:rPr sz="2400" b="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7059" y="3608070"/>
            <a:ext cx="12763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69947" y="3919728"/>
            <a:ext cx="12274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if (!first)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16073" y="4286503"/>
            <a:ext cx="1691639" cy="630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1270">
              <a:lnSpc>
                <a:spcPts val="2450"/>
              </a:lnSpc>
            </a:pPr>
            <a:r>
              <a:rPr sz="2400" spc="-5" dirty="0">
                <a:latin typeface="Arial"/>
                <a:cs typeface="Arial"/>
              </a:rPr>
              <a:t>first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b.first;  return;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3851" y="4853178"/>
            <a:ext cx="7125970" cy="997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8415">
              <a:lnSpc>
                <a:spcPts val="2450"/>
              </a:lnSpc>
            </a:pPr>
            <a:r>
              <a:rPr sz="2400" spc="-5" dirty="0">
                <a:latin typeface="Arial"/>
                <a:cs typeface="Arial"/>
              </a:rPr>
              <a:t>if (b.first)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271780">
              <a:lnSpc>
                <a:spcPts val="2665"/>
              </a:lnSpc>
            </a:pPr>
            <a:r>
              <a:rPr sz="2400" spc="-5" dirty="0">
                <a:latin typeface="Arial"/>
                <a:cs typeface="Arial"/>
              </a:rPr>
              <a:t>for (ListNode&lt;Type&gt; *p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first; p-&gt;link; p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p-&gt;link);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9947" y="5786628"/>
            <a:ext cx="13633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// no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body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2930" y="6097523"/>
            <a:ext cx="21082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p-&gt;link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b.first;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7047" y="6408420"/>
            <a:ext cx="470534" cy="687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66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66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840109" y="4325873"/>
            <a:ext cx="349885" cy="258445"/>
          </a:xfrm>
          <a:custGeom>
            <a:avLst/>
            <a:gdLst/>
            <a:ahLst/>
            <a:cxnLst/>
            <a:rect l="l" t="t" r="r" b="b"/>
            <a:pathLst>
              <a:path w="349885" h="258445">
                <a:moveTo>
                  <a:pt x="0" y="0"/>
                </a:moveTo>
                <a:lnTo>
                  <a:pt x="0" y="258318"/>
                </a:lnTo>
                <a:lnTo>
                  <a:pt x="349758" y="258318"/>
                </a:lnTo>
                <a:lnTo>
                  <a:pt x="349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40109" y="4325873"/>
            <a:ext cx="523240" cy="258445"/>
          </a:xfrm>
          <a:custGeom>
            <a:avLst/>
            <a:gdLst/>
            <a:ahLst/>
            <a:cxnLst/>
            <a:rect l="l" t="t" r="r" b="b"/>
            <a:pathLst>
              <a:path w="523239" h="258445">
                <a:moveTo>
                  <a:pt x="0" y="0"/>
                </a:moveTo>
                <a:lnTo>
                  <a:pt x="0" y="258317"/>
                </a:lnTo>
                <a:lnTo>
                  <a:pt x="522731" y="258317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189867" y="4325873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189867" y="4325873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80595" y="4325873"/>
            <a:ext cx="349250" cy="258445"/>
          </a:xfrm>
          <a:custGeom>
            <a:avLst/>
            <a:gdLst/>
            <a:ahLst/>
            <a:cxnLst/>
            <a:rect l="l" t="t" r="r" b="b"/>
            <a:pathLst>
              <a:path w="349250" h="258445">
                <a:moveTo>
                  <a:pt x="0" y="0"/>
                </a:moveTo>
                <a:lnTo>
                  <a:pt x="0" y="258318"/>
                </a:lnTo>
                <a:lnTo>
                  <a:pt x="348996" y="258318"/>
                </a:lnTo>
                <a:lnTo>
                  <a:pt x="348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79833" y="4325873"/>
            <a:ext cx="523240" cy="258445"/>
          </a:xfrm>
          <a:custGeom>
            <a:avLst/>
            <a:gdLst/>
            <a:ahLst/>
            <a:cxnLst/>
            <a:rect l="l" t="t" r="r" b="b"/>
            <a:pathLst>
              <a:path w="523239" h="258445">
                <a:moveTo>
                  <a:pt x="0" y="0"/>
                </a:moveTo>
                <a:lnTo>
                  <a:pt x="0" y="258318"/>
                </a:lnTo>
                <a:lnTo>
                  <a:pt x="522731" y="258317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29591" y="4325873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029591" y="4325873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20319" y="4325873"/>
            <a:ext cx="349250" cy="258445"/>
          </a:xfrm>
          <a:custGeom>
            <a:avLst/>
            <a:gdLst/>
            <a:ahLst/>
            <a:cxnLst/>
            <a:rect l="l" t="t" r="r" b="b"/>
            <a:pathLst>
              <a:path w="349250" h="258445">
                <a:moveTo>
                  <a:pt x="0" y="0"/>
                </a:moveTo>
                <a:lnTo>
                  <a:pt x="0" y="258317"/>
                </a:lnTo>
                <a:lnTo>
                  <a:pt x="348996" y="258317"/>
                </a:lnTo>
                <a:lnTo>
                  <a:pt x="348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520319" y="4325873"/>
            <a:ext cx="521970" cy="258445"/>
          </a:xfrm>
          <a:custGeom>
            <a:avLst/>
            <a:gdLst/>
            <a:ahLst/>
            <a:cxnLst/>
            <a:rect l="l" t="t" r="r" b="b"/>
            <a:pathLst>
              <a:path w="521970" h="258445">
                <a:moveTo>
                  <a:pt x="0" y="0"/>
                </a:moveTo>
                <a:lnTo>
                  <a:pt x="0" y="258317"/>
                </a:lnTo>
                <a:lnTo>
                  <a:pt x="521970" y="258317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69315" y="4325873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869315" y="4325873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67591" y="4409694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10" h="76200">
                <a:moveTo>
                  <a:pt x="338327" y="38100"/>
                </a:moveTo>
                <a:lnTo>
                  <a:pt x="336803" y="35051"/>
                </a:lnTo>
                <a:lnTo>
                  <a:pt x="332993" y="33527"/>
                </a:lnTo>
                <a:lnTo>
                  <a:pt x="4571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1" y="42671"/>
                </a:lnTo>
                <a:lnTo>
                  <a:pt x="332993" y="42671"/>
                </a:lnTo>
                <a:lnTo>
                  <a:pt x="336803" y="41909"/>
                </a:lnTo>
                <a:lnTo>
                  <a:pt x="338327" y="38100"/>
                </a:lnTo>
                <a:close/>
              </a:path>
              <a:path w="397510" h="76200">
                <a:moveTo>
                  <a:pt x="397001" y="38100"/>
                </a:moveTo>
                <a:lnTo>
                  <a:pt x="320801" y="0"/>
                </a:lnTo>
                <a:lnTo>
                  <a:pt x="320801" y="33527"/>
                </a:lnTo>
                <a:lnTo>
                  <a:pt x="332993" y="33527"/>
                </a:lnTo>
                <a:lnTo>
                  <a:pt x="336803" y="35051"/>
                </a:lnTo>
                <a:lnTo>
                  <a:pt x="338327" y="38100"/>
                </a:lnTo>
                <a:lnTo>
                  <a:pt x="338327" y="67437"/>
                </a:lnTo>
                <a:lnTo>
                  <a:pt x="397001" y="38100"/>
                </a:lnTo>
                <a:close/>
              </a:path>
              <a:path w="397510" h="76200">
                <a:moveTo>
                  <a:pt x="338327" y="67437"/>
                </a:moveTo>
                <a:lnTo>
                  <a:pt x="338327" y="38100"/>
                </a:lnTo>
                <a:lnTo>
                  <a:pt x="336803" y="41909"/>
                </a:lnTo>
                <a:lnTo>
                  <a:pt x="332993" y="42671"/>
                </a:lnTo>
                <a:lnTo>
                  <a:pt x="320801" y="42671"/>
                </a:lnTo>
                <a:lnTo>
                  <a:pt x="320801" y="76200"/>
                </a:lnTo>
                <a:lnTo>
                  <a:pt x="33832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21793" y="4408170"/>
            <a:ext cx="396240" cy="76200"/>
          </a:xfrm>
          <a:custGeom>
            <a:avLst/>
            <a:gdLst/>
            <a:ahLst/>
            <a:cxnLst/>
            <a:rect l="l" t="t" r="r" b="b"/>
            <a:pathLst>
              <a:path w="396240" h="76200">
                <a:moveTo>
                  <a:pt x="337565" y="38100"/>
                </a:moveTo>
                <a:lnTo>
                  <a:pt x="336803" y="35051"/>
                </a:lnTo>
                <a:lnTo>
                  <a:pt x="332981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100"/>
                </a:lnTo>
                <a:lnTo>
                  <a:pt x="762" y="41909"/>
                </a:lnTo>
                <a:lnTo>
                  <a:pt x="4572" y="42671"/>
                </a:lnTo>
                <a:lnTo>
                  <a:pt x="332981" y="42671"/>
                </a:lnTo>
                <a:lnTo>
                  <a:pt x="336803" y="41909"/>
                </a:lnTo>
                <a:lnTo>
                  <a:pt x="337565" y="38100"/>
                </a:lnTo>
                <a:close/>
              </a:path>
              <a:path w="396240" h="76200">
                <a:moveTo>
                  <a:pt x="396227" y="38100"/>
                </a:moveTo>
                <a:lnTo>
                  <a:pt x="320027" y="0"/>
                </a:lnTo>
                <a:lnTo>
                  <a:pt x="320027" y="33527"/>
                </a:lnTo>
                <a:lnTo>
                  <a:pt x="332981" y="33527"/>
                </a:lnTo>
                <a:lnTo>
                  <a:pt x="336803" y="35051"/>
                </a:lnTo>
                <a:lnTo>
                  <a:pt x="337565" y="38100"/>
                </a:lnTo>
                <a:lnTo>
                  <a:pt x="337565" y="67430"/>
                </a:lnTo>
                <a:lnTo>
                  <a:pt x="396227" y="38100"/>
                </a:lnTo>
                <a:close/>
              </a:path>
              <a:path w="396240" h="76200">
                <a:moveTo>
                  <a:pt x="337565" y="67430"/>
                </a:moveTo>
                <a:lnTo>
                  <a:pt x="337565" y="38100"/>
                </a:lnTo>
                <a:lnTo>
                  <a:pt x="336803" y="41909"/>
                </a:lnTo>
                <a:lnTo>
                  <a:pt x="332981" y="42671"/>
                </a:lnTo>
                <a:lnTo>
                  <a:pt x="320027" y="42671"/>
                </a:lnTo>
                <a:lnTo>
                  <a:pt x="320027" y="76200"/>
                </a:lnTo>
                <a:lnTo>
                  <a:pt x="337565" y="67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97843" y="3973067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2"/>
                </a:moveTo>
                <a:lnTo>
                  <a:pt x="0" y="290322"/>
                </a:lnTo>
                <a:lnTo>
                  <a:pt x="32765" y="355853"/>
                </a:lnTo>
                <a:lnTo>
                  <a:pt x="32765" y="303276"/>
                </a:lnTo>
                <a:lnTo>
                  <a:pt x="34289" y="307086"/>
                </a:lnTo>
                <a:lnTo>
                  <a:pt x="38100" y="307848"/>
                </a:lnTo>
                <a:lnTo>
                  <a:pt x="41148" y="307086"/>
                </a:lnTo>
                <a:lnTo>
                  <a:pt x="42672" y="303276"/>
                </a:lnTo>
                <a:lnTo>
                  <a:pt x="42672" y="357377"/>
                </a:lnTo>
                <a:lnTo>
                  <a:pt x="76200" y="290322"/>
                </a:lnTo>
                <a:close/>
              </a:path>
              <a:path w="76200" h="367029">
                <a:moveTo>
                  <a:pt x="42672" y="29032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290322"/>
                </a:lnTo>
                <a:lnTo>
                  <a:pt x="42672" y="290322"/>
                </a:lnTo>
                <a:close/>
              </a:path>
              <a:path w="76200" h="367029">
                <a:moveTo>
                  <a:pt x="42672" y="357377"/>
                </a:moveTo>
                <a:lnTo>
                  <a:pt x="42672" y="303276"/>
                </a:lnTo>
                <a:lnTo>
                  <a:pt x="41148" y="307086"/>
                </a:lnTo>
                <a:lnTo>
                  <a:pt x="38100" y="307848"/>
                </a:lnTo>
                <a:lnTo>
                  <a:pt x="34289" y="307086"/>
                </a:lnTo>
                <a:lnTo>
                  <a:pt x="32765" y="303276"/>
                </a:lnTo>
                <a:lnTo>
                  <a:pt x="32765" y="355853"/>
                </a:lnTo>
                <a:lnTo>
                  <a:pt x="38100" y="366522"/>
                </a:lnTo>
                <a:lnTo>
                  <a:pt x="42672" y="357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59222" y="3546347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386701" y="5026152"/>
            <a:ext cx="349250" cy="258445"/>
          </a:xfrm>
          <a:custGeom>
            <a:avLst/>
            <a:gdLst/>
            <a:ahLst/>
            <a:cxnLst/>
            <a:rect l="l" t="t" r="r" b="b"/>
            <a:pathLst>
              <a:path w="349250" h="258445">
                <a:moveTo>
                  <a:pt x="0" y="0"/>
                </a:moveTo>
                <a:lnTo>
                  <a:pt x="0" y="258317"/>
                </a:lnTo>
                <a:lnTo>
                  <a:pt x="348996" y="258317"/>
                </a:lnTo>
                <a:lnTo>
                  <a:pt x="348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386701" y="5025390"/>
            <a:ext cx="521970" cy="259079"/>
          </a:xfrm>
          <a:custGeom>
            <a:avLst/>
            <a:gdLst/>
            <a:ahLst/>
            <a:cxnLst/>
            <a:rect l="l" t="t" r="r" b="b"/>
            <a:pathLst>
              <a:path w="521970" h="259079">
                <a:moveTo>
                  <a:pt x="0" y="0"/>
                </a:moveTo>
                <a:lnTo>
                  <a:pt x="0" y="259079"/>
                </a:lnTo>
                <a:lnTo>
                  <a:pt x="521970" y="259079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35696" y="5026152"/>
            <a:ext cx="173990" cy="258445"/>
          </a:xfrm>
          <a:custGeom>
            <a:avLst/>
            <a:gdLst/>
            <a:ahLst/>
            <a:cxnLst/>
            <a:rect l="l" t="t" r="r" b="b"/>
            <a:pathLst>
              <a:path w="173990" h="258445">
                <a:moveTo>
                  <a:pt x="0" y="0"/>
                </a:moveTo>
                <a:lnTo>
                  <a:pt x="0" y="258317"/>
                </a:lnTo>
                <a:lnTo>
                  <a:pt x="173735" y="258317"/>
                </a:lnTo>
                <a:lnTo>
                  <a:pt x="17373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735696" y="5025390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226425" y="5026152"/>
            <a:ext cx="349885" cy="258445"/>
          </a:xfrm>
          <a:custGeom>
            <a:avLst/>
            <a:gdLst/>
            <a:ahLst/>
            <a:cxnLst/>
            <a:rect l="l" t="t" r="r" b="b"/>
            <a:pathLst>
              <a:path w="349884" h="258445">
                <a:moveTo>
                  <a:pt x="0" y="0"/>
                </a:moveTo>
                <a:lnTo>
                  <a:pt x="0" y="258317"/>
                </a:lnTo>
                <a:lnTo>
                  <a:pt x="349770" y="258317"/>
                </a:lnTo>
                <a:lnTo>
                  <a:pt x="34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226425" y="5025390"/>
            <a:ext cx="523240" cy="259079"/>
          </a:xfrm>
          <a:custGeom>
            <a:avLst/>
            <a:gdLst/>
            <a:ahLst/>
            <a:cxnLst/>
            <a:rect l="l" t="t" r="r" b="b"/>
            <a:pathLst>
              <a:path w="523240" h="259079">
                <a:moveTo>
                  <a:pt x="0" y="0"/>
                </a:moveTo>
                <a:lnTo>
                  <a:pt x="0" y="259079"/>
                </a:lnTo>
                <a:lnTo>
                  <a:pt x="522731" y="259079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576195" y="5026152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75433" y="5025390"/>
            <a:ext cx="173990" cy="259079"/>
          </a:xfrm>
          <a:custGeom>
            <a:avLst/>
            <a:gdLst/>
            <a:ahLst/>
            <a:cxnLst/>
            <a:rect l="l" t="t" r="r" b="b"/>
            <a:pathLst>
              <a:path w="173990" h="259079">
                <a:moveTo>
                  <a:pt x="0" y="0"/>
                </a:moveTo>
                <a:lnTo>
                  <a:pt x="0" y="259079"/>
                </a:lnTo>
                <a:lnTo>
                  <a:pt x="173735" y="259079"/>
                </a:lnTo>
                <a:lnTo>
                  <a:pt x="173735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066148" y="5026152"/>
            <a:ext cx="349885" cy="258445"/>
          </a:xfrm>
          <a:custGeom>
            <a:avLst/>
            <a:gdLst/>
            <a:ahLst/>
            <a:cxnLst/>
            <a:rect l="l" t="t" r="r" b="b"/>
            <a:pathLst>
              <a:path w="349884" h="258445">
                <a:moveTo>
                  <a:pt x="0" y="0"/>
                </a:moveTo>
                <a:lnTo>
                  <a:pt x="0" y="258317"/>
                </a:lnTo>
                <a:lnTo>
                  <a:pt x="349770" y="258317"/>
                </a:lnTo>
                <a:lnTo>
                  <a:pt x="34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066148" y="5025390"/>
            <a:ext cx="523240" cy="259079"/>
          </a:xfrm>
          <a:custGeom>
            <a:avLst/>
            <a:gdLst/>
            <a:ahLst/>
            <a:cxnLst/>
            <a:rect l="l" t="t" r="r" b="b"/>
            <a:pathLst>
              <a:path w="523240" h="259079">
                <a:moveTo>
                  <a:pt x="0" y="0"/>
                </a:moveTo>
                <a:lnTo>
                  <a:pt x="0" y="259079"/>
                </a:lnTo>
                <a:lnTo>
                  <a:pt x="522731" y="259079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415919" y="5026152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415919" y="5025390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813420" y="5109971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27" y="38100"/>
                </a:moveTo>
                <a:lnTo>
                  <a:pt x="336803" y="34289"/>
                </a:lnTo>
                <a:lnTo>
                  <a:pt x="333755" y="33527"/>
                </a:lnTo>
                <a:lnTo>
                  <a:pt x="5346" y="33527"/>
                </a:lnTo>
                <a:lnTo>
                  <a:pt x="1536" y="34289"/>
                </a:lnTo>
                <a:lnTo>
                  <a:pt x="0" y="38100"/>
                </a:lnTo>
                <a:lnTo>
                  <a:pt x="1536" y="41148"/>
                </a:lnTo>
                <a:lnTo>
                  <a:pt x="5346" y="42672"/>
                </a:lnTo>
                <a:lnTo>
                  <a:pt x="333755" y="42672"/>
                </a:lnTo>
                <a:lnTo>
                  <a:pt x="336803" y="41148"/>
                </a:lnTo>
                <a:lnTo>
                  <a:pt x="338327" y="38100"/>
                </a:lnTo>
                <a:close/>
              </a:path>
              <a:path w="397509" h="76200">
                <a:moveTo>
                  <a:pt x="397001" y="38100"/>
                </a:moveTo>
                <a:lnTo>
                  <a:pt x="320801" y="0"/>
                </a:lnTo>
                <a:lnTo>
                  <a:pt x="320801" y="33527"/>
                </a:lnTo>
                <a:lnTo>
                  <a:pt x="333755" y="33527"/>
                </a:lnTo>
                <a:lnTo>
                  <a:pt x="336803" y="34289"/>
                </a:lnTo>
                <a:lnTo>
                  <a:pt x="338327" y="38100"/>
                </a:lnTo>
                <a:lnTo>
                  <a:pt x="338327" y="67437"/>
                </a:lnTo>
                <a:lnTo>
                  <a:pt x="397001" y="38100"/>
                </a:lnTo>
                <a:close/>
              </a:path>
              <a:path w="397509" h="76200">
                <a:moveTo>
                  <a:pt x="338327" y="67437"/>
                </a:moveTo>
                <a:lnTo>
                  <a:pt x="338327" y="38100"/>
                </a:lnTo>
                <a:lnTo>
                  <a:pt x="336803" y="41148"/>
                </a:lnTo>
                <a:lnTo>
                  <a:pt x="333755" y="42672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832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67622" y="510844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27" y="38100"/>
                </a:moveTo>
                <a:lnTo>
                  <a:pt x="336803" y="34289"/>
                </a:lnTo>
                <a:lnTo>
                  <a:pt x="333768" y="33527"/>
                </a:lnTo>
                <a:lnTo>
                  <a:pt x="5346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5346" y="42672"/>
                </a:lnTo>
                <a:lnTo>
                  <a:pt x="333768" y="42672"/>
                </a:lnTo>
                <a:lnTo>
                  <a:pt x="336803" y="41148"/>
                </a:lnTo>
                <a:lnTo>
                  <a:pt x="338327" y="38100"/>
                </a:lnTo>
                <a:close/>
              </a:path>
              <a:path w="397509" h="76200">
                <a:moveTo>
                  <a:pt x="397001" y="38100"/>
                </a:moveTo>
                <a:lnTo>
                  <a:pt x="320801" y="0"/>
                </a:lnTo>
                <a:lnTo>
                  <a:pt x="320801" y="33527"/>
                </a:lnTo>
                <a:lnTo>
                  <a:pt x="333768" y="33527"/>
                </a:lnTo>
                <a:lnTo>
                  <a:pt x="336803" y="34289"/>
                </a:lnTo>
                <a:lnTo>
                  <a:pt x="338327" y="38100"/>
                </a:lnTo>
                <a:lnTo>
                  <a:pt x="338327" y="67437"/>
                </a:lnTo>
                <a:lnTo>
                  <a:pt x="397001" y="38100"/>
                </a:lnTo>
                <a:close/>
              </a:path>
              <a:path w="397509" h="76200">
                <a:moveTo>
                  <a:pt x="338327" y="67437"/>
                </a:moveTo>
                <a:lnTo>
                  <a:pt x="338327" y="38100"/>
                </a:lnTo>
                <a:lnTo>
                  <a:pt x="336803" y="41148"/>
                </a:lnTo>
                <a:lnTo>
                  <a:pt x="333768" y="42672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832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521825" y="5106923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40" y="38100"/>
                </a:moveTo>
                <a:lnTo>
                  <a:pt x="336816" y="34289"/>
                </a:lnTo>
                <a:lnTo>
                  <a:pt x="33376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33768" y="42672"/>
                </a:lnTo>
                <a:lnTo>
                  <a:pt x="336816" y="41148"/>
                </a:lnTo>
                <a:lnTo>
                  <a:pt x="338340" y="38100"/>
                </a:lnTo>
                <a:close/>
              </a:path>
              <a:path w="397509" h="76200">
                <a:moveTo>
                  <a:pt x="397001" y="38100"/>
                </a:moveTo>
                <a:lnTo>
                  <a:pt x="320801" y="0"/>
                </a:lnTo>
                <a:lnTo>
                  <a:pt x="320801" y="32765"/>
                </a:lnTo>
                <a:lnTo>
                  <a:pt x="333768" y="32765"/>
                </a:lnTo>
                <a:lnTo>
                  <a:pt x="336816" y="34289"/>
                </a:lnTo>
                <a:lnTo>
                  <a:pt x="338340" y="38100"/>
                </a:lnTo>
                <a:lnTo>
                  <a:pt x="338340" y="67430"/>
                </a:lnTo>
                <a:lnTo>
                  <a:pt x="397001" y="38100"/>
                </a:lnTo>
                <a:close/>
              </a:path>
              <a:path w="397509" h="76200">
                <a:moveTo>
                  <a:pt x="338340" y="67430"/>
                </a:moveTo>
                <a:lnTo>
                  <a:pt x="338340" y="38100"/>
                </a:lnTo>
                <a:lnTo>
                  <a:pt x="336816" y="41148"/>
                </a:lnTo>
                <a:lnTo>
                  <a:pt x="333768" y="42672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8340" y="67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543672" y="4673346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1"/>
                </a:moveTo>
                <a:lnTo>
                  <a:pt x="0" y="290321"/>
                </a:lnTo>
                <a:lnTo>
                  <a:pt x="33527" y="357377"/>
                </a:lnTo>
                <a:lnTo>
                  <a:pt x="33527" y="303275"/>
                </a:lnTo>
                <a:lnTo>
                  <a:pt x="35051" y="306324"/>
                </a:lnTo>
                <a:lnTo>
                  <a:pt x="38100" y="307848"/>
                </a:lnTo>
                <a:lnTo>
                  <a:pt x="41922" y="306324"/>
                </a:lnTo>
                <a:lnTo>
                  <a:pt x="43446" y="303275"/>
                </a:lnTo>
                <a:lnTo>
                  <a:pt x="43446" y="355828"/>
                </a:lnTo>
                <a:lnTo>
                  <a:pt x="76200" y="290321"/>
                </a:lnTo>
                <a:close/>
              </a:path>
              <a:path w="76200" h="367029">
                <a:moveTo>
                  <a:pt x="43446" y="290321"/>
                </a:moveTo>
                <a:lnTo>
                  <a:pt x="43446" y="4571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7" y="290321"/>
                </a:lnTo>
                <a:lnTo>
                  <a:pt x="43446" y="290321"/>
                </a:lnTo>
                <a:close/>
              </a:path>
              <a:path w="76200" h="367029">
                <a:moveTo>
                  <a:pt x="43446" y="355828"/>
                </a:moveTo>
                <a:lnTo>
                  <a:pt x="43446" y="303275"/>
                </a:lnTo>
                <a:lnTo>
                  <a:pt x="41922" y="306324"/>
                </a:lnTo>
                <a:lnTo>
                  <a:pt x="38100" y="307848"/>
                </a:lnTo>
                <a:lnTo>
                  <a:pt x="35051" y="306324"/>
                </a:lnTo>
                <a:lnTo>
                  <a:pt x="33527" y="303275"/>
                </a:lnTo>
                <a:lnTo>
                  <a:pt x="33527" y="357377"/>
                </a:lnTo>
                <a:lnTo>
                  <a:pt x="38100" y="366521"/>
                </a:lnTo>
                <a:lnTo>
                  <a:pt x="43446" y="3558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7380109" y="4276344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951598" y="4579620"/>
            <a:ext cx="435609" cy="603250"/>
          </a:xfrm>
          <a:custGeom>
            <a:avLst/>
            <a:gdLst/>
            <a:ahLst/>
            <a:cxnLst/>
            <a:rect l="l" t="t" r="r" b="b"/>
            <a:pathLst>
              <a:path w="435609" h="603250">
                <a:moveTo>
                  <a:pt x="360808" y="560067"/>
                </a:moveTo>
                <a:lnTo>
                  <a:pt x="356628" y="559307"/>
                </a:lnTo>
                <a:lnTo>
                  <a:pt x="346722" y="555497"/>
                </a:lnTo>
                <a:lnTo>
                  <a:pt x="335435" y="551482"/>
                </a:lnTo>
                <a:lnTo>
                  <a:pt x="298716" y="534162"/>
                </a:lnTo>
                <a:lnTo>
                  <a:pt x="264300" y="513286"/>
                </a:lnTo>
                <a:lnTo>
                  <a:pt x="232230" y="488937"/>
                </a:lnTo>
                <a:lnTo>
                  <a:pt x="202349" y="461863"/>
                </a:lnTo>
                <a:lnTo>
                  <a:pt x="174498" y="432815"/>
                </a:lnTo>
                <a:lnTo>
                  <a:pt x="141703" y="392485"/>
                </a:lnTo>
                <a:lnTo>
                  <a:pt x="112187" y="349625"/>
                </a:lnTo>
                <a:lnTo>
                  <a:pt x="86098" y="304543"/>
                </a:lnTo>
                <a:lnTo>
                  <a:pt x="63585" y="257545"/>
                </a:lnTo>
                <a:lnTo>
                  <a:pt x="44800" y="208939"/>
                </a:lnTo>
                <a:lnTo>
                  <a:pt x="29891" y="159032"/>
                </a:lnTo>
                <a:lnTo>
                  <a:pt x="19007" y="108130"/>
                </a:lnTo>
                <a:lnTo>
                  <a:pt x="12300" y="56541"/>
                </a:lnTo>
                <a:lnTo>
                  <a:pt x="9918" y="4571"/>
                </a:lnTo>
                <a:lnTo>
                  <a:pt x="8394" y="1524"/>
                </a:lnTo>
                <a:lnTo>
                  <a:pt x="4572" y="0"/>
                </a:lnTo>
                <a:lnTo>
                  <a:pt x="1524" y="1524"/>
                </a:lnTo>
                <a:lnTo>
                  <a:pt x="0" y="4571"/>
                </a:lnTo>
                <a:lnTo>
                  <a:pt x="0" y="18287"/>
                </a:lnTo>
                <a:lnTo>
                  <a:pt x="761" y="32003"/>
                </a:lnTo>
                <a:lnTo>
                  <a:pt x="3921" y="72247"/>
                </a:lnTo>
                <a:lnTo>
                  <a:pt x="9918" y="112013"/>
                </a:lnTo>
                <a:lnTo>
                  <a:pt x="20435" y="160684"/>
                </a:lnTo>
                <a:lnTo>
                  <a:pt x="34116" y="207190"/>
                </a:lnTo>
                <a:lnTo>
                  <a:pt x="50957" y="251964"/>
                </a:lnTo>
                <a:lnTo>
                  <a:pt x="70954" y="295441"/>
                </a:lnTo>
                <a:lnTo>
                  <a:pt x="94106" y="338054"/>
                </a:lnTo>
                <a:lnTo>
                  <a:pt x="120408" y="380238"/>
                </a:lnTo>
                <a:lnTo>
                  <a:pt x="146139" y="414720"/>
                </a:lnTo>
                <a:lnTo>
                  <a:pt x="176531" y="449487"/>
                </a:lnTo>
                <a:lnTo>
                  <a:pt x="210824" y="482937"/>
                </a:lnTo>
                <a:lnTo>
                  <a:pt x="248263" y="513466"/>
                </a:lnTo>
                <a:lnTo>
                  <a:pt x="288088" y="539471"/>
                </a:lnTo>
                <a:lnTo>
                  <a:pt x="329543" y="559350"/>
                </a:lnTo>
                <a:lnTo>
                  <a:pt x="359609" y="567981"/>
                </a:lnTo>
                <a:lnTo>
                  <a:pt x="360808" y="560067"/>
                </a:lnTo>
                <a:close/>
              </a:path>
              <a:path w="435609" h="603250">
                <a:moveTo>
                  <a:pt x="377190" y="595196"/>
                </a:moveTo>
                <a:lnTo>
                  <a:pt x="377190" y="567689"/>
                </a:lnTo>
                <a:lnTo>
                  <a:pt x="374916" y="570738"/>
                </a:lnTo>
                <a:lnTo>
                  <a:pt x="371868" y="571500"/>
                </a:lnTo>
                <a:lnTo>
                  <a:pt x="359609" y="567981"/>
                </a:lnTo>
                <a:lnTo>
                  <a:pt x="354342" y="602741"/>
                </a:lnTo>
                <a:lnTo>
                  <a:pt x="377190" y="595196"/>
                </a:lnTo>
                <a:close/>
              </a:path>
              <a:path w="435609" h="603250">
                <a:moveTo>
                  <a:pt x="377190" y="567689"/>
                </a:moveTo>
                <a:lnTo>
                  <a:pt x="376427" y="563879"/>
                </a:lnTo>
                <a:lnTo>
                  <a:pt x="373392" y="562355"/>
                </a:lnTo>
                <a:lnTo>
                  <a:pt x="360808" y="560067"/>
                </a:lnTo>
                <a:lnTo>
                  <a:pt x="359609" y="567981"/>
                </a:lnTo>
                <a:lnTo>
                  <a:pt x="371868" y="571500"/>
                </a:lnTo>
                <a:lnTo>
                  <a:pt x="374916" y="570738"/>
                </a:lnTo>
                <a:lnTo>
                  <a:pt x="377190" y="567689"/>
                </a:lnTo>
                <a:close/>
              </a:path>
              <a:path w="435609" h="603250">
                <a:moveTo>
                  <a:pt x="435101" y="576071"/>
                </a:moveTo>
                <a:lnTo>
                  <a:pt x="365772" y="527303"/>
                </a:lnTo>
                <a:lnTo>
                  <a:pt x="360808" y="560067"/>
                </a:lnTo>
                <a:lnTo>
                  <a:pt x="373392" y="562355"/>
                </a:lnTo>
                <a:lnTo>
                  <a:pt x="376427" y="563879"/>
                </a:lnTo>
                <a:lnTo>
                  <a:pt x="377190" y="567689"/>
                </a:lnTo>
                <a:lnTo>
                  <a:pt x="377190" y="595196"/>
                </a:lnTo>
                <a:lnTo>
                  <a:pt x="435101" y="5760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941717" y="4241291"/>
            <a:ext cx="1518920" cy="470534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first==null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86235" y="5952744"/>
            <a:ext cx="2908935" cy="470534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first!=null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&amp;&amp;</a:t>
            </a:r>
            <a:r>
              <a:rPr sz="24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b!=null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List</a:t>
            </a:r>
            <a:r>
              <a:rPr spc="-50" dirty="0"/>
              <a:t> </a:t>
            </a:r>
            <a:r>
              <a:rPr spc="-5" dirty="0"/>
              <a:t>Destructor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08097"/>
            <a:ext cx="3855085" cy="3661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6421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Template &lt;class </a:t>
            </a:r>
            <a:r>
              <a:rPr sz="2400" dirty="0">
                <a:latin typeface="Arial"/>
                <a:cs typeface="Arial"/>
              </a:rPr>
              <a:t>Type&gt;  </a:t>
            </a:r>
            <a:r>
              <a:rPr sz="2400" spc="-5" dirty="0">
                <a:latin typeface="Arial"/>
                <a:cs typeface="Arial"/>
              </a:rPr>
              <a:t>List&lt;Type&gt;::~List()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Arial"/>
                <a:cs typeface="Arial"/>
              </a:rPr>
              <a:t>// Free </a:t>
            </a:r>
            <a:r>
              <a:rPr sz="2400" spc="-5" dirty="0">
                <a:latin typeface="Arial"/>
                <a:cs typeface="Arial"/>
              </a:rPr>
              <a:t>all nodes in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chain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355600" marR="387350">
              <a:lnSpc>
                <a:spcPts val="2880"/>
              </a:lnSpc>
              <a:spcBef>
                <a:spcPts val="90"/>
              </a:spcBef>
            </a:pPr>
            <a:r>
              <a:rPr sz="2400" spc="-5" dirty="0">
                <a:latin typeface="Arial"/>
                <a:cs typeface="Arial"/>
              </a:rPr>
              <a:t>ListNode&lt;Type&gt;* </a:t>
            </a:r>
            <a:r>
              <a:rPr sz="2400" dirty="0">
                <a:latin typeface="Arial"/>
                <a:cs typeface="Arial"/>
              </a:rPr>
              <a:t>next;  </a:t>
            </a:r>
            <a:r>
              <a:rPr sz="2400" spc="-5" dirty="0">
                <a:latin typeface="Arial"/>
                <a:cs typeface="Arial"/>
              </a:rPr>
              <a:t>for (; first; first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next)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{</a:t>
            </a:r>
            <a:endParaRPr sz="2400">
              <a:latin typeface="Arial"/>
              <a:cs typeface="Arial"/>
            </a:endParaRPr>
          </a:p>
          <a:p>
            <a:pPr marL="927100" marR="681990">
              <a:lnSpc>
                <a:spcPts val="2870"/>
              </a:lnSpc>
            </a:pPr>
            <a:r>
              <a:rPr sz="2400" dirty="0">
                <a:latin typeface="Arial"/>
                <a:cs typeface="Arial"/>
              </a:rPr>
              <a:t>next =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first-&gt;link;  </a:t>
            </a:r>
            <a:r>
              <a:rPr sz="2400" spc="-5" dirty="0">
                <a:latin typeface="Arial"/>
                <a:cs typeface="Arial"/>
              </a:rPr>
              <a:t>delete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first;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77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dirty="0">
                <a:latin typeface="Arial"/>
                <a:cs typeface="Arial"/>
              </a:rPr>
              <a:t>}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z="4000" dirty="0"/>
              <a:t>Diagram of a Circular</a:t>
            </a:r>
            <a:r>
              <a:rPr sz="4000" spc="-105" dirty="0"/>
              <a:t> </a:t>
            </a:r>
            <a:r>
              <a:rPr sz="4000" dirty="0"/>
              <a:t>List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4603889" y="2846070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80">
                <a:moveTo>
                  <a:pt x="0" y="0"/>
                </a:moveTo>
                <a:lnTo>
                  <a:pt x="0" y="347471"/>
                </a:lnTo>
                <a:lnTo>
                  <a:pt x="436625" y="347471"/>
                </a:lnTo>
                <a:lnTo>
                  <a:pt x="436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03889" y="2846070"/>
            <a:ext cx="652780" cy="347980"/>
          </a:xfrm>
          <a:custGeom>
            <a:avLst/>
            <a:gdLst/>
            <a:ahLst/>
            <a:cxnLst/>
            <a:rect l="l" t="t" r="r" b="b"/>
            <a:pathLst>
              <a:path w="652779" h="347980">
                <a:moveTo>
                  <a:pt x="0" y="0"/>
                </a:moveTo>
                <a:lnTo>
                  <a:pt x="0" y="347471"/>
                </a:lnTo>
                <a:lnTo>
                  <a:pt x="652272" y="347471"/>
                </a:lnTo>
                <a:lnTo>
                  <a:pt x="652272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40515" y="2846070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80">
                <a:moveTo>
                  <a:pt x="0" y="0"/>
                </a:moveTo>
                <a:lnTo>
                  <a:pt x="0" y="347471"/>
                </a:lnTo>
                <a:lnTo>
                  <a:pt x="215646" y="347471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40515" y="2846070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80">
                <a:moveTo>
                  <a:pt x="0" y="0"/>
                </a:moveTo>
                <a:lnTo>
                  <a:pt x="0" y="347471"/>
                </a:lnTo>
                <a:lnTo>
                  <a:pt x="215646" y="347471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46711" y="3582923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79">
                <a:moveTo>
                  <a:pt x="0" y="0"/>
                </a:moveTo>
                <a:lnTo>
                  <a:pt x="0" y="347472"/>
                </a:lnTo>
                <a:lnTo>
                  <a:pt x="436613" y="347472"/>
                </a:lnTo>
                <a:lnTo>
                  <a:pt x="436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46711" y="3582923"/>
            <a:ext cx="652780" cy="347980"/>
          </a:xfrm>
          <a:custGeom>
            <a:avLst/>
            <a:gdLst/>
            <a:ahLst/>
            <a:cxnLst/>
            <a:rect l="l" t="t" r="r" b="b"/>
            <a:pathLst>
              <a:path w="652779" h="347979">
                <a:moveTo>
                  <a:pt x="0" y="0"/>
                </a:moveTo>
                <a:lnTo>
                  <a:pt x="0" y="347472"/>
                </a:lnTo>
                <a:lnTo>
                  <a:pt x="652272" y="347472"/>
                </a:lnTo>
                <a:lnTo>
                  <a:pt x="6522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283325" y="3582923"/>
            <a:ext cx="216535" cy="347980"/>
          </a:xfrm>
          <a:custGeom>
            <a:avLst/>
            <a:gdLst/>
            <a:ahLst/>
            <a:cxnLst/>
            <a:rect l="l" t="t" r="r" b="b"/>
            <a:pathLst>
              <a:path w="216535" h="347979">
                <a:moveTo>
                  <a:pt x="0" y="0"/>
                </a:moveTo>
                <a:lnTo>
                  <a:pt x="0" y="347472"/>
                </a:lnTo>
                <a:lnTo>
                  <a:pt x="216408" y="347472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83325" y="3582923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86791" y="4435602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79">
                <a:moveTo>
                  <a:pt x="0" y="0"/>
                </a:moveTo>
                <a:lnTo>
                  <a:pt x="0" y="347472"/>
                </a:lnTo>
                <a:lnTo>
                  <a:pt x="436625" y="347472"/>
                </a:lnTo>
                <a:lnTo>
                  <a:pt x="436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86791" y="4434840"/>
            <a:ext cx="652780" cy="348615"/>
          </a:xfrm>
          <a:custGeom>
            <a:avLst/>
            <a:gdLst/>
            <a:ahLst/>
            <a:cxnLst/>
            <a:rect l="l" t="t" r="r" b="b"/>
            <a:pathLst>
              <a:path w="652779" h="348614">
                <a:moveTo>
                  <a:pt x="0" y="0"/>
                </a:moveTo>
                <a:lnTo>
                  <a:pt x="0" y="348234"/>
                </a:lnTo>
                <a:lnTo>
                  <a:pt x="652271" y="348234"/>
                </a:lnTo>
                <a:lnTo>
                  <a:pt x="65227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23417" y="4435602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23417" y="4434840"/>
            <a:ext cx="215900" cy="348615"/>
          </a:xfrm>
          <a:custGeom>
            <a:avLst/>
            <a:gdLst/>
            <a:ahLst/>
            <a:cxnLst/>
            <a:rect l="l" t="t" r="r" b="b"/>
            <a:pathLst>
              <a:path w="215900" h="348614">
                <a:moveTo>
                  <a:pt x="0" y="0"/>
                </a:moveTo>
                <a:lnTo>
                  <a:pt x="0" y="348234"/>
                </a:lnTo>
                <a:lnTo>
                  <a:pt x="215646" y="348234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846711" y="5335523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79">
                <a:moveTo>
                  <a:pt x="0" y="0"/>
                </a:moveTo>
                <a:lnTo>
                  <a:pt x="0" y="347472"/>
                </a:lnTo>
                <a:lnTo>
                  <a:pt x="436613" y="347472"/>
                </a:lnTo>
                <a:lnTo>
                  <a:pt x="43661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46711" y="5335523"/>
            <a:ext cx="652780" cy="347980"/>
          </a:xfrm>
          <a:custGeom>
            <a:avLst/>
            <a:gdLst/>
            <a:ahLst/>
            <a:cxnLst/>
            <a:rect l="l" t="t" r="r" b="b"/>
            <a:pathLst>
              <a:path w="652779" h="347979">
                <a:moveTo>
                  <a:pt x="0" y="0"/>
                </a:moveTo>
                <a:lnTo>
                  <a:pt x="0" y="347472"/>
                </a:lnTo>
                <a:lnTo>
                  <a:pt x="652272" y="347472"/>
                </a:lnTo>
                <a:lnTo>
                  <a:pt x="6522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83325" y="5335523"/>
            <a:ext cx="216535" cy="347980"/>
          </a:xfrm>
          <a:custGeom>
            <a:avLst/>
            <a:gdLst/>
            <a:ahLst/>
            <a:cxnLst/>
            <a:rect l="l" t="t" r="r" b="b"/>
            <a:pathLst>
              <a:path w="216535" h="347979">
                <a:moveTo>
                  <a:pt x="0" y="0"/>
                </a:moveTo>
                <a:lnTo>
                  <a:pt x="0" y="347472"/>
                </a:lnTo>
                <a:lnTo>
                  <a:pt x="216408" y="347472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83325" y="5335523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03889" y="5957315"/>
            <a:ext cx="436880" cy="348615"/>
          </a:xfrm>
          <a:custGeom>
            <a:avLst/>
            <a:gdLst/>
            <a:ahLst/>
            <a:cxnLst/>
            <a:rect l="l" t="t" r="r" b="b"/>
            <a:pathLst>
              <a:path w="436879" h="348614">
                <a:moveTo>
                  <a:pt x="0" y="0"/>
                </a:moveTo>
                <a:lnTo>
                  <a:pt x="0" y="348233"/>
                </a:lnTo>
                <a:lnTo>
                  <a:pt x="436625" y="348233"/>
                </a:lnTo>
                <a:lnTo>
                  <a:pt x="436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03889" y="5957315"/>
            <a:ext cx="652780" cy="348615"/>
          </a:xfrm>
          <a:custGeom>
            <a:avLst/>
            <a:gdLst/>
            <a:ahLst/>
            <a:cxnLst/>
            <a:rect l="l" t="t" r="r" b="b"/>
            <a:pathLst>
              <a:path w="652779" h="348614">
                <a:moveTo>
                  <a:pt x="0" y="0"/>
                </a:moveTo>
                <a:lnTo>
                  <a:pt x="0" y="348234"/>
                </a:lnTo>
                <a:lnTo>
                  <a:pt x="652272" y="348234"/>
                </a:lnTo>
                <a:lnTo>
                  <a:pt x="6522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40515" y="5957315"/>
            <a:ext cx="215900" cy="348615"/>
          </a:xfrm>
          <a:custGeom>
            <a:avLst/>
            <a:gdLst/>
            <a:ahLst/>
            <a:cxnLst/>
            <a:rect l="l" t="t" r="r" b="b"/>
            <a:pathLst>
              <a:path w="215900" h="348614">
                <a:moveTo>
                  <a:pt x="0" y="0"/>
                </a:moveTo>
                <a:lnTo>
                  <a:pt x="0" y="348234"/>
                </a:lnTo>
                <a:lnTo>
                  <a:pt x="215646" y="348234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40515" y="5957315"/>
            <a:ext cx="215900" cy="348615"/>
          </a:xfrm>
          <a:custGeom>
            <a:avLst/>
            <a:gdLst/>
            <a:ahLst/>
            <a:cxnLst/>
            <a:rect l="l" t="t" r="r" b="b"/>
            <a:pathLst>
              <a:path w="215900" h="348614">
                <a:moveTo>
                  <a:pt x="0" y="0"/>
                </a:moveTo>
                <a:lnTo>
                  <a:pt x="0" y="348234"/>
                </a:lnTo>
                <a:lnTo>
                  <a:pt x="215646" y="348234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22611" y="5335523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79">
                <a:moveTo>
                  <a:pt x="0" y="0"/>
                </a:moveTo>
                <a:lnTo>
                  <a:pt x="0" y="347472"/>
                </a:lnTo>
                <a:lnTo>
                  <a:pt x="436625" y="347472"/>
                </a:lnTo>
                <a:lnTo>
                  <a:pt x="436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22611" y="5335523"/>
            <a:ext cx="652780" cy="347980"/>
          </a:xfrm>
          <a:custGeom>
            <a:avLst/>
            <a:gdLst/>
            <a:ahLst/>
            <a:cxnLst/>
            <a:rect l="l" t="t" r="r" b="b"/>
            <a:pathLst>
              <a:path w="652779" h="347979">
                <a:moveTo>
                  <a:pt x="0" y="0"/>
                </a:moveTo>
                <a:lnTo>
                  <a:pt x="0" y="347472"/>
                </a:lnTo>
                <a:lnTo>
                  <a:pt x="652272" y="347472"/>
                </a:lnTo>
                <a:lnTo>
                  <a:pt x="6522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959237" y="5335523"/>
            <a:ext cx="216535" cy="347980"/>
          </a:xfrm>
          <a:custGeom>
            <a:avLst/>
            <a:gdLst/>
            <a:ahLst/>
            <a:cxnLst/>
            <a:rect l="l" t="t" r="r" b="b"/>
            <a:pathLst>
              <a:path w="216535" h="347979">
                <a:moveTo>
                  <a:pt x="0" y="0"/>
                </a:moveTo>
                <a:lnTo>
                  <a:pt x="0" y="347472"/>
                </a:lnTo>
                <a:lnTo>
                  <a:pt x="216408" y="347472"/>
                </a:lnTo>
                <a:lnTo>
                  <a:pt x="216408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59237" y="5335523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870339" y="4437126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79">
                <a:moveTo>
                  <a:pt x="0" y="0"/>
                </a:moveTo>
                <a:lnTo>
                  <a:pt x="0" y="347472"/>
                </a:lnTo>
                <a:lnTo>
                  <a:pt x="436625" y="347472"/>
                </a:lnTo>
                <a:lnTo>
                  <a:pt x="436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70339" y="4437126"/>
            <a:ext cx="652780" cy="347980"/>
          </a:xfrm>
          <a:custGeom>
            <a:avLst/>
            <a:gdLst/>
            <a:ahLst/>
            <a:cxnLst/>
            <a:rect l="l" t="t" r="r" b="b"/>
            <a:pathLst>
              <a:path w="652779" h="347979">
                <a:moveTo>
                  <a:pt x="0" y="0"/>
                </a:moveTo>
                <a:lnTo>
                  <a:pt x="0" y="347472"/>
                </a:lnTo>
                <a:lnTo>
                  <a:pt x="652271" y="347472"/>
                </a:lnTo>
                <a:lnTo>
                  <a:pt x="65227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06965" y="4437126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06965" y="4437126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519563" y="3582923"/>
            <a:ext cx="436880" cy="347980"/>
          </a:xfrm>
          <a:custGeom>
            <a:avLst/>
            <a:gdLst/>
            <a:ahLst/>
            <a:cxnLst/>
            <a:rect l="l" t="t" r="r" b="b"/>
            <a:pathLst>
              <a:path w="436879" h="347979">
                <a:moveTo>
                  <a:pt x="0" y="0"/>
                </a:moveTo>
                <a:lnTo>
                  <a:pt x="0" y="347472"/>
                </a:lnTo>
                <a:lnTo>
                  <a:pt x="436626" y="347472"/>
                </a:lnTo>
                <a:lnTo>
                  <a:pt x="43662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519563" y="3582923"/>
            <a:ext cx="652780" cy="347980"/>
          </a:xfrm>
          <a:custGeom>
            <a:avLst/>
            <a:gdLst/>
            <a:ahLst/>
            <a:cxnLst/>
            <a:rect l="l" t="t" r="r" b="b"/>
            <a:pathLst>
              <a:path w="652779" h="347979">
                <a:moveTo>
                  <a:pt x="0" y="0"/>
                </a:moveTo>
                <a:lnTo>
                  <a:pt x="0" y="347472"/>
                </a:lnTo>
                <a:lnTo>
                  <a:pt x="652272" y="347472"/>
                </a:lnTo>
                <a:lnTo>
                  <a:pt x="65227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56189" y="3582923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56189" y="3582923"/>
            <a:ext cx="215900" cy="347980"/>
          </a:xfrm>
          <a:custGeom>
            <a:avLst/>
            <a:gdLst/>
            <a:ahLst/>
            <a:cxnLst/>
            <a:rect l="l" t="t" r="r" b="b"/>
            <a:pathLst>
              <a:path w="215900" h="347979">
                <a:moveTo>
                  <a:pt x="0" y="0"/>
                </a:moveTo>
                <a:lnTo>
                  <a:pt x="0" y="347472"/>
                </a:lnTo>
                <a:lnTo>
                  <a:pt x="215646" y="347472"/>
                </a:lnTo>
                <a:lnTo>
                  <a:pt x="2156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29669" y="3032767"/>
            <a:ext cx="969010" cy="553720"/>
          </a:xfrm>
          <a:custGeom>
            <a:avLst/>
            <a:gdLst/>
            <a:ahLst/>
            <a:cxnLst/>
            <a:rect l="l" t="t" r="r" b="b"/>
            <a:pathLst>
              <a:path w="969010" h="553720">
                <a:moveTo>
                  <a:pt x="935853" y="476946"/>
                </a:moveTo>
                <a:lnTo>
                  <a:pt x="916686" y="374134"/>
                </a:lnTo>
                <a:lnTo>
                  <a:pt x="900096" y="312025"/>
                </a:lnTo>
                <a:lnTo>
                  <a:pt x="880480" y="256663"/>
                </a:lnTo>
                <a:lnTo>
                  <a:pt x="843288" y="183088"/>
                </a:lnTo>
                <a:lnTo>
                  <a:pt x="811715" y="141238"/>
                </a:lnTo>
                <a:lnTo>
                  <a:pt x="774144" y="104774"/>
                </a:lnTo>
                <a:lnTo>
                  <a:pt x="730758" y="74668"/>
                </a:lnTo>
                <a:lnTo>
                  <a:pt x="691071" y="55698"/>
                </a:lnTo>
                <a:lnTo>
                  <a:pt x="648027" y="40093"/>
                </a:lnTo>
                <a:lnTo>
                  <a:pt x="602114" y="27554"/>
                </a:lnTo>
                <a:lnTo>
                  <a:pt x="553817" y="17783"/>
                </a:lnTo>
                <a:lnTo>
                  <a:pt x="503625" y="10482"/>
                </a:lnTo>
                <a:lnTo>
                  <a:pt x="452024" y="5351"/>
                </a:lnTo>
                <a:lnTo>
                  <a:pt x="399501" y="2093"/>
                </a:lnTo>
                <a:lnTo>
                  <a:pt x="346543" y="409"/>
                </a:lnTo>
                <a:lnTo>
                  <a:pt x="293638" y="0"/>
                </a:lnTo>
                <a:lnTo>
                  <a:pt x="241271" y="567"/>
                </a:lnTo>
                <a:lnTo>
                  <a:pt x="189931" y="1813"/>
                </a:lnTo>
                <a:lnTo>
                  <a:pt x="140104" y="3439"/>
                </a:lnTo>
                <a:lnTo>
                  <a:pt x="92277" y="5147"/>
                </a:lnTo>
                <a:lnTo>
                  <a:pt x="46937" y="6637"/>
                </a:lnTo>
                <a:lnTo>
                  <a:pt x="4572" y="7612"/>
                </a:lnTo>
                <a:lnTo>
                  <a:pt x="762" y="9136"/>
                </a:lnTo>
                <a:lnTo>
                  <a:pt x="0" y="12946"/>
                </a:lnTo>
                <a:lnTo>
                  <a:pt x="1524" y="15994"/>
                </a:lnTo>
                <a:lnTo>
                  <a:pt x="4572" y="17518"/>
                </a:lnTo>
                <a:lnTo>
                  <a:pt x="57912" y="15232"/>
                </a:lnTo>
                <a:lnTo>
                  <a:pt x="110489" y="12946"/>
                </a:lnTo>
                <a:lnTo>
                  <a:pt x="163067" y="11422"/>
                </a:lnTo>
                <a:lnTo>
                  <a:pt x="214884" y="10660"/>
                </a:lnTo>
                <a:lnTo>
                  <a:pt x="270417" y="9882"/>
                </a:lnTo>
                <a:lnTo>
                  <a:pt x="325826" y="9836"/>
                </a:lnTo>
                <a:lnTo>
                  <a:pt x="381199" y="11154"/>
                </a:lnTo>
                <a:lnTo>
                  <a:pt x="436625" y="14470"/>
                </a:lnTo>
                <a:lnTo>
                  <a:pt x="489566" y="18862"/>
                </a:lnTo>
                <a:lnTo>
                  <a:pt x="542377" y="25557"/>
                </a:lnTo>
                <a:lnTo>
                  <a:pt x="594627" y="35389"/>
                </a:lnTo>
                <a:lnTo>
                  <a:pt x="645880" y="49195"/>
                </a:lnTo>
                <a:lnTo>
                  <a:pt x="695705" y="67810"/>
                </a:lnTo>
                <a:lnTo>
                  <a:pt x="746023" y="95423"/>
                </a:lnTo>
                <a:lnTo>
                  <a:pt x="787917" y="129651"/>
                </a:lnTo>
                <a:lnTo>
                  <a:pt x="823139" y="170867"/>
                </a:lnTo>
                <a:lnTo>
                  <a:pt x="853439" y="219448"/>
                </a:lnTo>
                <a:lnTo>
                  <a:pt x="876690" y="272168"/>
                </a:lnTo>
                <a:lnTo>
                  <a:pt x="894588" y="326890"/>
                </a:lnTo>
                <a:lnTo>
                  <a:pt x="914400" y="411472"/>
                </a:lnTo>
                <a:lnTo>
                  <a:pt x="926138" y="478516"/>
                </a:lnTo>
                <a:lnTo>
                  <a:pt x="935853" y="476946"/>
                </a:lnTo>
                <a:close/>
              </a:path>
              <a:path w="969010" h="553720">
                <a:moveTo>
                  <a:pt x="938022" y="546803"/>
                </a:moveTo>
                <a:lnTo>
                  <a:pt x="938022" y="489958"/>
                </a:lnTo>
                <a:lnTo>
                  <a:pt x="937260" y="493006"/>
                </a:lnTo>
                <a:lnTo>
                  <a:pt x="933450" y="495292"/>
                </a:lnTo>
                <a:lnTo>
                  <a:pt x="930401" y="494530"/>
                </a:lnTo>
                <a:lnTo>
                  <a:pt x="928115" y="491482"/>
                </a:lnTo>
                <a:lnTo>
                  <a:pt x="926138" y="478516"/>
                </a:lnTo>
                <a:lnTo>
                  <a:pt x="893063" y="483862"/>
                </a:lnTo>
                <a:lnTo>
                  <a:pt x="938022" y="546803"/>
                </a:lnTo>
                <a:close/>
              </a:path>
              <a:path w="969010" h="553720">
                <a:moveTo>
                  <a:pt x="938022" y="489958"/>
                </a:moveTo>
                <a:lnTo>
                  <a:pt x="935853" y="476946"/>
                </a:lnTo>
                <a:lnTo>
                  <a:pt x="926138" y="478516"/>
                </a:lnTo>
                <a:lnTo>
                  <a:pt x="928115" y="491482"/>
                </a:lnTo>
                <a:lnTo>
                  <a:pt x="930401" y="494530"/>
                </a:lnTo>
                <a:lnTo>
                  <a:pt x="933450" y="495292"/>
                </a:lnTo>
                <a:lnTo>
                  <a:pt x="937260" y="493006"/>
                </a:lnTo>
                <a:lnTo>
                  <a:pt x="938022" y="489958"/>
                </a:lnTo>
                <a:close/>
              </a:path>
              <a:path w="969010" h="553720">
                <a:moveTo>
                  <a:pt x="968501" y="471670"/>
                </a:moveTo>
                <a:lnTo>
                  <a:pt x="935853" y="476946"/>
                </a:lnTo>
                <a:lnTo>
                  <a:pt x="938022" y="489958"/>
                </a:lnTo>
                <a:lnTo>
                  <a:pt x="938022" y="546803"/>
                </a:lnTo>
                <a:lnTo>
                  <a:pt x="942593" y="553204"/>
                </a:lnTo>
                <a:lnTo>
                  <a:pt x="968501" y="4716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01447" y="3739896"/>
            <a:ext cx="441325" cy="687705"/>
          </a:xfrm>
          <a:custGeom>
            <a:avLst/>
            <a:gdLst/>
            <a:ahLst/>
            <a:cxnLst/>
            <a:rect l="l" t="t" r="r" b="b"/>
            <a:pathLst>
              <a:path w="441325" h="687704">
                <a:moveTo>
                  <a:pt x="417572" y="415951"/>
                </a:moveTo>
                <a:lnTo>
                  <a:pt x="412991" y="346709"/>
                </a:lnTo>
                <a:lnTo>
                  <a:pt x="399805" y="273934"/>
                </a:lnTo>
                <a:lnTo>
                  <a:pt x="371856" y="205739"/>
                </a:lnTo>
                <a:lnTo>
                  <a:pt x="345236" y="167497"/>
                </a:lnTo>
                <a:lnTo>
                  <a:pt x="312089" y="134482"/>
                </a:lnTo>
                <a:lnTo>
                  <a:pt x="273701" y="106104"/>
                </a:lnTo>
                <a:lnTo>
                  <a:pt x="231359" y="81769"/>
                </a:lnTo>
                <a:lnTo>
                  <a:pt x="186348" y="60884"/>
                </a:lnTo>
                <a:lnTo>
                  <a:pt x="139954" y="42858"/>
                </a:lnTo>
                <a:lnTo>
                  <a:pt x="93462" y="27097"/>
                </a:lnTo>
                <a:lnTo>
                  <a:pt x="48160" y="13008"/>
                </a:lnTo>
                <a:lnTo>
                  <a:pt x="5334" y="0"/>
                </a:lnTo>
                <a:lnTo>
                  <a:pt x="2273" y="762"/>
                </a:lnTo>
                <a:lnTo>
                  <a:pt x="0" y="3048"/>
                </a:lnTo>
                <a:lnTo>
                  <a:pt x="0" y="6857"/>
                </a:lnTo>
                <a:lnTo>
                  <a:pt x="3035" y="9143"/>
                </a:lnTo>
                <a:lnTo>
                  <a:pt x="58674" y="25907"/>
                </a:lnTo>
                <a:lnTo>
                  <a:pt x="86106" y="35051"/>
                </a:lnTo>
                <a:lnTo>
                  <a:pt x="140208" y="53339"/>
                </a:lnTo>
                <a:lnTo>
                  <a:pt x="193056" y="74031"/>
                </a:lnTo>
                <a:lnTo>
                  <a:pt x="246852" y="100945"/>
                </a:lnTo>
                <a:lnTo>
                  <a:pt x="299921" y="136611"/>
                </a:lnTo>
                <a:lnTo>
                  <a:pt x="344023" y="181216"/>
                </a:lnTo>
                <a:lnTo>
                  <a:pt x="380361" y="245569"/>
                </a:lnTo>
                <a:lnTo>
                  <a:pt x="392501" y="283735"/>
                </a:lnTo>
                <a:lnTo>
                  <a:pt x="400605" y="323099"/>
                </a:lnTo>
                <a:lnTo>
                  <a:pt x="405384" y="361950"/>
                </a:lnTo>
                <a:lnTo>
                  <a:pt x="407819" y="401168"/>
                </a:lnTo>
                <a:lnTo>
                  <a:pt x="408551" y="440012"/>
                </a:lnTo>
                <a:lnTo>
                  <a:pt x="408551" y="607752"/>
                </a:lnTo>
                <a:lnTo>
                  <a:pt x="410717" y="585215"/>
                </a:lnTo>
                <a:lnTo>
                  <a:pt x="415277" y="518921"/>
                </a:lnTo>
                <a:lnTo>
                  <a:pt x="416801" y="485393"/>
                </a:lnTo>
                <a:lnTo>
                  <a:pt x="417552" y="450685"/>
                </a:lnTo>
                <a:lnTo>
                  <a:pt x="417572" y="415951"/>
                </a:lnTo>
                <a:close/>
              </a:path>
              <a:path w="441325" h="687704">
                <a:moveTo>
                  <a:pt x="398751" y="611075"/>
                </a:moveTo>
                <a:lnTo>
                  <a:pt x="365760" y="608076"/>
                </a:lnTo>
                <a:lnTo>
                  <a:pt x="396227" y="687324"/>
                </a:lnTo>
                <a:lnTo>
                  <a:pt x="397751" y="684870"/>
                </a:lnTo>
                <a:lnTo>
                  <a:pt x="397751" y="624077"/>
                </a:lnTo>
                <a:lnTo>
                  <a:pt x="398751" y="611075"/>
                </a:lnTo>
                <a:close/>
              </a:path>
              <a:path w="441325" h="687704">
                <a:moveTo>
                  <a:pt x="408149" y="611929"/>
                </a:moveTo>
                <a:lnTo>
                  <a:pt x="398751" y="611075"/>
                </a:lnTo>
                <a:lnTo>
                  <a:pt x="397751" y="624077"/>
                </a:lnTo>
                <a:lnTo>
                  <a:pt x="398513" y="627126"/>
                </a:lnTo>
                <a:lnTo>
                  <a:pt x="401574" y="628650"/>
                </a:lnTo>
                <a:lnTo>
                  <a:pt x="405384" y="627888"/>
                </a:lnTo>
                <a:lnTo>
                  <a:pt x="406908" y="624839"/>
                </a:lnTo>
                <a:lnTo>
                  <a:pt x="408149" y="611929"/>
                </a:lnTo>
                <a:close/>
              </a:path>
              <a:path w="441325" h="687704">
                <a:moveTo>
                  <a:pt x="441198" y="614933"/>
                </a:moveTo>
                <a:lnTo>
                  <a:pt x="408149" y="611929"/>
                </a:lnTo>
                <a:lnTo>
                  <a:pt x="406908" y="624839"/>
                </a:lnTo>
                <a:lnTo>
                  <a:pt x="405384" y="627888"/>
                </a:lnTo>
                <a:lnTo>
                  <a:pt x="401574" y="628650"/>
                </a:lnTo>
                <a:lnTo>
                  <a:pt x="398513" y="627126"/>
                </a:lnTo>
                <a:lnTo>
                  <a:pt x="397751" y="624077"/>
                </a:lnTo>
                <a:lnTo>
                  <a:pt x="397751" y="684870"/>
                </a:lnTo>
                <a:lnTo>
                  <a:pt x="441198" y="614933"/>
                </a:lnTo>
                <a:close/>
              </a:path>
              <a:path w="441325" h="687704">
                <a:moveTo>
                  <a:pt x="408551" y="607752"/>
                </a:moveTo>
                <a:lnTo>
                  <a:pt x="408551" y="440012"/>
                </a:lnTo>
                <a:lnTo>
                  <a:pt x="407889" y="478877"/>
                </a:lnTo>
                <a:lnTo>
                  <a:pt x="406145" y="518159"/>
                </a:lnTo>
                <a:lnTo>
                  <a:pt x="403860" y="550926"/>
                </a:lnTo>
                <a:lnTo>
                  <a:pt x="400799" y="584453"/>
                </a:lnTo>
                <a:lnTo>
                  <a:pt x="398751" y="611075"/>
                </a:lnTo>
                <a:lnTo>
                  <a:pt x="408149" y="611929"/>
                </a:lnTo>
                <a:lnTo>
                  <a:pt x="408551" y="6077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002159" y="4626102"/>
            <a:ext cx="1043305" cy="701040"/>
          </a:xfrm>
          <a:custGeom>
            <a:avLst/>
            <a:gdLst/>
            <a:ahLst/>
            <a:cxnLst/>
            <a:rect l="l" t="t" r="r" b="b"/>
            <a:pathLst>
              <a:path w="1043304" h="701039">
                <a:moveTo>
                  <a:pt x="44196" y="687887"/>
                </a:moveTo>
                <a:lnTo>
                  <a:pt x="44196" y="642365"/>
                </a:lnTo>
                <a:lnTo>
                  <a:pt x="41148" y="644651"/>
                </a:lnTo>
                <a:lnTo>
                  <a:pt x="37337" y="643889"/>
                </a:lnTo>
                <a:lnTo>
                  <a:pt x="35051" y="640842"/>
                </a:lnTo>
                <a:lnTo>
                  <a:pt x="32411" y="628678"/>
                </a:lnTo>
                <a:lnTo>
                  <a:pt x="0" y="637032"/>
                </a:lnTo>
                <a:lnTo>
                  <a:pt x="44196" y="687887"/>
                </a:lnTo>
                <a:close/>
              </a:path>
              <a:path w="1043304" h="701039">
                <a:moveTo>
                  <a:pt x="1034020" y="337030"/>
                </a:moveTo>
                <a:lnTo>
                  <a:pt x="1034020" y="247792"/>
                </a:lnTo>
                <a:lnTo>
                  <a:pt x="1032167" y="289879"/>
                </a:lnTo>
                <a:lnTo>
                  <a:pt x="1025912" y="331425"/>
                </a:lnTo>
                <a:lnTo>
                  <a:pt x="1014222" y="371856"/>
                </a:lnTo>
                <a:lnTo>
                  <a:pt x="991748" y="413421"/>
                </a:lnTo>
                <a:lnTo>
                  <a:pt x="962926" y="443311"/>
                </a:lnTo>
                <a:lnTo>
                  <a:pt x="928883" y="463183"/>
                </a:lnTo>
                <a:lnTo>
                  <a:pt x="890747" y="474693"/>
                </a:lnTo>
                <a:lnTo>
                  <a:pt x="849647" y="479499"/>
                </a:lnTo>
                <a:lnTo>
                  <a:pt x="806711" y="479258"/>
                </a:lnTo>
                <a:lnTo>
                  <a:pt x="763067" y="475626"/>
                </a:lnTo>
                <a:lnTo>
                  <a:pt x="719843" y="470261"/>
                </a:lnTo>
                <a:lnTo>
                  <a:pt x="678167" y="464820"/>
                </a:lnTo>
                <a:lnTo>
                  <a:pt x="630231" y="457133"/>
                </a:lnTo>
                <a:lnTo>
                  <a:pt x="582146" y="448539"/>
                </a:lnTo>
                <a:lnTo>
                  <a:pt x="533951" y="439360"/>
                </a:lnTo>
                <a:lnTo>
                  <a:pt x="485684" y="429921"/>
                </a:lnTo>
                <a:lnTo>
                  <a:pt x="437382" y="420545"/>
                </a:lnTo>
                <a:lnTo>
                  <a:pt x="389084" y="411556"/>
                </a:lnTo>
                <a:lnTo>
                  <a:pt x="340827" y="403277"/>
                </a:lnTo>
                <a:lnTo>
                  <a:pt x="292649" y="396031"/>
                </a:lnTo>
                <a:lnTo>
                  <a:pt x="244589" y="390144"/>
                </a:lnTo>
                <a:lnTo>
                  <a:pt x="199015" y="386476"/>
                </a:lnTo>
                <a:lnTo>
                  <a:pt x="154608" y="387405"/>
                </a:lnTo>
                <a:lnTo>
                  <a:pt x="111760" y="396371"/>
                </a:lnTo>
                <a:lnTo>
                  <a:pt x="70865" y="416813"/>
                </a:lnTo>
                <a:lnTo>
                  <a:pt x="37067" y="452451"/>
                </a:lnTo>
                <a:lnTo>
                  <a:pt x="21264" y="496357"/>
                </a:lnTo>
                <a:lnTo>
                  <a:pt x="18779" y="544848"/>
                </a:lnTo>
                <a:lnTo>
                  <a:pt x="24935" y="594238"/>
                </a:lnTo>
                <a:lnTo>
                  <a:pt x="28194" y="609250"/>
                </a:lnTo>
                <a:lnTo>
                  <a:pt x="28194" y="544830"/>
                </a:lnTo>
                <a:lnTo>
                  <a:pt x="28455" y="518356"/>
                </a:lnTo>
                <a:lnTo>
                  <a:pt x="39938" y="467452"/>
                </a:lnTo>
                <a:lnTo>
                  <a:pt x="79993" y="422079"/>
                </a:lnTo>
                <a:lnTo>
                  <a:pt x="144620" y="398196"/>
                </a:lnTo>
                <a:lnTo>
                  <a:pt x="179070" y="395477"/>
                </a:lnTo>
                <a:lnTo>
                  <a:pt x="226546" y="397866"/>
                </a:lnTo>
                <a:lnTo>
                  <a:pt x="274624" y="402934"/>
                </a:lnTo>
                <a:lnTo>
                  <a:pt x="322935" y="409975"/>
                </a:lnTo>
                <a:lnTo>
                  <a:pt x="371110" y="418281"/>
                </a:lnTo>
                <a:lnTo>
                  <a:pt x="465582" y="435863"/>
                </a:lnTo>
                <a:lnTo>
                  <a:pt x="512194" y="444775"/>
                </a:lnTo>
                <a:lnTo>
                  <a:pt x="560498" y="454112"/>
                </a:lnTo>
                <a:lnTo>
                  <a:pt x="609983" y="463329"/>
                </a:lnTo>
                <a:lnTo>
                  <a:pt x="660138" y="471878"/>
                </a:lnTo>
                <a:lnTo>
                  <a:pt x="710451" y="479210"/>
                </a:lnTo>
                <a:lnTo>
                  <a:pt x="760413" y="484780"/>
                </a:lnTo>
                <a:lnTo>
                  <a:pt x="809512" y="488040"/>
                </a:lnTo>
                <a:lnTo>
                  <a:pt x="857237" y="488442"/>
                </a:lnTo>
                <a:lnTo>
                  <a:pt x="900481" y="483151"/>
                </a:lnTo>
                <a:lnTo>
                  <a:pt x="940690" y="468415"/>
                </a:lnTo>
                <a:lnTo>
                  <a:pt x="975939" y="444452"/>
                </a:lnTo>
                <a:lnTo>
                  <a:pt x="1004303" y="411480"/>
                </a:lnTo>
                <a:lnTo>
                  <a:pt x="1023479" y="374113"/>
                </a:lnTo>
                <a:lnTo>
                  <a:pt x="1034020" y="337030"/>
                </a:lnTo>
                <a:close/>
              </a:path>
              <a:path w="1043304" h="701039">
                <a:moveTo>
                  <a:pt x="41330" y="626379"/>
                </a:moveTo>
                <a:lnTo>
                  <a:pt x="33408" y="588138"/>
                </a:lnTo>
                <a:lnTo>
                  <a:pt x="28194" y="544830"/>
                </a:lnTo>
                <a:lnTo>
                  <a:pt x="28194" y="609250"/>
                </a:lnTo>
                <a:lnTo>
                  <a:pt x="32411" y="628678"/>
                </a:lnTo>
                <a:lnTo>
                  <a:pt x="41330" y="626379"/>
                </a:lnTo>
                <a:close/>
              </a:path>
              <a:path w="1043304" h="701039">
                <a:moveTo>
                  <a:pt x="44196" y="642365"/>
                </a:moveTo>
                <a:lnTo>
                  <a:pt x="44196" y="638556"/>
                </a:lnTo>
                <a:lnTo>
                  <a:pt x="41330" y="626379"/>
                </a:lnTo>
                <a:lnTo>
                  <a:pt x="32411" y="628678"/>
                </a:lnTo>
                <a:lnTo>
                  <a:pt x="35051" y="640842"/>
                </a:lnTo>
                <a:lnTo>
                  <a:pt x="37337" y="643889"/>
                </a:lnTo>
                <a:lnTo>
                  <a:pt x="41148" y="644651"/>
                </a:lnTo>
                <a:lnTo>
                  <a:pt x="44196" y="642365"/>
                </a:lnTo>
                <a:close/>
              </a:path>
              <a:path w="1043304" h="701039">
                <a:moveTo>
                  <a:pt x="73913" y="617982"/>
                </a:moveTo>
                <a:lnTo>
                  <a:pt x="41330" y="626379"/>
                </a:lnTo>
                <a:lnTo>
                  <a:pt x="44196" y="638556"/>
                </a:lnTo>
                <a:lnTo>
                  <a:pt x="44196" y="687887"/>
                </a:lnTo>
                <a:lnTo>
                  <a:pt x="55625" y="701039"/>
                </a:lnTo>
                <a:lnTo>
                  <a:pt x="73913" y="617982"/>
                </a:lnTo>
                <a:close/>
              </a:path>
              <a:path w="1043304" h="701039">
                <a:moveTo>
                  <a:pt x="1043245" y="235875"/>
                </a:moveTo>
                <a:lnTo>
                  <a:pt x="1041009" y="185830"/>
                </a:lnTo>
                <a:lnTo>
                  <a:pt x="1036240" y="136177"/>
                </a:lnTo>
                <a:lnTo>
                  <a:pt x="1030069" y="88340"/>
                </a:lnTo>
                <a:lnTo>
                  <a:pt x="1018031" y="3810"/>
                </a:lnTo>
                <a:lnTo>
                  <a:pt x="1012698" y="0"/>
                </a:lnTo>
                <a:lnTo>
                  <a:pt x="1009637" y="1524"/>
                </a:lnTo>
                <a:lnTo>
                  <a:pt x="1008113" y="5334"/>
                </a:lnTo>
                <a:lnTo>
                  <a:pt x="1014222" y="42672"/>
                </a:lnTo>
                <a:lnTo>
                  <a:pt x="1019555" y="80010"/>
                </a:lnTo>
                <a:lnTo>
                  <a:pt x="1027414" y="142746"/>
                </a:lnTo>
                <a:lnTo>
                  <a:pt x="1030653" y="174184"/>
                </a:lnTo>
                <a:lnTo>
                  <a:pt x="1032509" y="205739"/>
                </a:lnTo>
                <a:lnTo>
                  <a:pt x="1034020" y="247792"/>
                </a:lnTo>
                <a:lnTo>
                  <a:pt x="1034020" y="337030"/>
                </a:lnTo>
                <a:lnTo>
                  <a:pt x="1035609" y="331440"/>
                </a:lnTo>
                <a:lnTo>
                  <a:pt x="1041822" y="284886"/>
                </a:lnTo>
                <a:lnTo>
                  <a:pt x="1043245" y="235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667135" y="5540502"/>
            <a:ext cx="1831975" cy="425450"/>
          </a:xfrm>
          <a:custGeom>
            <a:avLst/>
            <a:gdLst/>
            <a:ahLst/>
            <a:cxnLst/>
            <a:rect l="l" t="t" r="r" b="b"/>
            <a:pathLst>
              <a:path w="1831975" h="425450">
                <a:moveTo>
                  <a:pt x="44196" y="407173"/>
                </a:moveTo>
                <a:lnTo>
                  <a:pt x="44196" y="371094"/>
                </a:lnTo>
                <a:lnTo>
                  <a:pt x="41910" y="373380"/>
                </a:lnTo>
                <a:lnTo>
                  <a:pt x="38100" y="374142"/>
                </a:lnTo>
                <a:lnTo>
                  <a:pt x="35051" y="371856"/>
                </a:lnTo>
                <a:lnTo>
                  <a:pt x="29337" y="360426"/>
                </a:lnTo>
                <a:lnTo>
                  <a:pt x="0" y="376428"/>
                </a:lnTo>
                <a:lnTo>
                  <a:pt x="44196" y="407173"/>
                </a:lnTo>
                <a:close/>
              </a:path>
              <a:path w="1831975" h="425450">
                <a:moveTo>
                  <a:pt x="1823506" y="290523"/>
                </a:moveTo>
                <a:lnTo>
                  <a:pt x="1823506" y="252571"/>
                </a:lnTo>
                <a:lnTo>
                  <a:pt x="1820059" y="276848"/>
                </a:lnTo>
                <a:lnTo>
                  <a:pt x="1810501" y="299099"/>
                </a:lnTo>
                <a:lnTo>
                  <a:pt x="1763445" y="338766"/>
                </a:lnTo>
                <a:lnTo>
                  <a:pt x="1727698" y="352058"/>
                </a:lnTo>
                <a:lnTo>
                  <a:pt x="1690108" y="360199"/>
                </a:lnTo>
                <a:lnTo>
                  <a:pt x="1606851" y="365107"/>
                </a:lnTo>
                <a:lnTo>
                  <a:pt x="1558107" y="363778"/>
                </a:lnTo>
                <a:lnTo>
                  <a:pt x="1508405" y="360577"/>
                </a:lnTo>
                <a:lnTo>
                  <a:pt x="1458090" y="355829"/>
                </a:lnTo>
                <a:lnTo>
                  <a:pt x="1407312" y="349835"/>
                </a:lnTo>
                <a:lnTo>
                  <a:pt x="1357016" y="343003"/>
                </a:lnTo>
                <a:lnTo>
                  <a:pt x="1306951" y="335579"/>
                </a:lnTo>
                <a:lnTo>
                  <a:pt x="1257664" y="327916"/>
                </a:lnTo>
                <a:lnTo>
                  <a:pt x="1209207" y="320296"/>
                </a:lnTo>
                <a:lnTo>
                  <a:pt x="1162811" y="313182"/>
                </a:lnTo>
                <a:lnTo>
                  <a:pt x="1113996" y="305665"/>
                </a:lnTo>
                <a:lnTo>
                  <a:pt x="1065038" y="297786"/>
                </a:lnTo>
                <a:lnTo>
                  <a:pt x="1015953" y="289610"/>
                </a:lnTo>
                <a:lnTo>
                  <a:pt x="966756" y="281202"/>
                </a:lnTo>
                <a:lnTo>
                  <a:pt x="917463" y="272629"/>
                </a:lnTo>
                <a:lnTo>
                  <a:pt x="818652" y="255249"/>
                </a:lnTo>
                <a:lnTo>
                  <a:pt x="769166" y="246574"/>
                </a:lnTo>
                <a:lnTo>
                  <a:pt x="719647" y="237996"/>
                </a:lnTo>
                <a:lnTo>
                  <a:pt x="670110" y="229581"/>
                </a:lnTo>
                <a:lnTo>
                  <a:pt x="620572" y="221395"/>
                </a:lnTo>
                <a:lnTo>
                  <a:pt x="571048" y="213503"/>
                </a:lnTo>
                <a:lnTo>
                  <a:pt x="521554" y="205972"/>
                </a:lnTo>
                <a:lnTo>
                  <a:pt x="472105" y="198867"/>
                </a:lnTo>
                <a:lnTo>
                  <a:pt x="422718" y="192254"/>
                </a:lnTo>
                <a:lnTo>
                  <a:pt x="373408" y="186198"/>
                </a:lnTo>
                <a:lnTo>
                  <a:pt x="324190" y="180765"/>
                </a:lnTo>
                <a:lnTo>
                  <a:pt x="275081" y="176022"/>
                </a:lnTo>
                <a:lnTo>
                  <a:pt x="228545" y="174015"/>
                </a:lnTo>
                <a:lnTo>
                  <a:pt x="181960" y="174936"/>
                </a:lnTo>
                <a:lnTo>
                  <a:pt x="135644" y="179447"/>
                </a:lnTo>
                <a:lnTo>
                  <a:pt x="89915" y="188214"/>
                </a:lnTo>
                <a:lnTo>
                  <a:pt x="45729" y="205811"/>
                </a:lnTo>
                <a:lnTo>
                  <a:pt x="12191" y="238506"/>
                </a:lnTo>
                <a:lnTo>
                  <a:pt x="3671" y="272881"/>
                </a:lnTo>
                <a:lnTo>
                  <a:pt x="5010" y="291355"/>
                </a:lnTo>
                <a:lnTo>
                  <a:pt x="8381" y="308610"/>
                </a:lnTo>
                <a:lnTo>
                  <a:pt x="11429" y="318516"/>
                </a:lnTo>
                <a:lnTo>
                  <a:pt x="13196" y="323461"/>
                </a:lnTo>
                <a:lnTo>
                  <a:pt x="13196" y="274873"/>
                </a:lnTo>
                <a:lnTo>
                  <a:pt x="14701" y="260770"/>
                </a:lnTo>
                <a:lnTo>
                  <a:pt x="41685" y="219579"/>
                </a:lnTo>
                <a:lnTo>
                  <a:pt x="84823" y="199672"/>
                </a:lnTo>
                <a:lnTo>
                  <a:pt x="158173" y="186433"/>
                </a:lnTo>
                <a:lnTo>
                  <a:pt x="208516" y="183713"/>
                </a:lnTo>
                <a:lnTo>
                  <a:pt x="258994" y="184577"/>
                </a:lnTo>
                <a:lnTo>
                  <a:pt x="310133" y="188214"/>
                </a:lnTo>
                <a:lnTo>
                  <a:pt x="360380" y="194040"/>
                </a:lnTo>
                <a:lnTo>
                  <a:pt x="410600" y="200372"/>
                </a:lnTo>
                <a:lnTo>
                  <a:pt x="460794" y="207161"/>
                </a:lnTo>
                <a:lnTo>
                  <a:pt x="510962" y="214358"/>
                </a:lnTo>
                <a:lnTo>
                  <a:pt x="561107" y="221915"/>
                </a:lnTo>
                <a:lnTo>
                  <a:pt x="611228" y="229784"/>
                </a:lnTo>
                <a:lnTo>
                  <a:pt x="661326" y="237916"/>
                </a:lnTo>
                <a:lnTo>
                  <a:pt x="711404" y="246263"/>
                </a:lnTo>
                <a:lnTo>
                  <a:pt x="761460" y="254777"/>
                </a:lnTo>
                <a:lnTo>
                  <a:pt x="811497" y="263409"/>
                </a:lnTo>
                <a:lnTo>
                  <a:pt x="961501" y="289533"/>
                </a:lnTo>
                <a:lnTo>
                  <a:pt x="1011469" y="298155"/>
                </a:lnTo>
                <a:lnTo>
                  <a:pt x="1061422" y="306653"/>
                </a:lnTo>
                <a:lnTo>
                  <a:pt x="1111361" y="314981"/>
                </a:lnTo>
                <a:lnTo>
                  <a:pt x="1161287" y="323088"/>
                </a:lnTo>
                <a:lnTo>
                  <a:pt x="1209502" y="330224"/>
                </a:lnTo>
                <a:lnTo>
                  <a:pt x="1257960" y="337647"/>
                </a:lnTo>
                <a:lnTo>
                  <a:pt x="1307356" y="345185"/>
                </a:lnTo>
                <a:lnTo>
                  <a:pt x="1357204" y="352487"/>
                </a:lnTo>
                <a:lnTo>
                  <a:pt x="1407512" y="359268"/>
                </a:lnTo>
                <a:lnTo>
                  <a:pt x="1457488" y="365152"/>
                </a:lnTo>
                <a:lnTo>
                  <a:pt x="1507542" y="369902"/>
                </a:lnTo>
                <a:lnTo>
                  <a:pt x="1557281" y="373188"/>
                </a:lnTo>
                <a:lnTo>
                  <a:pt x="1606514" y="374704"/>
                </a:lnTo>
                <a:lnTo>
                  <a:pt x="1655051" y="374142"/>
                </a:lnTo>
                <a:lnTo>
                  <a:pt x="1725168" y="362421"/>
                </a:lnTo>
                <a:lnTo>
                  <a:pt x="1789937" y="334518"/>
                </a:lnTo>
                <a:lnTo>
                  <a:pt x="1817981" y="305225"/>
                </a:lnTo>
                <a:lnTo>
                  <a:pt x="1823506" y="290523"/>
                </a:lnTo>
                <a:close/>
              </a:path>
              <a:path w="1831975" h="425450">
                <a:moveTo>
                  <a:pt x="37553" y="355944"/>
                </a:moveTo>
                <a:lnTo>
                  <a:pt x="20573" y="315468"/>
                </a:lnTo>
                <a:lnTo>
                  <a:pt x="13196" y="274873"/>
                </a:lnTo>
                <a:lnTo>
                  <a:pt x="13196" y="323461"/>
                </a:lnTo>
                <a:lnTo>
                  <a:pt x="15239" y="329184"/>
                </a:lnTo>
                <a:lnTo>
                  <a:pt x="24383" y="350520"/>
                </a:lnTo>
                <a:lnTo>
                  <a:pt x="29337" y="360426"/>
                </a:lnTo>
                <a:lnTo>
                  <a:pt x="37553" y="355944"/>
                </a:lnTo>
                <a:close/>
              </a:path>
              <a:path w="1831975" h="425450">
                <a:moveTo>
                  <a:pt x="44196" y="371094"/>
                </a:moveTo>
                <a:lnTo>
                  <a:pt x="43434" y="367284"/>
                </a:lnTo>
                <a:lnTo>
                  <a:pt x="37553" y="355944"/>
                </a:lnTo>
                <a:lnTo>
                  <a:pt x="29337" y="360426"/>
                </a:lnTo>
                <a:lnTo>
                  <a:pt x="35051" y="371856"/>
                </a:lnTo>
                <a:lnTo>
                  <a:pt x="38100" y="374142"/>
                </a:lnTo>
                <a:lnTo>
                  <a:pt x="41910" y="373380"/>
                </a:lnTo>
                <a:lnTo>
                  <a:pt x="44196" y="371094"/>
                </a:lnTo>
                <a:close/>
              </a:path>
              <a:path w="1831975" h="425450">
                <a:moveTo>
                  <a:pt x="70104" y="425196"/>
                </a:moveTo>
                <a:lnTo>
                  <a:pt x="67055" y="339852"/>
                </a:lnTo>
                <a:lnTo>
                  <a:pt x="37553" y="355944"/>
                </a:lnTo>
                <a:lnTo>
                  <a:pt x="43434" y="367284"/>
                </a:lnTo>
                <a:lnTo>
                  <a:pt x="44196" y="371094"/>
                </a:lnTo>
                <a:lnTo>
                  <a:pt x="44196" y="407173"/>
                </a:lnTo>
                <a:lnTo>
                  <a:pt x="70104" y="425196"/>
                </a:lnTo>
                <a:close/>
              </a:path>
              <a:path w="1831975" h="425450">
                <a:moveTo>
                  <a:pt x="1831943" y="231402"/>
                </a:moveTo>
                <a:lnTo>
                  <a:pt x="1823177" y="190045"/>
                </a:lnTo>
                <a:lnTo>
                  <a:pt x="1807457" y="147840"/>
                </a:lnTo>
                <a:lnTo>
                  <a:pt x="1787442" y="106375"/>
                </a:lnTo>
                <a:lnTo>
                  <a:pt x="1765789" y="67236"/>
                </a:lnTo>
                <a:lnTo>
                  <a:pt x="1745156" y="32010"/>
                </a:lnTo>
                <a:lnTo>
                  <a:pt x="1728203" y="2286"/>
                </a:lnTo>
                <a:lnTo>
                  <a:pt x="1725167" y="0"/>
                </a:lnTo>
                <a:lnTo>
                  <a:pt x="1722119" y="0"/>
                </a:lnTo>
                <a:lnTo>
                  <a:pt x="1719821" y="3048"/>
                </a:lnTo>
                <a:lnTo>
                  <a:pt x="1719821" y="6858"/>
                </a:lnTo>
                <a:lnTo>
                  <a:pt x="1738871" y="38100"/>
                </a:lnTo>
                <a:lnTo>
                  <a:pt x="1756397" y="69342"/>
                </a:lnTo>
                <a:lnTo>
                  <a:pt x="1793634" y="140690"/>
                </a:lnTo>
                <a:lnTo>
                  <a:pt x="1815459" y="198449"/>
                </a:lnTo>
                <a:lnTo>
                  <a:pt x="1823506" y="252571"/>
                </a:lnTo>
                <a:lnTo>
                  <a:pt x="1823506" y="290523"/>
                </a:lnTo>
                <a:lnTo>
                  <a:pt x="1831097" y="270324"/>
                </a:lnTo>
                <a:lnTo>
                  <a:pt x="1831943" y="231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696347" y="5675376"/>
            <a:ext cx="1463675" cy="872490"/>
          </a:xfrm>
          <a:custGeom>
            <a:avLst/>
            <a:gdLst/>
            <a:ahLst/>
            <a:cxnLst/>
            <a:rect l="l" t="t" r="r" b="b"/>
            <a:pathLst>
              <a:path w="1463675" h="872490">
                <a:moveTo>
                  <a:pt x="75437" y="68579"/>
                </a:moveTo>
                <a:lnTo>
                  <a:pt x="25146" y="0"/>
                </a:lnTo>
                <a:lnTo>
                  <a:pt x="0" y="81534"/>
                </a:lnTo>
                <a:lnTo>
                  <a:pt x="30480" y="76300"/>
                </a:lnTo>
                <a:lnTo>
                  <a:pt x="30480" y="63246"/>
                </a:lnTo>
                <a:lnTo>
                  <a:pt x="32004" y="59436"/>
                </a:lnTo>
                <a:lnTo>
                  <a:pt x="35051" y="57912"/>
                </a:lnTo>
                <a:lnTo>
                  <a:pt x="38100" y="58674"/>
                </a:lnTo>
                <a:lnTo>
                  <a:pt x="40386" y="61722"/>
                </a:lnTo>
                <a:lnTo>
                  <a:pt x="42501" y="74235"/>
                </a:lnTo>
                <a:lnTo>
                  <a:pt x="75437" y="68579"/>
                </a:lnTo>
                <a:close/>
              </a:path>
              <a:path w="1463675" h="872490">
                <a:moveTo>
                  <a:pt x="42501" y="74235"/>
                </a:moveTo>
                <a:lnTo>
                  <a:pt x="40386" y="61722"/>
                </a:lnTo>
                <a:lnTo>
                  <a:pt x="38100" y="58674"/>
                </a:lnTo>
                <a:lnTo>
                  <a:pt x="35051" y="57912"/>
                </a:lnTo>
                <a:lnTo>
                  <a:pt x="32004" y="59436"/>
                </a:lnTo>
                <a:lnTo>
                  <a:pt x="30480" y="63246"/>
                </a:lnTo>
                <a:lnTo>
                  <a:pt x="32797" y="75902"/>
                </a:lnTo>
                <a:lnTo>
                  <a:pt x="42501" y="74235"/>
                </a:lnTo>
                <a:close/>
              </a:path>
              <a:path w="1463675" h="872490">
                <a:moveTo>
                  <a:pt x="32797" y="75902"/>
                </a:moveTo>
                <a:lnTo>
                  <a:pt x="30480" y="63246"/>
                </a:lnTo>
                <a:lnTo>
                  <a:pt x="30480" y="76300"/>
                </a:lnTo>
                <a:lnTo>
                  <a:pt x="32797" y="75902"/>
                </a:lnTo>
                <a:close/>
              </a:path>
              <a:path w="1463675" h="872490">
                <a:moveTo>
                  <a:pt x="1454693" y="646899"/>
                </a:moveTo>
                <a:lnTo>
                  <a:pt x="1454693" y="561408"/>
                </a:lnTo>
                <a:lnTo>
                  <a:pt x="1453896" y="582168"/>
                </a:lnTo>
                <a:lnTo>
                  <a:pt x="1449924" y="622395"/>
                </a:lnTo>
                <a:lnTo>
                  <a:pt x="1442313" y="662197"/>
                </a:lnTo>
                <a:lnTo>
                  <a:pt x="1429635" y="700464"/>
                </a:lnTo>
                <a:lnTo>
                  <a:pt x="1410462" y="736091"/>
                </a:lnTo>
                <a:lnTo>
                  <a:pt x="1381959" y="769656"/>
                </a:lnTo>
                <a:lnTo>
                  <a:pt x="1344536" y="795916"/>
                </a:lnTo>
                <a:lnTo>
                  <a:pt x="1300279" y="815884"/>
                </a:lnTo>
                <a:lnTo>
                  <a:pt x="1251277" y="830574"/>
                </a:lnTo>
                <a:lnTo>
                  <a:pt x="1199615" y="840999"/>
                </a:lnTo>
                <a:lnTo>
                  <a:pt x="1147382" y="848170"/>
                </a:lnTo>
                <a:lnTo>
                  <a:pt x="1096665" y="853102"/>
                </a:lnTo>
                <a:lnTo>
                  <a:pt x="1049550" y="856807"/>
                </a:lnTo>
                <a:lnTo>
                  <a:pt x="1008126" y="860298"/>
                </a:lnTo>
                <a:lnTo>
                  <a:pt x="960510" y="861963"/>
                </a:lnTo>
                <a:lnTo>
                  <a:pt x="911738" y="862790"/>
                </a:lnTo>
                <a:lnTo>
                  <a:pt x="862095" y="862650"/>
                </a:lnTo>
                <a:lnTo>
                  <a:pt x="811868" y="861417"/>
                </a:lnTo>
                <a:lnTo>
                  <a:pt x="761340" y="858964"/>
                </a:lnTo>
                <a:lnTo>
                  <a:pt x="710799" y="855164"/>
                </a:lnTo>
                <a:lnTo>
                  <a:pt x="660528" y="849891"/>
                </a:lnTo>
                <a:lnTo>
                  <a:pt x="610814" y="843018"/>
                </a:lnTo>
                <a:lnTo>
                  <a:pt x="561943" y="834417"/>
                </a:lnTo>
                <a:lnTo>
                  <a:pt x="514199" y="823964"/>
                </a:lnTo>
                <a:lnTo>
                  <a:pt x="467868" y="811529"/>
                </a:lnTo>
                <a:lnTo>
                  <a:pt x="414476" y="793137"/>
                </a:lnTo>
                <a:lnTo>
                  <a:pt x="366215" y="770140"/>
                </a:lnTo>
                <a:lnTo>
                  <a:pt x="322247" y="741710"/>
                </a:lnTo>
                <a:lnTo>
                  <a:pt x="281735" y="707015"/>
                </a:lnTo>
                <a:lnTo>
                  <a:pt x="243840" y="665226"/>
                </a:lnTo>
                <a:lnTo>
                  <a:pt x="211372" y="620330"/>
                </a:lnTo>
                <a:lnTo>
                  <a:pt x="183398" y="572863"/>
                </a:lnTo>
                <a:lnTo>
                  <a:pt x="159312" y="523307"/>
                </a:lnTo>
                <a:lnTo>
                  <a:pt x="138513" y="472146"/>
                </a:lnTo>
                <a:lnTo>
                  <a:pt x="120396" y="419862"/>
                </a:lnTo>
                <a:lnTo>
                  <a:pt x="108031" y="380425"/>
                </a:lnTo>
                <a:lnTo>
                  <a:pt x="97050" y="340066"/>
                </a:lnTo>
                <a:lnTo>
                  <a:pt x="87073" y="299409"/>
                </a:lnTo>
                <a:lnTo>
                  <a:pt x="77724" y="259079"/>
                </a:lnTo>
                <a:lnTo>
                  <a:pt x="60198" y="173736"/>
                </a:lnTo>
                <a:lnTo>
                  <a:pt x="49530" y="115824"/>
                </a:lnTo>
                <a:lnTo>
                  <a:pt x="42501" y="74235"/>
                </a:lnTo>
                <a:lnTo>
                  <a:pt x="32797" y="75902"/>
                </a:lnTo>
                <a:lnTo>
                  <a:pt x="51054" y="175260"/>
                </a:lnTo>
                <a:lnTo>
                  <a:pt x="62484" y="232410"/>
                </a:lnTo>
                <a:lnTo>
                  <a:pt x="77900" y="301609"/>
                </a:lnTo>
                <a:lnTo>
                  <a:pt x="95250" y="370332"/>
                </a:lnTo>
                <a:lnTo>
                  <a:pt x="108534" y="414800"/>
                </a:lnTo>
                <a:lnTo>
                  <a:pt x="123952" y="460375"/>
                </a:lnTo>
                <a:lnTo>
                  <a:pt x="141555" y="505991"/>
                </a:lnTo>
                <a:lnTo>
                  <a:pt x="161400" y="550587"/>
                </a:lnTo>
                <a:lnTo>
                  <a:pt x="183538" y="593097"/>
                </a:lnTo>
                <a:lnTo>
                  <a:pt x="208026" y="632460"/>
                </a:lnTo>
                <a:lnTo>
                  <a:pt x="239204" y="674922"/>
                </a:lnTo>
                <a:lnTo>
                  <a:pt x="276101" y="714593"/>
                </a:lnTo>
                <a:lnTo>
                  <a:pt x="317679" y="749949"/>
                </a:lnTo>
                <a:lnTo>
                  <a:pt x="362897" y="779467"/>
                </a:lnTo>
                <a:lnTo>
                  <a:pt x="410718" y="801624"/>
                </a:lnTo>
                <a:lnTo>
                  <a:pt x="456336" y="817735"/>
                </a:lnTo>
                <a:lnTo>
                  <a:pt x="504042" y="831305"/>
                </a:lnTo>
                <a:lnTo>
                  <a:pt x="553373" y="842534"/>
                </a:lnTo>
                <a:lnTo>
                  <a:pt x="603864" y="851623"/>
                </a:lnTo>
                <a:lnTo>
                  <a:pt x="655053" y="858773"/>
                </a:lnTo>
                <a:lnTo>
                  <a:pt x="706477" y="864187"/>
                </a:lnTo>
                <a:lnTo>
                  <a:pt x="757672" y="868064"/>
                </a:lnTo>
                <a:lnTo>
                  <a:pt x="808175" y="870606"/>
                </a:lnTo>
                <a:lnTo>
                  <a:pt x="857524" y="872014"/>
                </a:lnTo>
                <a:lnTo>
                  <a:pt x="905256" y="872490"/>
                </a:lnTo>
                <a:lnTo>
                  <a:pt x="943245" y="870942"/>
                </a:lnTo>
                <a:lnTo>
                  <a:pt x="987038" y="869433"/>
                </a:lnTo>
                <a:lnTo>
                  <a:pt x="1035165" y="867399"/>
                </a:lnTo>
                <a:lnTo>
                  <a:pt x="1086154" y="864272"/>
                </a:lnTo>
                <a:lnTo>
                  <a:pt x="1138538" y="859488"/>
                </a:lnTo>
                <a:lnTo>
                  <a:pt x="1190845" y="852480"/>
                </a:lnTo>
                <a:lnTo>
                  <a:pt x="1241606" y="842682"/>
                </a:lnTo>
                <a:lnTo>
                  <a:pt x="1289351" y="829530"/>
                </a:lnTo>
                <a:lnTo>
                  <a:pt x="1332611" y="812457"/>
                </a:lnTo>
                <a:lnTo>
                  <a:pt x="1369915" y="790897"/>
                </a:lnTo>
                <a:lnTo>
                  <a:pt x="1399794" y="764286"/>
                </a:lnTo>
                <a:lnTo>
                  <a:pt x="1428316" y="724760"/>
                </a:lnTo>
                <a:lnTo>
                  <a:pt x="1447355" y="679449"/>
                </a:lnTo>
                <a:lnTo>
                  <a:pt x="1454693" y="646899"/>
                </a:lnTo>
                <a:close/>
              </a:path>
              <a:path w="1463675" h="872490">
                <a:moveTo>
                  <a:pt x="1463631" y="524663"/>
                </a:moveTo>
                <a:lnTo>
                  <a:pt x="1460796" y="472070"/>
                </a:lnTo>
                <a:lnTo>
                  <a:pt x="1454691" y="401103"/>
                </a:lnTo>
                <a:lnTo>
                  <a:pt x="1447038" y="370332"/>
                </a:lnTo>
                <a:lnTo>
                  <a:pt x="1443990" y="372618"/>
                </a:lnTo>
                <a:lnTo>
                  <a:pt x="1442466" y="375665"/>
                </a:lnTo>
                <a:lnTo>
                  <a:pt x="1446276" y="411479"/>
                </a:lnTo>
                <a:lnTo>
                  <a:pt x="1452372" y="481584"/>
                </a:lnTo>
                <a:lnTo>
                  <a:pt x="1454101" y="519861"/>
                </a:lnTo>
                <a:lnTo>
                  <a:pt x="1454691" y="540634"/>
                </a:lnTo>
                <a:lnTo>
                  <a:pt x="1454693" y="646899"/>
                </a:lnTo>
                <a:lnTo>
                  <a:pt x="1458516" y="629938"/>
                </a:lnTo>
                <a:lnTo>
                  <a:pt x="1463406" y="577815"/>
                </a:lnTo>
                <a:lnTo>
                  <a:pt x="1463631" y="5246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72447" y="4790694"/>
            <a:ext cx="1108075" cy="671830"/>
          </a:xfrm>
          <a:custGeom>
            <a:avLst/>
            <a:gdLst/>
            <a:ahLst/>
            <a:cxnLst/>
            <a:rect l="l" t="t" r="r" b="b"/>
            <a:pathLst>
              <a:path w="1108075" h="671829">
                <a:moveTo>
                  <a:pt x="74676" y="82295"/>
                </a:moveTo>
                <a:lnTo>
                  <a:pt x="51816" y="0"/>
                </a:lnTo>
                <a:lnTo>
                  <a:pt x="0" y="67817"/>
                </a:lnTo>
                <a:lnTo>
                  <a:pt x="33062" y="74228"/>
                </a:lnTo>
                <a:lnTo>
                  <a:pt x="35052" y="61721"/>
                </a:lnTo>
                <a:lnTo>
                  <a:pt x="37338" y="58673"/>
                </a:lnTo>
                <a:lnTo>
                  <a:pt x="40386" y="57911"/>
                </a:lnTo>
                <a:lnTo>
                  <a:pt x="44196" y="59435"/>
                </a:lnTo>
                <a:lnTo>
                  <a:pt x="44958" y="63245"/>
                </a:lnTo>
                <a:lnTo>
                  <a:pt x="44958" y="76534"/>
                </a:lnTo>
                <a:lnTo>
                  <a:pt x="74676" y="82295"/>
                </a:lnTo>
                <a:close/>
              </a:path>
              <a:path w="1108075" h="671829">
                <a:moveTo>
                  <a:pt x="42860" y="76127"/>
                </a:moveTo>
                <a:lnTo>
                  <a:pt x="33062" y="74228"/>
                </a:lnTo>
                <a:lnTo>
                  <a:pt x="29718" y="95250"/>
                </a:lnTo>
                <a:lnTo>
                  <a:pt x="28956" y="106679"/>
                </a:lnTo>
                <a:lnTo>
                  <a:pt x="27432" y="118109"/>
                </a:lnTo>
                <a:lnTo>
                  <a:pt x="26770" y="145684"/>
                </a:lnTo>
                <a:lnTo>
                  <a:pt x="26965" y="158915"/>
                </a:lnTo>
                <a:lnTo>
                  <a:pt x="28193" y="173735"/>
                </a:lnTo>
                <a:lnTo>
                  <a:pt x="33725" y="200521"/>
                </a:lnTo>
                <a:lnTo>
                  <a:pt x="36520" y="208170"/>
                </a:lnTo>
                <a:lnTo>
                  <a:pt x="36520" y="143485"/>
                </a:lnTo>
                <a:lnTo>
                  <a:pt x="36576" y="130301"/>
                </a:lnTo>
                <a:lnTo>
                  <a:pt x="38100" y="107441"/>
                </a:lnTo>
                <a:lnTo>
                  <a:pt x="39624" y="96011"/>
                </a:lnTo>
                <a:lnTo>
                  <a:pt x="42860" y="76127"/>
                </a:lnTo>
                <a:close/>
              </a:path>
              <a:path w="1108075" h="671829">
                <a:moveTo>
                  <a:pt x="44958" y="63245"/>
                </a:moveTo>
                <a:lnTo>
                  <a:pt x="44196" y="59435"/>
                </a:lnTo>
                <a:lnTo>
                  <a:pt x="40386" y="57911"/>
                </a:lnTo>
                <a:lnTo>
                  <a:pt x="37338" y="58673"/>
                </a:lnTo>
                <a:lnTo>
                  <a:pt x="35052" y="61721"/>
                </a:lnTo>
                <a:lnTo>
                  <a:pt x="33062" y="74228"/>
                </a:lnTo>
                <a:lnTo>
                  <a:pt x="42860" y="76127"/>
                </a:lnTo>
                <a:lnTo>
                  <a:pt x="44958" y="63245"/>
                </a:lnTo>
                <a:close/>
              </a:path>
              <a:path w="1108075" h="671829">
                <a:moveTo>
                  <a:pt x="1107664" y="463190"/>
                </a:moveTo>
                <a:lnTo>
                  <a:pt x="1096118" y="390797"/>
                </a:lnTo>
                <a:lnTo>
                  <a:pt x="1055904" y="318396"/>
                </a:lnTo>
                <a:lnTo>
                  <a:pt x="1022969" y="290663"/>
                </a:lnTo>
                <a:lnTo>
                  <a:pt x="985155" y="271892"/>
                </a:lnTo>
                <a:lnTo>
                  <a:pt x="943625" y="260561"/>
                </a:lnTo>
                <a:lnTo>
                  <a:pt x="899539" y="255143"/>
                </a:lnTo>
                <a:lnTo>
                  <a:pt x="854058" y="254115"/>
                </a:lnTo>
                <a:lnTo>
                  <a:pt x="808342" y="255953"/>
                </a:lnTo>
                <a:lnTo>
                  <a:pt x="720421" y="262170"/>
                </a:lnTo>
                <a:lnTo>
                  <a:pt x="671030" y="267084"/>
                </a:lnTo>
                <a:lnTo>
                  <a:pt x="621323" y="272767"/>
                </a:lnTo>
                <a:lnTo>
                  <a:pt x="571694" y="278897"/>
                </a:lnTo>
                <a:lnTo>
                  <a:pt x="522107" y="285193"/>
                </a:lnTo>
                <a:lnTo>
                  <a:pt x="472527" y="291376"/>
                </a:lnTo>
                <a:lnTo>
                  <a:pt x="422918" y="297165"/>
                </a:lnTo>
                <a:lnTo>
                  <a:pt x="373066" y="302296"/>
                </a:lnTo>
                <a:lnTo>
                  <a:pt x="323469" y="306443"/>
                </a:lnTo>
                <a:lnTo>
                  <a:pt x="273558" y="309371"/>
                </a:lnTo>
                <a:lnTo>
                  <a:pt x="226119" y="309714"/>
                </a:lnTo>
                <a:lnTo>
                  <a:pt x="181370" y="305976"/>
                </a:lnTo>
                <a:lnTo>
                  <a:pt x="138328" y="294982"/>
                </a:lnTo>
                <a:lnTo>
                  <a:pt x="96012" y="273557"/>
                </a:lnTo>
                <a:lnTo>
                  <a:pt x="58293" y="234124"/>
                </a:lnTo>
                <a:lnTo>
                  <a:pt x="39624" y="182879"/>
                </a:lnTo>
                <a:lnTo>
                  <a:pt x="36520" y="143485"/>
                </a:lnTo>
                <a:lnTo>
                  <a:pt x="36520" y="208170"/>
                </a:lnTo>
                <a:lnTo>
                  <a:pt x="55347" y="246548"/>
                </a:lnTo>
                <a:lnTo>
                  <a:pt x="108164" y="291635"/>
                </a:lnTo>
                <a:lnTo>
                  <a:pt x="145132" y="307190"/>
                </a:lnTo>
                <a:lnTo>
                  <a:pt x="184590" y="315835"/>
                </a:lnTo>
                <a:lnTo>
                  <a:pt x="227076" y="319277"/>
                </a:lnTo>
                <a:lnTo>
                  <a:pt x="275748" y="318654"/>
                </a:lnTo>
                <a:lnTo>
                  <a:pt x="324419" y="316127"/>
                </a:lnTo>
                <a:lnTo>
                  <a:pt x="373244" y="312096"/>
                </a:lnTo>
                <a:lnTo>
                  <a:pt x="421665" y="307033"/>
                </a:lnTo>
                <a:lnTo>
                  <a:pt x="470190" y="301302"/>
                </a:lnTo>
                <a:lnTo>
                  <a:pt x="518619" y="295338"/>
                </a:lnTo>
                <a:lnTo>
                  <a:pt x="566927" y="289559"/>
                </a:lnTo>
                <a:lnTo>
                  <a:pt x="616830" y="283680"/>
                </a:lnTo>
                <a:lnTo>
                  <a:pt x="668178" y="277499"/>
                </a:lnTo>
                <a:lnTo>
                  <a:pt x="720851" y="271703"/>
                </a:lnTo>
                <a:lnTo>
                  <a:pt x="773011" y="267132"/>
                </a:lnTo>
                <a:lnTo>
                  <a:pt x="825395" y="264399"/>
                </a:lnTo>
                <a:lnTo>
                  <a:pt x="877026" y="264267"/>
                </a:lnTo>
                <a:lnTo>
                  <a:pt x="927354" y="267461"/>
                </a:lnTo>
                <a:lnTo>
                  <a:pt x="997396" y="287107"/>
                </a:lnTo>
                <a:lnTo>
                  <a:pt x="1054608" y="331469"/>
                </a:lnTo>
                <a:lnTo>
                  <a:pt x="1079020" y="371200"/>
                </a:lnTo>
                <a:lnTo>
                  <a:pt x="1092757" y="417464"/>
                </a:lnTo>
                <a:lnTo>
                  <a:pt x="1097996" y="467954"/>
                </a:lnTo>
                <a:lnTo>
                  <a:pt x="1097996" y="595234"/>
                </a:lnTo>
                <a:lnTo>
                  <a:pt x="1100465" y="578883"/>
                </a:lnTo>
                <a:lnTo>
                  <a:pt x="1103504" y="552616"/>
                </a:lnTo>
                <a:lnTo>
                  <a:pt x="1105717" y="526266"/>
                </a:lnTo>
                <a:lnTo>
                  <a:pt x="1107185" y="499871"/>
                </a:lnTo>
                <a:lnTo>
                  <a:pt x="1107664" y="463190"/>
                </a:lnTo>
                <a:close/>
              </a:path>
              <a:path w="1108075" h="671829">
                <a:moveTo>
                  <a:pt x="44958" y="76534"/>
                </a:moveTo>
                <a:lnTo>
                  <a:pt x="44958" y="63245"/>
                </a:lnTo>
                <a:lnTo>
                  <a:pt x="42860" y="76127"/>
                </a:lnTo>
                <a:lnTo>
                  <a:pt x="44958" y="76534"/>
                </a:lnTo>
                <a:close/>
              </a:path>
              <a:path w="1108075" h="671829">
                <a:moveTo>
                  <a:pt x="1097996" y="595234"/>
                </a:moveTo>
                <a:lnTo>
                  <a:pt x="1097996" y="467954"/>
                </a:lnTo>
                <a:lnTo>
                  <a:pt x="1096911" y="520359"/>
                </a:lnTo>
                <a:lnTo>
                  <a:pt x="1091678" y="572373"/>
                </a:lnTo>
                <a:lnTo>
                  <a:pt x="1084471" y="621685"/>
                </a:lnTo>
                <a:lnTo>
                  <a:pt x="1077468" y="665988"/>
                </a:lnTo>
                <a:lnTo>
                  <a:pt x="1078230" y="669797"/>
                </a:lnTo>
                <a:lnTo>
                  <a:pt x="1081277" y="671321"/>
                </a:lnTo>
                <a:lnTo>
                  <a:pt x="1085087" y="670559"/>
                </a:lnTo>
                <a:lnTo>
                  <a:pt x="1086611" y="667511"/>
                </a:lnTo>
                <a:lnTo>
                  <a:pt x="1091945" y="636269"/>
                </a:lnTo>
                <a:lnTo>
                  <a:pt x="1097996" y="5952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18766" y="3947921"/>
            <a:ext cx="288290" cy="600075"/>
          </a:xfrm>
          <a:custGeom>
            <a:avLst/>
            <a:gdLst/>
            <a:ahLst/>
            <a:cxnLst/>
            <a:rect l="l" t="t" r="r" b="b"/>
            <a:pathLst>
              <a:path w="288289" h="600075">
                <a:moveTo>
                  <a:pt x="227939" y="46642"/>
                </a:moveTo>
                <a:lnTo>
                  <a:pt x="222335" y="38337"/>
                </a:lnTo>
                <a:lnTo>
                  <a:pt x="210525" y="46481"/>
                </a:lnTo>
                <a:lnTo>
                  <a:pt x="192237" y="60198"/>
                </a:lnTo>
                <a:lnTo>
                  <a:pt x="174711" y="73151"/>
                </a:lnTo>
                <a:lnTo>
                  <a:pt x="140421" y="101345"/>
                </a:lnTo>
                <a:lnTo>
                  <a:pt x="111547" y="128039"/>
                </a:lnTo>
                <a:lnTo>
                  <a:pt x="84795" y="156900"/>
                </a:lnTo>
                <a:lnTo>
                  <a:pt x="60900" y="188083"/>
                </a:lnTo>
                <a:lnTo>
                  <a:pt x="40599" y="221741"/>
                </a:lnTo>
                <a:lnTo>
                  <a:pt x="23063" y="265007"/>
                </a:lnTo>
                <a:lnTo>
                  <a:pt x="11130" y="310464"/>
                </a:lnTo>
                <a:lnTo>
                  <a:pt x="3905" y="357516"/>
                </a:lnTo>
                <a:lnTo>
                  <a:pt x="494" y="405569"/>
                </a:lnTo>
                <a:lnTo>
                  <a:pt x="0" y="454028"/>
                </a:lnTo>
                <a:lnTo>
                  <a:pt x="1528" y="502296"/>
                </a:lnTo>
                <a:lnTo>
                  <a:pt x="7071" y="595883"/>
                </a:lnTo>
                <a:lnTo>
                  <a:pt x="8595" y="598931"/>
                </a:lnTo>
                <a:lnTo>
                  <a:pt x="9357" y="599084"/>
                </a:lnTo>
                <a:lnTo>
                  <a:pt x="9357" y="448817"/>
                </a:lnTo>
                <a:lnTo>
                  <a:pt x="10091" y="402805"/>
                </a:lnTo>
                <a:lnTo>
                  <a:pt x="13624" y="354949"/>
                </a:lnTo>
                <a:lnTo>
                  <a:pt x="21119" y="307736"/>
                </a:lnTo>
                <a:lnTo>
                  <a:pt x="33741" y="263651"/>
                </a:lnTo>
                <a:lnTo>
                  <a:pt x="53998" y="217356"/>
                </a:lnTo>
                <a:lnTo>
                  <a:pt x="82469" y="174797"/>
                </a:lnTo>
                <a:lnTo>
                  <a:pt x="117127" y="135859"/>
                </a:lnTo>
                <a:lnTo>
                  <a:pt x="155946" y="100428"/>
                </a:lnTo>
                <a:lnTo>
                  <a:pt x="196898" y="68388"/>
                </a:lnTo>
                <a:lnTo>
                  <a:pt x="227939" y="46642"/>
                </a:lnTo>
                <a:close/>
              </a:path>
              <a:path w="288289" h="600075">
                <a:moveTo>
                  <a:pt x="16977" y="595122"/>
                </a:moveTo>
                <a:lnTo>
                  <a:pt x="13167" y="545591"/>
                </a:lnTo>
                <a:lnTo>
                  <a:pt x="11643" y="521207"/>
                </a:lnTo>
                <a:lnTo>
                  <a:pt x="9357" y="448817"/>
                </a:lnTo>
                <a:lnTo>
                  <a:pt x="9357" y="599084"/>
                </a:lnTo>
                <a:lnTo>
                  <a:pt x="12405" y="599693"/>
                </a:lnTo>
                <a:lnTo>
                  <a:pt x="15453" y="598169"/>
                </a:lnTo>
                <a:lnTo>
                  <a:pt x="16977" y="595122"/>
                </a:lnTo>
                <a:close/>
              </a:path>
              <a:path w="288289" h="600075">
                <a:moveTo>
                  <a:pt x="288249" y="0"/>
                </a:moveTo>
                <a:lnTo>
                  <a:pt x="203667" y="10667"/>
                </a:lnTo>
                <a:lnTo>
                  <a:pt x="222335" y="38337"/>
                </a:lnTo>
                <a:lnTo>
                  <a:pt x="232623" y="31241"/>
                </a:lnTo>
                <a:lnTo>
                  <a:pt x="236433" y="30479"/>
                </a:lnTo>
                <a:lnTo>
                  <a:pt x="239481" y="32765"/>
                </a:lnTo>
                <a:lnTo>
                  <a:pt x="240243" y="36575"/>
                </a:lnTo>
                <a:lnTo>
                  <a:pt x="240243" y="64878"/>
                </a:lnTo>
                <a:lnTo>
                  <a:pt x="246339" y="73913"/>
                </a:lnTo>
                <a:lnTo>
                  <a:pt x="288249" y="0"/>
                </a:lnTo>
                <a:close/>
              </a:path>
              <a:path w="288289" h="600075">
                <a:moveTo>
                  <a:pt x="240243" y="36575"/>
                </a:moveTo>
                <a:lnTo>
                  <a:pt x="239481" y="32765"/>
                </a:lnTo>
                <a:lnTo>
                  <a:pt x="236433" y="30479"/>
                </a:lnTo>
                <a:lnTo>
                  <a:pt x="232623" y="31241"/>
                </a:lnTo>
                <a:lnTo>
                  <a:pt x="222335" y="38337"/>
                </a:lnTo>
                <a:lnTo>
                  <a:pt x="227939" y="46642"/>
                </a:lnTo>
                <a:lnTo>
                  <a:pt x="237957" y="39624"/>
                </a:lnTo>
                <a:lnTo>
                  <a:pt x="240243" y="36575"/>
                </a:lnTo>
                <a:close/>
              </a:path>
              <a:path w="288289" h="600075">
                <a:moveTo>
                  <a:pt x="240243" y="64878"/>
                </a:moveTo>
                <a:lnTo>
                  <a:pt x="240243" y="36575"/>
                </a:lnTo>
                <a:lnTo>
                  <a:pt x="237957" y="39624"/>
                </a:lnTo>
                <a:lnTo>
                  <a:pt x="227939" y="46642"/>
                </a:lnTo>
                <a:lnTo>
                  <a:pt x="240243" y="648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045377" y="3045714"/>
            <a:ext cx="532130" cy="661035"/>
          </a:xfrm>
          <a:custGeom>
            <a:avLst/>
            <a:gdLst/>
            <a:ahLst/>
            <a:cxnLst/>
            <a:rect l="l" t="t" r="r" b="b"/>
            <a:pathLst>
              <a:path w="532129" h="661035">
                <a:moveTo>
                  <a:pt x="456027" y="42915"/>
                </a:moveTo>
                <a:lnTo>
                  <a:pt x="455235" y="33011"/>
                </a:lnTo>
                <a:lnTo>
                  <a:pt x="429734" y="35052"/>
                </a:lnTo>
                <a:lnTo>
                  <a:pt x="364202" y="42672"/>
                </a:lnTo>
                <a:lnTo>
                  <a:pt x="302202" y="52299"/>
                </a:lnTo>
                <a:lnTo>
                  <a:pt x="242480" y="65883"/>
                </a:lnTo>
                <a:lnTo>
                  <a:pt x="175968" y="88958"/>
                </a:lnTo>
                <a:lnTo>
                  <a:pt x="140041" y="107865"/>
                </a:lnTo>
                <a:lnTo>
                  <a:pt x="107038" y="131324"/>
                </a:lnTo>
                <a:lnTo>
                  <a:pt x="78452" y="159258"/>
                </a:lnTo>
                <a:lnTo>
                  <a:pt x="54295" y="194384"/>
                </a:lnTo>
                <a:lnTo>
                  <a:pt x="35491" y="234474"/>
                </a:lnTo>
                <a:lnTo>
                  <a:pt x="21418" y="278542"/>
                </a:lnTo>
                <a:lnTo>
                  <a:pt x="11454" y="325604"/>
                </a:lnTo>
                <a:lnTo>
                  <a:pt x="4977" y="374674"/>
                </a:lnTo>
                <a:lnTo>
                  <a:pt x="1366" y="424767"/>
                </a:lnTo>
                <a:lnTo>
                  <a:pt x="0" y="474896"/>
                </a:lnTo>
                <a:lnTo>
                  <a:pt x="255" y="524078"/>
                </a:lnTo>
                <a:lnTo>
                  <a:pt x="1511" y="571326"/>
                </a:lnTo>
                <a:lnTo>
                  <a:pt x="4538" y="656082"/>
                </a:lnTo>
                <a:lnTo>
                  <a:pt x="6062" y="659892"/>
                </a:lnTo>
                <a:lnTo>
                  <a:pt x="9110" y="660654"/>
                </a:lnTo>
                <a:lnTo>
                  <a:pt x="9872" y="660349"/>
                </a:lnTo>
                <a:lnTo>
                  <a:pt x="9872" y="475488"/>
                </a:lnTo>
                <a:lnTo>
                  <a:pt x="10634" y="441198"/>
                </a:lnTo>
                <a:lnTo>
                  <a:pt x="14454" y="376985"/>
                </a:lnTo>
                <a:lnTo>
                  <a:pt x="23588" y="313182"/>
                </a:lnTo>
                <a:lnTo>
                  <a:pt x="32408" y="274176"/>
                </a:lnTo>
                <a:lnTo>
                  <a:pt x="45362" y="235024"/>
                </a:lnTo>
                <a:lnTo>
                  <a:pt x="63050" y="197994"/>
                </a:lnTo>
                <a:lnTo>
                  <a:pt x="86072" y="165354"/>
                </a:lnTo>
                <a:lnTo>
                  <a:pt x="113692" y="138017"/>
                </a:lnTo>
                <a:lnTo>
                  <a:pt x="145494" y="115828"/>
                </a:lnTo>
                <a:lnTo>
                  <a:pt x="180161" y="98018"/>
                </a:lnTo>
                <a:lnTo>
                  <a:pt x="216374" y="83820"/>
                </a:lnTo>
                <a:lnTo>
                  <a:pt x="274467" y="67556"/>
                </a:lnTo>
                <a:lnTo>
                  <a:pt x="333722" y="56388"/>
                </a:lnTo>
                <a:lnTo>
                  <a:pt x="397730" y="48006"/>
                </a:lnTo>
                <a:lnTo>
                  <a:pt x="430496" y="44958"/>
                </a:lnTo>
                <a:lnTo>
                  <a:pt x="456027" y="42915"/>
                </a:lnTo>
                <a:close/>
              </a:path>
              <a:path w="532129" h="661035">
                <a:moveTo>
                  <a:pt x="13682" y="656082"/>
                </a:moveTo>
                <a:lnTo>
                  <a:pt x="12920" y="619506"/>
                </a:lnTo>
                <a:lnTo>
                  <a:pt x="11396" y="582930"/>
                </a:lnTo>
                <a:lnTo>
                  <a:pt x="9872" y="511302"/>
                </a:lnTo>
                <a:lnTo>
                  <a:pt x="9872" y="660349"/>
                </a:lnTo>
                <a:lnTo>
                  <a:pt x="12920" y="659130"/>
                </a:lnTo>
                <a:lnTo>
                  <a:pt x="13682" y="656082"/>
                </a:lnTo>
                <a:close/>
              </a:path>
              <a:path w="532129" h="661035">
                <a:moveTo>
                  <a:pt x="531842" y="32004"/>
                </a:moveTo>
                <a:lnTo>
                  <a:pt x="452594" y="0"/>
                </a:lnTo>
                <a:lnTo>
                  <a:pt x="455235" y="33011"/>
                </a:lnTo>
                <a:lnTo>
                  <a:pt x="467834" y="32004"/>
                </a:lnTo>
                <a:lnTo>
                  <a:pt x="471644" y="33528"/>
                </a:lnTo>
                <a:lnTo>
                  <a:pt x="473168" y="36576"/>
                </a:lnTo>
                <a:lnTo>
                  <a:pt x="473168" y="67452"/>
                </a:lnTo>
                <a:lnTo>
                  <a:pt x="531842" y="32004"/>
                </a:lnTo>
                <a:close/>
              </a:path>
              <a:path w="532129" h="661035">
                <a:moveTo>
                  <a:pt x="473168" y="36576"/>
                </a:moveTo>
                <a:lnTo>
                  <a:pt x="471644" y="33528"/>
                </a:lnTo>
                <a:lnTo>
                  <a:pt x="467834" y="32004"/>
                </a:lnTo>
                <a:lnTo>
                  <a:pt x="455235" y="33011"/>
                </a:lnTo>
                <a:lnTo>
                  <a:pt x="456027" y="42915"/>
                </a:lnTo>
                <a:lnTo>
                  <a:pt x="468596" y="41910"/>
                </a:lnTo>
                <a:lnTo>
                  <a:pt x="471644" y="39624"/>
                </a:lnTo>
                <a:lnTo>
                  <a:pt x="473168" y="36576"/>
                </a:lnTo>
                <a:close/>
              </a:path>
              <a:path w="532129" h="661035">
                <a:moveTo>
                  <a:pt x="473168" y="67452"/>
                </a:moveTo>
                <a:lnTo>
                  <a:pt x="473168" y="36576"/>
                </a:lnTo>
                <a:lnTo>
                  <a:pt x="471644" y="39624"/>
                </a:lnTo>
                <a:lnTo>
                  <a:pt x="468596" y="41910"/>
                </a:lnTo>
                <a:lnTo>
                  <a:pt x="456027" y="42915"/>
                </a:lnTo>
                <a:lnTo>
                  <a:pt x="458690" y="76200"/>
                </a:lnTo>
                <a:lnTo>
                  <a:pt x="473168" y="674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800485" y="2520695"/>
            <a:ext cx="76200" cy="325755"/>
          </a:xfrm>
          <a:custGeom>
            <a:avLst/>
            <a:gdLst/>
            <a:ahLst/>
            <a:cxnLst/>
            <a:rect l="l" t="t" r="r" b="b"/>
            <a:pathLst>
              <a:path w="76200" h="325755">
                <a:moveTo>
                  <a:pt x="76200" y="249174"/>
                </a:moveTo>
                <a:lnTo>
                  <a:pt x="0" y="249174"/>
                </a:lnTo>
                <a:lnTo>
                  <a:pt x="33527" y="316229"/>
                </a:lnTo>
                <a:lnTo>
                  <a:pt x="33527" y="262128"/>
                </a:lnTo>
                <a:lnTo>
                  <a:pt x="35051" y="265176"/>
                </a:lnTo>
                <a:lnTo>
                  <a:pt x="38100" y="266700"/>
                </a:lnTo>
                <a:lnTo>
                  <a:pt x="41910" y="265176"/>
                </a:lnTo>
                <a:lnTo>
                  <a:pt x="43434" y="262128"/>
                </a:lnTo>
                <a:lnTo>
                  <a:pt x="43434" y="314705"/>
                </a:lnTo>
                <a:lnTo>
                  <a:pt x="76200" y="249174"/>
                </a:lnTo>
                <a:close/>
              </a:path>
              <a:path w="76200" h="325755">
                <a:moveTo>
                  <a:pt x="43434" y="249174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49174"/>
                </a:lnTo>
                <a:lnTo>
                  <a:pt x="43434" y="249174"/>
                </a:lnTo>
                <a:close/>
              </a:path>
              <a:path w="76200" h="325755">
                <a:moveTo>
                  <a:pt x="43434" y="314705"/>
                </a:moveTo>
                <a:lnTo>
                  <a:pt x="43434" y="262128"/>
                </a:lnTo>
                <a:lnTo>
                  <a:pt x="41910" y="265176"/>
                </a:lnTo>
                <a:lnTo>
                  <a:pt x="38100" y="266700"/>
                </a:lnTo>
                <a:lnTo>
                  <a:pt x="35051" y="265176"/>
                </a:lnTo>
                <a:lnTo>
                  <a:pt x="33527" y="262128"/>
                </a:lnTo>
                <a:lnTo>
                  <a:pt x="33527" y="316229"/>
                </a:lnTo>
                <a:lnTo>
                  <a:pt x="38100" y="325374"/>
                </a:lnTo>
                <a:lnTo>
                  <a:pt x="43434" y="3147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516263" y="2195321"/>
            <a:ext cx="2522855" cy="1302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8664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first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2400" spc="-5" dirty="0">
                <a:latin typeface="Arial"/>
                <a:cs typeface="Arial"/>
              </a:rPr>
              <a:t>last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076841" y="3320796"/>
            <a:ext cx="441325" cy="395605"/>
          </a:xfrm>
          <a:custGeom>
            <a:avLst/>
            <a:gdLst/>
            <a:ahLst/>
            <a:cxnLst/>
            <a:rect l="l" t="t" r="r" b="b"/>
            <a:pathLst>
              <a:path w="441325" h="395604">
                <a:moveTo>
                  <a:pt x="387385" y="341158"/>
                </a:moveTo>
                <a:lnTo>
                  <a:pt x="7620" y="1524"/>
                </a:lnTo>
                <a:lnTo>
                  <a:pt x="4572" y="0"/>
                </a:lnTo>
                <a:lnTo>
                  <a:pt x="762" y="1524"/>
                </a:lnTo>
                <a:lnTo>
                  <a:pt x="0" y="5333"/>
                </a:lnTo>
                <a:lnTo>
                  <a:pt x="1524" y="8381"/>
                </a:lnTo>
                <a:lnTo>
                  <a:pt x="381227" y="347960"/>
                </a:lnTo>
                <a:lnTo>
                  <a:pt x="387385" y="341158"/>
                </a:lnTo>
                <a:close/>
              </a:path>
              <a:path w="441325" h="395604">
                <a:moveTo>
                  <a:pt x="398525" y="383624"/>
                </a:moveTo>
                <a:lnTo>
                  <a:pt x="398525" y="352805"/>
                </a:lnTo>
                <a:lnTo>
                  <a:pt x="397763" y="355853"/>
                </a:lnTo>
                <a:lnTo>
                  <a:pt x="393953" y="357377"/>
                </a:lnTo>
                <a:lnTo>
                  <a:pt x="390905" y="356615"/>
                </a:lnTo>
                <a:lnTo>
                  <a:pt x="381227" y="347960"/>
                </a:lnTo>
                <a:lnTo>
                  <a:pt x="358901" y="372617"/>
                </a:lnTo>
                <a:lnTo>
                  <a:pt x="398525" y="383624"/>
                </a:lnTo>
                <a:close/>
              </a:path>
              <a:path w="441325" h="395604">
                <a:moveTo>
                  <a:pt x="398525" y="352805"/>
                </a:moveTo>
                <a:lnTo>
                  <a:pt x="397001" y="349757"/>
                </a:lnTo>
                <a:lnTo>
                  <a:pt x="387385" y="341158"/>
                </a:lnTo>
                <a:lnTo>
                  <a:pt x="381227" y="347960"/>
                </a:lnTo>
                <a:lnTo>
                  <a:pt x="390905" y="356615"/>
                </a:lnTo>
                <a:lnTo>
                  <a:pt x="393953" y="357377"/>
                </a:lnTo>
                <a:lnTo>
                  <a:pt x="397763" y="355853"/>
                </a:lnTo>
                <a:lnTo>
                  <a:pt x="398525" y="352805"/>
                </a:lnTo>
                <a:close/>
              </a:path>
              <a:path w="441325" h="395604">
                <a:moveTo>
                  <a:pt x="441198" y="395477"/>
                </a:moveTo>
                <a:lnTo>
                  <a:pt x="409955" y="316229"/>
                </a:lnTo>
                <a:lnTo>
                  <a:pt x="387385" y="341158"/>
                </a:lnTo>
                <a:lnTo>
                  <a:pt x="397001" y="349757"/>
                </a:lnTo>
                <a:lnTo>
                  <a:pt x="398525" y="352805"/>
                </a:lnTo>
                <a:lnTo>
                  <a:pt x="398525" y="383624"/>
                </a:lnTo>
                <a:lnTo>
                  <a:pt x="441198" y="395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z="4000" spc="-5" dirty="0"/>
              <a:t>Linked Stacks and</a:t>
            </a:r>
            <a:r>
              <a:rPr sz="4000" spc="-60" dirty="0"/>
              <a:t> </a:t>
            </a:r>
            <a:r>
              <a:rPr sz="4000" spc="-5" dirty="0"/>
              <a:t>Queues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2227211" y="2551176"/>
            <a:ext cx="349885" cy="258445"/>
          </a:xfrm>
          <a:custGeom>
            <a:avLst/>
            <a:gdLst/>
            <a:ahLst/>
            <a:cxnLst/>
            <a:rect l="l" t="t" r="r" b="b"/>
            <a:pathLst>
              <a:path w="349885" h="258444">
                <a:moveTo>
                  <a:pt x="0" y="0"/>
                </a:moveTo>
                <a:lnTo>
                  <a:pt x="0" y="258318"/>
                </a:lnTo>
                <a:lnTo>
                  <a:pt x="349757" y="258318"/>
                </a:lnTo>
                <a:lnTo>
                  <a:pt x="3497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27211" y="2551176"/>
            <a:ext cx="523240" cy="258445"/>
          </a:xfrm>
          <a:custGeom>
            <a:avLst/>
            <a:gdLst/>
            <a:ahLst/>
            <a:cxnLst/>
            <a:rect l="l" t="t" r="r" b="b"/>
            <a:pathLst>
              <a:path w="523239" h="258444">
                <a:moveTo>
                  <a:pt x="0" y="0"/>
                </a:moveTo>
                <a:lnTo>
                  <a:pt x="0" y="258318"/>
                </a:lnTo>
                <a:lnTo>
                  <a:pt x="522731" y="258318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6969" y="2551176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5" h="258444">
                <a:moveTo>
                  <a:pt x="0" y="0"/>
                </a:moveTo>
                <a:lnTo>
                  <a:pt x="0" y="258318"/>
                </a:lnTo>
                <a:lnTo>
                  <a:pt x="172974" y="258318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76969" y="2551176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5" h="258444">
                <a:moveTo>
                  <a:pt x="0" y="0"/>
                </a:moveTo>
                <a:lnTo>
                  <a:pt x="0" y="258318"/>
                </a:lnTo>
                <a:lnTo>
                  <a:pt x="172974" y="258318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27211" y="3025901"/>
            <a:ext cx="349885" cy="258445"/>
          </a:xfrm>
          <a:custGeom>
            <a:avLst/>
            <a:gdLst/>
            <a:ahLst/>
            <a:cxnLst/>
            <a:rect l="l" t="t" r="r" b="b"/>
            <a:pathLst>
              <a:path w="349885" h="258445">
                <a:moveTo>
                  <a:pt x="0" y="0"/>
                </a:moveTo>
                <a:lnTo>
                  <a:pt x="0" y="258317"/>
                </a:lnTo>
                <a:lnTo>
                  <a:pt x="349757" y="258317"/>
                </a:lnTo>
                <a:lnTo>
                  <a:pt x="3497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27211" y="3025139"/>
            <a:ext cx="523240" cy="259079"/>
          </a:xfrm>
          <a:custGeom>
            <a:avLst/>
            <a:gdLst/>
            <a:ahLst/>
            <a:cxnLst/>
            <a:rect l="l" t="t" r="r" b="b"/>
            <a:pathLst>
              <a:path w="523239" h="259079">
                <a:moveTo>
                  <a:pt x="0" y="0"/>
                </a:moveTo>
                <a:lnTo>
                  <a:pt x="0" y="259079"/>
                </a:lnTo>
                <a:lnTo>
                  <a:pt x="522731" y="259079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76969" y="3025901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5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76969" y="3025139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5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27211" y="3499865"/>
            <a:ext cx="349885" cy="259079"/>
          </a:xfrm>
          <a:custGeom>
            <a:avLst/>
            <a:gdLst/>
            <a:ahLst/>
            <a:cxnLst/>
            <a:rect l="l" t="t" r="r" b="b"/>
            <a:pathLst>
              <a:path w="349885" h="259079">
                <a:moveTo>
                  <a:pt x="0" y="0"/>
                </a:moveTo>
                <a:lnTo>
                  <a:pt x="0" y="259079"/>
                </a:lnTo>
                <a:lnTo>
                  <a:pt x="349757" y="259079"/>
                </a:lnTo>
                <a:lnTo>
                  <a:pt x="3497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27211" y="3499865"/>
            <a:ext cx="523240" cy="259079"/>
          </a:xfrm>
          <a:custGeom>
            <a:avLst/>
            <a:gdLst/>
            <a:ahLst/>
            <a:cxnLst/>
            <a:rect l="l" t="t" r="r" b="b"/>
            <a:pathLst>
              <a:path w="523239" h="259079">
                <a:moveTo>
                  <a:pt x="0" y="0"/>
                </a:moveTo>
                <a:lnTo>
                  <a:pt x="0" y="259079"/>
                </a:lnTo>
                <a:lnTo>
                  <a:pt x="522731" y="259079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576969" y="3499865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5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76969" y="3499865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5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27211" y="5311902"/>
            <a:ext cx="349885" cy="258445"/>
          </a:xfrm>
          <a:custGeom>
            <a:avLst/>
            <a:gdLst/>
            <a:ahLst/>
            <a:cxnLst/>
            <a:rect l="l" t="t" r="r" b="b"/>
            <a:pathLst>
              <a:path w="349885" h="258445">
                <a:moveTo>
                  <a:pt x="0" y="0"/>
                </a:moveTo>
                <a:lnTo>
                  <a:pt x="0" y="258317"/>
                </a:lnTo>
                <a:lnTo>
                  <a:pt x="349757" y="258317"/>
                </a:lnTo>
                <a:lnTo>
                  <a:pt x="34975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27211" y="5311140"/>
            <a:ext cx="523240" cy="259079"/>
          </a:xfrm>
          <a:custGeom>
            <a:avLst/>
            <a:gdLst/>
            <a:ahLst/>
            <a:cxnLst/>
            <a:rect l="l" t="t" r="r" b="b"/>
            <a:pathLst>
              <a:path w="523239" h="259079">
                <a:moveTo>
                  <a:pt x="0" y="0"/>
                </a:moveTo>
                <a:lnTo>
                  <a:pt x="0" y="259079"/>
                </a:lnTo>
                <a:lnTo>
                  <a:pt x="522731" y="259079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576969" y="5311902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5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76969" y="5311140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5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03639" y="2667000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30">
                <a:moveTo>
                  <a:pt x="76200" y="290322"/>
                </a:moveTo>
                <a:lnTo>
                  <a:pt x="0" y="290322"/>
                </a:lnTo>
                <a:lnTo>
                  <a:pt x="33528" y="357378"/>
                </a:lnTo>
                <a:lnTo>
                  <a:pt x="33528" y="303275"/>
                </a:lnTo>
                <a:lnTo>
                  <a:pt x="35051" y="306324"/>
                </a:lnTo>
                <a:lnTo>
                  <a:pt x="38100" y="307848"/>
                </a:lnTo>
                <a:lnTo>
                  <a:pt x="41148" y="306324"/>
                </a:lnTo>
                <a:lnTo>
                  <a:pt x="42672" y="303275"/>
                </a:lnTo>
                <a:lnTo>
                  <a:pt x="42672" y="357377"/>
                </a:lnTo>
                <a:lnTo>
                  <a:pt x="76200" y="290322"/>
                </a:lnTo>
                <a:close/>
              </a:path>
              <a:path w="76200" h="367030">
                <a:moveTo>
                  <a:pt x="42672" y="290322"/>
                </a:moveTo>
                <a:lnTo>
                  <a:pt x="42671" y="4572"/>
                </a:lnTo>
                <a:lnTo>
                  <a:pt x="41147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8" y="290322"/>
                </a:lnTo>
                <a:lnTo>
                  <a:pt x="42672" y="290322"/>
                </a:lnTo>
                <a:close/>
              </a:path>
              <a:path w="76200" h="367030">
                <a:moveTo>
                  <a:pt x="42672" y="357377"/>
                </a:moveTo>
                <a:lnTo>
                  <a:pt x="42672" y="303275"/>
                </a:lnTo>
                <a:lnTo>
                  <a:pt x="41148" y="306324"/>
                </a:lnTo>
                <a:lnTo>
                  <a:pt x="38100" y="307848"/>
                </a:lnTo>
                <a:lnTo>
                  <a:pt x="35051" y="306324"/>
                </a:lnTo>
                <a:lnTo>
                  <a:pt x="33528" y="303275"/>
                </a:lnTo>
                <a:lnTo>
                  <a:pt x="33528" y="357378"/>
                </a:lnTo>
                <a:lnTo>
                  <a:pt x="38100" y="366522"/>
                </a:lnTo>
                <a:lnTo>
                  <a:pt x="42672" y="357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16593" y="3143250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2"/>
                </a:moveTo>
                <a:lnTo>
                  <a:pt x="0" y="290322"/>
                </a:lnTo>
                <a:lnTo>
                  <a:pt x="32765" y="355853"/>
                </a:lnTo>
                <a:lnTo>
                  <a:pt x="32765" y="303275"/>
                </a:lnTo>
                <a:lnTo>
                  <a:pt x="34289" y="306324"/>
                </a:lnTo>
                <a:lnTo>
                  <a:pt x="38100" y="307848"/>
                </a:lnTo>
                <a:lnTo>
                  <a:pt x="41147" y="306324"/>
                </a:lnTo>
                <a:lnTo>
                  <a:pt x="42671" y="303275"/>
                </a:lnTo>
                <a:lnTo>
                  <a:pt x="42671" y="357378"/>
                </a:lnTo>
                <a:lnTo>
                  <a:pt x="76200" y="290322"/>
                </a:lnTo>
                <a:close/>
              </a:path>
              <a:path w="76200" h="367029">
                <a:moveTo>
                  <a:pt x="42671" y="290322"/>
                </a:moveTo>
                <a:lnTo>
                  <a:pt x="42671" y="4572"/>
                </a:lnTo>
                <a:lnTo>
                  <a:pt x="41147" y="762"/>
                </a:lnTo>
                <a:lnTo>
                  <a:pt x="38100" y="0"/>
                </a:lnTo>
                <a:lnTo>
                  <a:pt x="34289" y="762"/>
                </a:lnTo>
                <a:lnTo>
                  <a:pt x="32765" y="4572"/>
                </a:lnTo>
                <a:lnTo>
                  <a:pt x="32765" y="290322"/>
                </a:lnTo>
                <a:lnTo>
                  <a:pt x="42671" y="290322"/>
                </a:lnTo>
                <a:close/>
              </a:path>
              <a:path w="76200" h="367029">
                <a:moveTo>
                  <a:pt x="42671" y="357378"/>
                </a:moveTo>
                <a:lnTo>
                  <a:pt x="42671" y="303275"/>
                </a:lnTo>
                <a:lnTo>
                  <a:pt x="41147" y="306324"/>
                </a:lnTo>
                <a:lnTo>
                  <a:pt x="38100" y="307848"/>
                </a:lnTo>
                <a:lnTo>
                  <a:pt x="34289" y="306324"/>
                </a:lnTo>
                <a:lnTo>
                  <a:pt x="32765" y="303275"/>
                </a:lnTo>
                <a:lnTo>
                  <a:pt x="32765" y="355853"/>
                </a:lnTo>
                <a:lnTo>
                  <a:pt x="38100" y="366522"/>
                </a:lnTo>
                <a:lnTo>
                  <a:pt x="42671" y="357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15069" y="3649217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2"/>
                </a:moveTo>
                <a:lnTo>
                  <a:pt x="0" y="290322"/>
                </a:lnTo>
                <a:lnTo>
                  <a:pt x="32766" y="355854"/>
                </a:lnTo>
                <a:lnTo>
                  <a:pt x="32766" y="303276"/>
                </a:lnTo>
                <a:lnTo>
                  <a:pt x="34289" y="307086"/>
                </a:lnTo>
                <a:lnTo>
                  <a:pt x="38100" y="307848"/>
                </a:lnTo>
                <a:lnTo>
                  <a:pt x="41148" y="307086"/>
                </a:lnTo>
                <a:lnTo>
                  <a:pt x="42671" y="303276"/>
                </a:lnTo>
                <a:lnTo>
                  <a:pt x="42671" y="357378"/>
                </a:lnTo>
                <a:lnTo>
                  <a:pt x="76200" y="290322"/>
                </a:lnTo>
                <a:close/>
              </a:path>
              <a:path w="76200" h="367029">
                <a:moveTo>
                  <a:pt x="42671" y="290322"/>
                </a:moveTo>
                <a:lnTo>
                  <a:pt x="42671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2766" y="4572"/>
                </a:lnTo>
                <a:lnTo>
                  <a:pt x="32766" y="290322"/>
                </a:lnTo>
                <a:lnTo>
                  <a:pt x="42671" y="290322"/>
                </a:lnTo>
                <a:close/>
              </a:path>
              <a:path w="76200" h="367029">
                <a:moveTo>
                  <a:pt x="42671" y="357378"/>
                </a:moveTo>
                <a:lnTo>
                  <a:pt x="42671" y="303276"/>
                </a:lnTo>
                <a:lnTo>
                  <a:pt x="41148" y="307086"/>
                </a:lnTo>
                <a:lnTo>
                  <a:pt x="38100" y="307848"/>
                </a:lnTo>
                <a:lnTo>
                  <a:pt x="34289" y="307086"/>
                </a:lnTo>
                <a:lnTo>
                  <a:pt x="32766" y="303276"/>
                </a:lnTo>
                <a:lnTo>
                  <a:pt x="32766" y="355854"/>
                </a:lnTo>
                <a:lnTo>
                  <a:pt x="38100" y="366522"/>
                </a:lnTo>
                <a:lnTo>
                  <a:pt x="42671" y="3573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611259" y="4940046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1"/>
                </a:moveTo>
                <a:lnTo>
                  <a:pt x="0" y="290321"/>
                </a:lnTo>
                <a:lnTo>
                  <a:pt x="33528" y="357377"/>
                </a:lnTo>
                <a:lnTo>
                  <a:pt x="33528" y="303275"/>
                </a:lnTo>
                <a:lnTo>
                  <a:pt x="35052" y="306324"/>
                </a:lnTo>
                <a:lnTo>
                  <a:pt x="38100" y="307848"/>
                </a:lnTo>
                <a:lnTo>
                  <a:pt x="41910" y="306324"/>
                </a:lnTo>
                <a:lnTo>
                  <a:pt x="43434" y="303275"/>
                </a:lnTo>
                <a:lnTo>
                  <a:pt x="43434" y="355853"/>
                </a:lnTo>
                <a:lnTo>
                  <a:pt x="76200" y="290321"/>
                </a:lnTo>
                <a:close/>
              </a:path>
              <a:path w="76200" h="367029">
                <a:moveTo>
                  <a:pt x="43434" y="290321"/>
                </a:moveTo>
                <a:lnTo>
                  <a:pt x="43434" y="4571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1"/>
                </a:lnTo>
                <a:lnTo>
                  <a:pt x="33528" y="290321"/>
                </a:lnTo>
                <a:lnTo>
                  <a:pt x="43434" y="290321"/>
                </a:lnTo>
                <a:close/>
              </a:path>
              <a:path w="76200" h="367029">
                <a:moveTo>
                  <a:pt x="43434" y="355853"/>
                </a:moveTo>
                <a:lnTo>
                  <a:pt x="43434" y="303275"/>
                </a:lnTo>
                <a:lnTo>
                  <a:pt x="41910" y="306324"/>
                </a:lnTo>
                <a:lnTo>
                  <a:pt x="38100" y="307848"/>
                </a:lnTo>
                <a:lnTo>
                  <a:pt x="35052" y="306324"/>
                </a:lnTo>
                <a:lnTo>
                  <a:pt x="33528" y="303275"/>
                </a:lnTo>
                <a:lnTo>
                  <a:pt x="33528" y="357377"/>
                </a:lnTo>
                <a:lnTo>
                  <a:pt x="38100" y="366521"/>
                </a:lnTo>
                <a:lnTo>
                  <a:pt x="43434" y="3558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619641" y="4191000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42672" y="28955"/>
                </a:moveTo>
                <a:lnTo>
                  <a:pt x="40945" y="17680"/>
                </a:lnTo>
                <a:lnTo>
                  <a:pt x="36290" y="8477"/>
                </a:lnTo>
                <a:lnTo>
                  <a:pt x="29491" y="2274"/>
                </a:lnTo>
                <a:lnTo>
                  <a:pt x="21336" y="0"/>
                </a:lnTo>
                <a:lnTo>
                  <a:pt x="12858" y="2274"/>
                </a:lnTo>
                <a:lnTo>
                  <a:pt x="6096" y="8477"/>
                </a:lnTo>
                <a:lnTo>
                  <a:pt x="1619" y="17680"/>
                </a:lnTo>
                <a:lnTo>
                  <a:pt x="0" y="28955"/>
                </a:lnTo>
                <a:lnTo>
                  <a:pt x="1619" y="40350"/>
                </a:lnTo>
                <a:lnTo>
                  <a:pt x="6096" y="49815"/>
                </a:lnTo>
                <a:lnTo>
                  <a:pt x="12858" y="56280"/>
                </a:lnTo>
                <a:lnTo>
                  <a:pt x="21336" y="58674"/>
                </a:lnTo>
                <a:lnTo>
                  <a:pt x="29491" y="56280"/>
                </a:lnTo>
                <a:lnTo>
                  <a:pt x="36290" y="49815"/>
                </a:lnTo>
                <a:lnTo>
                  <a:pt x="40945" y="40350"/>
                </a:lnTo>
                <a:lnTo>
                  <a:pt x="4267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619641" y="4191000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21336" y="0"/>
                </a:moveTo>
                <a:lnTo>
                  <a:pt x="12858" y="2274"/>
                </a:lnTo>
                <a:lnTo>
                  <a:pt x="6096" y="8477"/>
                </a:lnTo>
                <a:lnTo>
                  <a:pt x="1619" y="17680"/>
                </a:lnTo>
                <a:lnTo>
                  <a:pt x="0" y="28955"/>
                </a:lnTo>
                <a:lnTo>
                  <a:pt x="1619" y="40350"/>
                </a:lnTo>
                <a:lnTo>
                  <a:pt x="6096" y="49815"/>
                </a:lnTo>
                <a:lnTo>
                  <a:pt x="12858" y="56280"/>
                </a:lnTo>
                <a:lnTo>
                  <a:pt x="21336" y="58674"/>
                </a:lnTo>
                <a:lnTo>
                  <a:pt x="29491" y="56280"/>
                </a:lnTo>
                <a:lnTo>
                  <a:pt x="36290" y="49815"/>
                </a:lnTo>
                <a:lnTo>
                  <a:pt x="40945" y="40350"/>
                </a:lnTo>
                <a:lnTo>
                  <a:pt x="42672" y="28955"/>
                </a:lnTo>
                <a:lnTo>
                  <a:pt x="40945" y="17680"/>
                </a:lnTo>
                <a:lnTo>
                  <a:pt x="36290" y="8477"/>
                </a:lnTo>
                <a:lnTo>
                  <a:pt x="29491" y="2274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19641" y="44066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42672" y="29717"/>
                </a:moveTo>
                <a:lnTo>
                  <a:pt x="40945" y="18002"/>
                </a:lnTo>
                <a:lnTo>
                  <a:pt x="36290" y="8572"/>
                </a:lnTo>
                <a:lnTo>
                  <a:pt x="29491" y="2285"/>
                </a:lnTo>
                <a:lnTo>
                  <a:pt x="21336" y="0"/>
                </a:lnTo>
                <a:lnTo>
                  <a:pt x="12858" y="2286"/>
                </a:lnTo>
                <a:lnTo>
                  <a:pt x="6096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6" y="50196"/>
                </a:lnTo>
                <a:lnTo>
                  <a:pt x="12858" y="56399"/>
                </a:lnTo>
                <a:lnTo>
                  <a:pt x="21336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2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619641" y="4406646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21336" y="0"/>
                </a:moveTo>
                <a:lnTo>
                  <a:pt x="12858" y="2286"/>
                </a:lnTo>
                <a:lnTo>
                  <a:pt x="6096" y="8572"/>
                </a:lnTo>
                <a:lnTo>
                  <a:pt x="1619" y="18002"/>
                </a:lnTo>
                <a:lnTo>
                  <a:pt x="0" y="29717"/>
                </a:lnTo>
                <a:lnTo>
                  <a:pt x="1619" y="40993"/>
                </a:lnTo>
                <a:lnTo>
                  <a:pt x="6096" y="50196"/>
                </a:lnTo>
                <a:lnTo>
                  <a:pt x="12858" y="56399"/>
                </a:lnTo>
                <a:lnTo>
                  <a:pt x="21336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2" y="29717"/>
                </a:lnTo>
                <a:lnTo>
                  <a:pt x="40945" y="18002"/>
                </a:lnTo>
                <a:lnTo>
                  <a:pt x="36290" y="8572"/>
                </a:lnTo>
                <a:lnTo>
                  <a:pt x="29491" y="2285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619641" y="4622291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42672" y="29718"/>
                </a:moveTo>
                <a:lnTo>
                  <a:pt x="40945" y="18323"/>
                </a:lnTo>
                <a:lnTo>
                  <a:pt x="36290" y="8858"/>
                </a:lnTo>
                <a:lnTo>
                  <a:pt x="29491" y="2393"/>
                </a:lnTo>
                <a:lnTo>
                  <a:pt x="21336" y="0"/>
                </a:lnTo>
                <a:lnTo>
                  <a:pt x="12858" y="2393"/>
                </a:lnTo>
                <a:lnTo>
                  <a:pt x="6096" y="8858"/>
                </a:lnTo>
                <a:lnTo>
                  <a:pt x="1619" y="18323"/>
                </a:lnTo>
                <a:lnTo>
                  <a:pt x="0" y="29718"/>
                </a:lnTo>
                <a:lnTo>
                  <a:pt x="1619" y="40993"/>
                </a:lnTo>
                <a:lnTo>
                  <a:pt x="6096" y="50196"/>
                </a:lnTo>
                <a:lnTo>
                  <a:pt x="12858" y="56399"/>
                </a:lnTo>
                <a:lnTo>
                  <a:pt x="21336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2" y="29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19641" y="4622291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80" h="59054">
                <a:moveTo>
                  <a:pt x="21336" y="0"/>
                </a:moveTo>
                <a:lnTo>
                  <a:pt x="12858" y="2393"/>
                </a:lnTo>
                <a:lnTo>
                  <a:pt x="6096" y="8858"/>
                </a:lnTo>
                <a:lnTo>
                  <a:pt x="1619" y="18323"/>
                </a:lnTo>
                <a:lnTo>
                  <a:pt x="0" y="29718"/>
                </a:lnTo>
                <a:lnTo>
                  <a:pt x="1619" y="40993"/>
                </a:lnTo>
                <a:lnTo>
                  <a:pt x="6096" y="50196"/>
                </a:lnTo>
                <a:lnTo>
                  <a:pt x="12858" y="56399"/>
                </a:lnTo>
                <a:lnTo>
                  <a:pt x="21336" y="58674"/>
                </a:lnTo>
                <a:lnTo>
                  <a:pt x="29491" y="56399"/>
                </a:lnTo>
                <a:lnTo>
                  <a:pt x="36290" y="50196"/>
                </a:lnTo>
                <a:lnTo>
                  <a:pt x="40945" y="40993"/>
                </a:lnTo>
                <a:lnTo>
                  <a:pt x="42672" y="29718"/>
                </a:lnTo>
                <a:lnTo>
                  <a:pt x="40945" y="18323"/>
                </a:lnTo>
                <a:lnTo>
                  <a:pt x="36290" y="8858"/>
                </a:lnTo>
                <a:lnTo>
                  <a:pt x="29491" y="2393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367404" y="2488691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757563" y="2647950"/>
            <a:ext cx="487680" cy="76200"/>
          </a:xfrm>
          <a:custGeom>
            <a:avLst/>
            <a:gdLst/>
            <a:ahLst/>
            <a:cxnLst/>
            <a:rect l="l" t="t" r="r" b="b"/>
            <a:pathLst>
              <a:path w="487680" h="76200">
                <a:moveTo>
                  <a:pt x="76200" y="32766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4289"/>
                </a:lnTo>
                <a:lnTo>
                  <a:pt x="63245" y="32766"/>
                </a:lnTo>
                <a:lnTo>
                  <a:pt x="76200" y="32766"/>
                </a:lnTo>
                <a:close/>
              </a:path>
              <a:path w="487680" h="76200">
                <a:moveTo>
                  <a:pt x="487680" y="38099"/>
                </a:moveTo>
                <a:lnTo>
                  <a:pt x="486156" y="34289"/>
                </a:lnTo>
                <a:lnTo>
                  <a:pt x="482345" y="32765"/>
                </a:lnTo>
                <a:lnTo>
                  <a:pt x="63245" y="32766"/>
                </a:lnTo>
                <a:lnTo>
                  <a:pt x="60198" y="34289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5" y="42672"/>
                </a:lnTo>
                <a:lnTo>
                  <a:pt x="482345" y="42671"/>
                </a:lnTo>
                <a:lnTo>
                  <a:pt x="486156" y="41147"/>
                </a:lnTo>
                <a:lnTo>
                  <a:pt x="487680" y="38099"/>
                </a:lnTo>
                <a:close/>
              </a:path>
              <a:path w="487680" h="76200">
                <a:moveTo>
                  <a:pt x="76200" y="76200"/>
                </a:moveTo>
                <a:lnTo>
                  <a:pt x="76200" y="42672"/>
                </a:lnTo>
                <a:lnTo>
                  <a:pt x="63245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84611" y="4671821"/>
            <a:ext cx="349885" cy="259079"/>
          </a:xfrm>
          <a:custGeom>
            <a:avLst/>
            <a:gdLst/>
            <a:ahLst/>
            <a:cxnLst/>
            <a:rect l="l" t="t" r="r" b="b"/>
            <a:pathLst>
              <a:path w="349885" h="259079">
                <a:moveTo>
                  <a:pt x="0" y="0"/>
                </a:moveTo>
                <a:lnTo>
                  <a:pt x="0" y="259079"/>
                </a:lnTo>
                <a:lnTo>
                  <a:pt x="349758" y="259079"/>
                </a:lnTo>
                <a:lnTo>
                  <a:pt x="349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84611" y="4671821"/>
            <a:ext cx="523240" cy="258445"/>
          </a:xfrm>
          <a:custGeom>
            <a:avLst/>
            <a:gdLst/>
            <a:ahLst/>
            <a:cxnLst/>
            <a:rect l="l" t="t" r="r" b="b"/>
            <a:pathLst>
              <a:path w="523239" h="258445">
                <a:moveTo>
                  <a:pt x="0" y="0"/>
                </a:moveTo>
                <a:lnTo>
                  <a:pt x="0" y="258317"/>
                </a:lnTo>
                <a:lnTo>
                  <a:pt x="522731" y="258317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34369" y="4671821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34369" y="4671821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24335" y="4671821"/>
            <a:ext cx="349885" cy="259079"/>
          </a:xfrm>
          <a:custGeom>
            <a:avLst/>
            <a:gdLst/>
            <a:ahLst/>
            <a:cxnLst/>
            <a:rect l="l" t="t" r="r" b="b"/>
            <a:pathLst>
              <a:path w="349885" h="259079">
                <a:moveTo>
                  <a:pt x="0" y="0"/>
                </a:moveTo>
                <a:lnTo>
                  <a:pt x="0" y="259079"/>
                </a:lnTo>
                <a:lnTo>
                  <a:pt x="349758" y="259079"/>
                </a:lnTo>
                <a:lnTo>
                  <a:pt x="349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124335" y="4671821"/>
            <a:ext cx="523240" cy="258445"/>
          </a:xfrm>
          <a:custGeom>
            <a:avLst/>
            <a:gdLst/>
            <a:ahLst/>
            <a:cxnLst/>
            <a:rect l="l" t="t" r="r" b="b"/>
            <a:pathLst>
              <a:path w="523239" h="258445">
                <a:moveTo>
                  <a:pt x="0" y="0"/>
                </a:moveTo>
                <a:lnTo>
                  <a:pt x="0" y="258317"/>
                </a:lnTo>
                <a:lnTo>
                  <a:pt x="522731" y="258317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474093" y="4671821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474093" y="4671821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964059" y="4671821"/>
            <a:ext cx="349885" cy="259079"/>
          </a:xfrm>
          <a:custGeom>
            <a:avLst/>
            <a:gdLst/>
            <a:ahLst/>
            <a:cxnLst/>
            <a:rect l="l" t="t" r="r" b="b"/>
            <a:pathLst>
              <a:path w="349885" h="259079">
                <a:moveTo>
                  <a:pt x="0" y="0"/>
                </a:moveTo>
                <a:lnTo>
                  <a:pt x="0" y="259079"/>
                </a:lnTo>
                <a:lnTo>
                  <a:pt x="349758" y="259079"/>
                </a:lnTo>
                <a:lnTo>
                  <a:pt x="34975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964059" y="4671821"/>
            <a:ext cx="523240" cy="258445"/>
          </a:xfrm>
          <a:custGeom>
            <a:avLst/>
            <a:gdLst/>
            <a:ahLst/>
            <a:cxnLst/>
            <a:rect l="l" t="t" r="r" b="b"/>
            <a:pathLst>
              <a:path w="523239" h="258445">
                <a:moveTo>
                  <a:pt x="0" y="0"/>
                </a:moveTo>
                <a:lnTo>
                  <a:pt x="0" y="258317"/>
                </a:lnTo>
                <a:lnTo>
                  <a:pt x="522731" y="258317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313817" y="4671821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313817" y="4671821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966327" y="4671821"/>
            <a:ext cx="349250" cy="259079"/>
          </a:xfrm>
          <a:custGeom>
            <a:avLst/>
            <a:gdLst/>
            <a:ahLst/>
            <a:cxnLst/>
            <a:rect l="l" t="t" r="r" b="b"/>
            <a:pathLst>
              <a:path w="349250" h="259079">
                <a:moveTo>
                  <a:pt x="0" y="0"/>
                </a:moveTo>
                <a:lnTo>
                  <a:pt x="0" y="259079"/>
                </a:lnTo>
                <a:lnTo>
                  <a:pt x="348996" y="259079"/>
                </a:lnTo>
                <a:lnTo>
                  <a:pt x="348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966327" y="4671821"/>
            <a:ext cx="521970" cy="258445"/>
          </a:xfrm>
          <a:custGeom>
            <a:avLst/>
            <a:gdLst/>
            <a:ahLst/>
            <a:cxnLst/>
            <a:rect l="l" t="t" r="r" b="b"/>
            <a:pathLst>
              <a:path w="521970" h="258445">
                <a:moveTo>
                  <a:pt x="0" y="0"/>
                </a:moveTo>
                <a:lnTo>
                  <a:pt x="0" y="258317"/>
                </a:lnTo>
                <a:lnTo>
                  <a:pt x="521970" y="258317"/>
                </a:lnTo>
                <a:lnTo>
                  <a:pt x="5219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9315322" y="4671821"/>
            <a:ext cx="173355" cy="259079"/>
          </a:xfrm>
          <a:custGeom>
            <a:avLst/>
            <a:gdLst/>
            <a:ahLst/>
            <a:cxnLst/>
            <a:rect l="l" t="t" r="r" b="b"/>
            <a:pathLst>
              <a:path w="173354" h="259079">
                <a:moveTo>
                  <a:pt x="0" y="0"/>
                </a:moveTo>
                <a:lnTo>
                  <a:pt x="0" y="259079"/>
                </a:lnTo>
                <a:lnTo>
                  <a:pt x="172974" y="259079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9315322" y="4671821"/>
            <a:ext cx="173355" cy="258445"/>
          </a:xfrm>
          <a:custGeom>
            <a:avLst/>
            <a:gdLst/>
            <a:ahLst/>
            <a:cxnLst/>
            <a:rect l="l" t="t" r="r" b="b"/>
            <a:pathLst>
              <a:path w="173354" h="258445">
                <a:moveTo>
                  <a:pt x="0" y="0"/>
                </a:moveTo>
                <a:lnTo>
                  <a:pt x="0" y="258317"/>
                </a:lnTo>
                <a:lnTo>
                  <a:pt x="172974" y="258317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712093" y="4755641"/>
            <a:ext cx="396240" cy="76200"/>
          </a:xfrm>
          <a:custGeom>
            <a:avLst/>
            <a:gdLst/>
            <a:ahLst/>
            <a:cxnLst/>
            <a:rect l="l" t="t" r="r" b="b"/>
            <a:pathLst>
              <a:path w="396239" h="76200">
                <a:moveTo>
                  <a:pt x="337565" y="38100"/>
                </a:moveTo>
                <a:lnTo>
                  <a:pt x="336803" y="35052"/>
                </a:lnTo>
                <a:lnTo>
                  <a:pt x="332993" y="33528"/>
                </a:lnTo>
                <a:lnTo>
                  <a:pt x="4572" y="33528"/>
                </a:lnTo>
                <a:lnTo>
                  <a:pt x="762" y="35052"/>
                </a:lnTo>
                <a:lnTo>
                  <a:pt x="0" y="38100"/>
                </a:lnTo>
                <a:lnTo>
                  <a:pt x="762" y="41910"/>
                </a:lnTo>
                <a:lnTo>
                  <a:pt x="4572" y="43434"/>
                </a:lnTo>
                <a:lnTo>
                  <a:pt x="332993" y="43434"/>
                </a:lnTo>
                <a:lnTo>
                  <a:pt x="336803" y="41910"/>
                </a:lnTo>
                <a:lnTo>
                  <a:pt x="337565" y="38100"/>
                </a:lnTo>
                <a:close/>
              </a:path>
              <a:path w="396239" h="76200">
                <a:moveTo>
                  <a:pt x="396239" y="38100"/>
                </a:moveTo>
                <a:lnTo>
                  <a:pt x="320039" y="0"/>
                </a:lnTo>
                <a:lnTo>
                  <a:pt x="320039" y="33528"/>
                </a:lnTo>
                <a:lnTo>
                  <a:pt x="332993" y="33528"/>
                </a:lnTo>
                <a:lnTo>
                  <a:pt x="336803" y="35052"/>
                </a:lnTo>
                <a:lnTo>
                  <a:pt x="337565" y="38100"/>
                </a:lnTo>
                <a:lnTo>
                  <a:pt x="337565" y="67437"/>
                </a:lnTo>
                <a:lnTo>
                  <a:pt x="396239" y="38100"/>
                </a:lnTo>
                <a:close/>
              </a:path>
              <a:path w="396239" h="76200">
                <a:moveTo>
                  <a:pt x="337565" y="67437"/>
                </a:moveTo>
                <a:lnTo>
                  <a:pt x="337565" y="38100"/>
                </a:lnTo>
                <a:lnTo>
                  <a:pt x="336803" y="41910"/>
                </a:lnTo>
                <a:lnTo>
                  <a:pt x="332993" y="43434"/>
                </a:lnTo>
                <a:lnTo>
                  <a:pt x="320039" y="43434"/>
                </a:lnTo>
                <a:lnTo>
                  <a:pt x="320039" y="76200"/>
                </a:lnTo>
                <a:lnTo>
                  <a:pt x="337565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565533" y="475411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10" h="76200">
                <a:moveTo>
                  <a:pt x="338327" y="38099"/>
                </a:moveTo>
                <a:lnTo>
                  <a:pt x="336803" y="35051"/>
                </a:lnTo>
                <a:lnTo>
                  <a:pt x="333756" y="33527"/>
                </a:lnTo>
                <a:lnTo>
                  <a:pt x="5334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5334" y="42672"/>
                </a:lnTo>
                <a:lnTo>
                  <a:pt x="333756" y="42671"/>
                </a:lnTo>
                <a:lnTo>
                  <a:pt x="336803" y="41909"/>
                </a:lnTo>
                <a:lnTo>
                  <a:pt x="338327" y="38099"/>
                </a:lnTo>
                <a:close/>
              </a:path>
              <a:path w="397510" h="76200">
                <a:moveTo>
                  <a:pt x="397001" y="38099"/>
                </a:moveTo>
                <a:lnTo>
                  <a:pt x="320801" y="0"/>
                </a:lnTo>
                <a:lnTo>
                  <a:pt x="320801" y="33528"/>
                </a:lnTo>
                <a:lnTo>
                  <a:pt x="333756" y="33527"/>
                </a:lnTo>
                <a:lnTo>
                  <a:pt x="336803" y="35051"/>
                </a:lnTo>
                <a:lnTo>
                  <a:pt x="338327" y="38099"/>
                </a:lnTo>
                <a:lnTo>
                  <a:pt x="338327" y="67436"/>
                </a:lnTo>
                <a:lnTo>
                  <a:pt x="397001" y="38099"/>
                </a:lnTo>
                <a:close/>
              </a:path>
              <a:path w="397510" h="76200">
                <a:moveTo>
                  <a:pt x="338327" y="67436"/>
                </a:moveTo>
                <a:lnTo>
                  <a:pt x="338327" y="38099"/>
                </a:lnTo>
                <a:lnTo>
                  <a:pt x="336803" y="41909"/>
                </a:lnTo>
                <a:lnTo>
                  <a:pt x="333756" y="42671"/>
                </a:lnTo>
                <a:lnTo>
                  <a:pt x="320801" y="42672"/>
                </a:lnTo>
                <a:lnTo>
                  <a:pt x="320801" y="76200"/>
                </a:lnTo>
                <a:lnTo>
                  <a:pt x="338327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419735" y="4752594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15" y="38100"/>
                </a:moveTo>
                <a:lnTo>
                  <a:pt x="336791" y="35051"/>
                </a:lnTo>
                <a:lnTo>
                  <a:pt x="333755" y="33527"/>
                </a:lnTo>
                <a:lnTo>
                  <a:pt x="5321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5321" y="42671"/>
                </a:lnTo>
                <a:lnTo>
                  <a:pt x="333755" y="42671"/>
                </a:lnTo>
                <a:lnTo>
                  <a:pt x="336791" y="41909"/>
                </a:lnTo>
                <a:lnTo>
                  <a:pt x="338315" y="38100"/>
                </a:lnTo>
                <a:close/>
              </a:path>
              <a:path w="397509" h="76200">
                <a:moveTo>
                  <a:pt x="396989" y="38100"/>
                </a:moveTo>
                <a:lnTo>
                  <a:pt x="320789" y="0"/>
                </a:lnTo>
                <a:lnTo>
                  <a:pt x="320789" y="33527"/>
                </a:lnTo>
                <a:lnTo>
                  <a:pt x="333755" y="33527"/>
                </a:lnTo>
                <a:lnTo>
                  <a:pt x="336791" y="35051"/>
                </a:lnTo>
                <a:lnTo>
                  <a:pt x="338315" y="38100"/>
                </a:lnTo>
                <a:lnTo>
                  <a:pt x="338315" y="67437"/>
                </a:lnTo>
                <a:lnTo>
                  <a:pt x="396989" y="38100"/>
                </a:lnTo>
                <a:close/>
              </a:path>
              <a:path w="397509" h="76200">
                <a:moveTo>
                  <a:pt x="338315" y="67437"/>
                </a:moveTo>
                <a:lnTo>
                  <a:pt x="338315" y="38100"/>
                </a:lnTo>
                <a:lnTo>
                  <a:pt x="336791" y="41909"/>
                </a:lnTo>
                <a:lnTo>
                  <a:pt x="333755" y="42671"/>
                </a:lnTo>
                <a:lnTo>
                  <a:pt x="320789" y="42671"/>
                </a:lnTo>
                <a:lnTo>
                  <a:pt x="320789" y="76200"/>
                </a:lnTo>
                <a:lnTo>
                  <a:pt x="338315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8566277" y="4765547"/>
            <a:ext cx="397510" cy="76200"/>
          </a:xfrm>
          <a:custGeom>
            <a:avLst/>
            <a:gdLst/>
            <a:ahLst/>
            <a:cxnLst/>
            <a:rect l="l" t="t" r="r" b="b"/>
            <a:pathLst>
              <a:path w="397509" h="76200">
                <a:moveTo>
                  <a:pt x="338340" y="38100"/>
                </a:moveTo>
                <a:lnTo>
                  <a:pt x="336816" y="34289"/>
                </a:lnTo>
                <a:lnTo>
                  <a:pt x="332994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32994" y="42672"/>
                </a:lnTo>
                <a:lnTo>
                  <a:pt x="336816" y="41148"/>
                </a:lnTo>
                <a:lnTo>
                  <a:pt x="338340" y="38100"/>
                </a:lnTo>
                <a:close/>
              </a:path>
              <a:path w="397509" h="76200">
                <a:moveTo>
                  <a:pt x="397014" y="38100"/>
                </a:moveTo>
                <a:lnTo>
                  <a:pt x="320814" y="0"/>
                </a:lnTo>
                <a:lnTo>
                  <a:pt x="320814" y="33527"/>
                </a:lnTo>
                <a:lnTo>
                  <a:pt x="332994" y="33527"/>
                </a:lnTo>
                <a:lnTo>
                  <a:pt x="336816" y="34289"/>
                </a:lnTo>
                <a:lnTo>
                  <a:pt x="338340" y="38100"/>
                </a:lnTo>
                <a:lnTo>
                  <a:pt x="338340" y="67437"/>
                </a:lnTo>
                <a:lnTo>
                  <a:pt x="397014" y="38100"/>
                </a:lnTo>
                <a:close/>
              </a:path>
              <a:path w="397509" h="76200">
                <a:moveTo>
                  <a:pt x="338340" y="67437"/>
                </a:moveTo>
                <a:lnTo>
                  <a:pt x="338340" y="38100"/>
                </a:lnTo>
                <a:lnTo>
                  <a:pt x="336816" y="41148"/>
                </a:lnTo>
                <a:lnTo>
                  <a:pt x="332994" y="42672"/>
                </a:lnTo>
                <a:lnTo>
                  <a:pt x="320814" y="42672"/>
                </a:lnTo>
                <a:lnTo>
                  <a:pt x="320814" y="76200"/>
                </a:lnTo>
                <a:lnTo>
                  <a:pt x="338340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441583" y="4319015"/>
            <a:ext cx="76200" cy="367665"/>
          </a:xfrm>
          <a:custGeom>
            <a:avLst/>
            <a:gdLst/>
            <a:ahLst/>
            <a:cxnLst/>
            <a:rect l="l" t="t" r="r" b="b"/>
            <a:pathLst>
              <a:path w="76200" h="367664">
                <a:moveTo>
                  <a:pt x="76200" y="291084"/>
                </a:moveTo>
                <a:lnTo>
                  <a:pt x="0" y="291084"/>
                </a:lnTo>
                <a:lnTo>
                  <a:pt x="33527" y="358139"/>
                </a:lnTo>
                <a:lnTo>
                  <a:pt x="33527" y="303275"/>
                </a:lnTo>
                <a:lnTo>
                  <a:pt x="35051" y="307086"/>
                </a:lnTo>
                <a:lnTo>
                  <a:pt x="38100" y="308610"/>
                </a:lnTo>
                <a:lnTo>
                  <a:pt x="41910" y="307086"/>
                </a:lnTo>
                <a:lnTo>
                  <a:pt x="43434" y="303275"/>
                </a:lnTo>
                <a:lnTo>
                  <a:pt x="43434" y="356615"/>
                </a:lnTo>
                <a:lnTo>
                  <a:pt x="76200" y="291084"/>
                </a:lnTo>
                <a:close/>
              </a:path>
              <a:path w="76200" h="367664">
                <a:moveTo>
                  <a:pt x="43434" y="291084"/>
                </a:moveTo>
                <a:lnTo>
                  <a:pt x="43434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91084"/>
                </a:lnTo>
                <a:lnTo>
                  <a:pt x="43434" y="291084"/>
                </a:lnTo>
                <a:close/>
              </a:path>
              <a:path w="76200" h="367664">
                <a:moveTo>
                  <a:pt x="43434" y="356615"/>
                </a:moveTo>
                <a:lnTo>
                  <a:pt x="43434" y="303275"/>
                </a:lnTo>
                <a:lnTo>
                  <a:pt x="41910" y="307086"/>
                </a:lnTo>
                <a:lnTo>
                  <a:pt x="38100" y="308610"/>
                </a:lnTo>
                <a:lnTo>
                  <a:pt x="35051" y="307086"/>
                </a:lnTo>
                <a:lnTo>
                  <a:pt x="33527" y="303275"/>
                </a:lnTo>
                <a:lnTo>
                  <a:pt x="33527" y="358139"/>
                </a:lnTo>
                <a:lnTo>
                  <a:pt x="38100" y="367284"/>
                </a:lnTo>
                <a:lnTo>
                  <a:pt x="43434" y="3566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9171317" y="4303776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2"/>
                </a:moveTo>
                <a:lnTo>
                  <a:pt x="0" y="290322"/>
                </a:lnTo>
                <a:lnTo>
                  <a:pt x="32753" y="355828"/>
                </a:lnTo>
                <a:lnTo>
                  <a:pt x="32753" y="302513"/>
                </a:lnTo>
                <a:lnTo>
                  <a:pt x="34290" y="306324"/>
                </a:lnTo>
                <a:lnTo>
                  <a:pt x="38100" y="307848"/>
                </a:lnTo>
                <a:lnTo>
                  <a:pt x="41148" y="306324"/>
                </a:lnTo>
                <a:lnTo>
                  <a:pt x="42659" y="302513"/>
                </a:lnTo>
                <a:lnTo>
                  <a:pt x="42659" y="357403"/>
                </a:lnTo>
                <a:lnTo>
                  <a:pt x="76200" y="290322"/>
                </a:lnTo>
                <a:close/>
              </a:path>
              <a:path w="76200" h="367029">
                <a:moveTo>
                  <a:pt x="42659" y="290322"/>
                </a:moveTo>
                <a:lnTo>
                  <a:pt x="42659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2753" y="4572"/>
                </a:lnTo>
                <a:lnTo>
                  <a:pt x="32753" y="290322"/>
                </a:lnTo>
                <a:lnTo>
                  <a:pt x="42659" y="290322"/>
                </a:lnTo>
                <a:close/>
              </a:path>
              <a:path w="76200" h="367029">
                <a:moveTo>
                  <a:pt x="42659" y="357403"/>
                </a:moveTo>
                <a:lnTo>
                  <a:pt x="42659" y="302513"/>
                </a:lnTo>
                <a:lnTo>
                  <a:pt x="41148" y="306324"/>
                </a:lnTo>
                <a:lnTo>
                  <a:pt x="38100" y="307848"/>
                </a:lnTo>
                <a:lnTo>
                  <a:pt x="34290" y="306324"/>
                </a:lnTo>
                <a:lnTo>
                  <a:pt x="32753" y="302513"/>
                </a:lnTo>
                <a:lnTo>
                  <a:pt x="32753" y="355828"/>
                </a:lnTo>
                <a:lnTo>
                  <a:pt x="38100" y="366522"/>
                </a:lnTo>
                <a:lnTo>
                  <a:pt x="42659" y="3574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437767" y="4771644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59" y="29717"/>
                </a:moveTo>
                <a:lnTo>
                  <a:pt x="40933" y="18002"/>
                </a:lnTo>
                <a:lnTo>
                  <a:pt x="36279" y="8572"/>
                </a:lnTo>
                <a:lnTo>
                  <a:pt x="29484" y="2285"/>
                </a:lnTo>
                <a:lnTo>
                  <a:pt x="21336" y="0"/>
                </a:lnTo>
                <a:lnTo>
                  <a:pt x="12853" y="2286"/>
                </a:lnTo>
                <a:lnTo>
                  <a:pt x="6091" y="8572"/>
                </a:lnTo>
                <a:lnTo>
                  <a:pt x="1617" y="18002"/>
                </a:lnTo>
                <a:lnTo>
                  <a:pt x="0" y="29717"/>
                </a:lnTo>
                <a:lnTo>
                  <a:pt x="1617" y="40993"/>
                </a:lnTo>
                <a:lnTo>
                  <a:pt x="6091" y="50196"/>
                </a:lnTo>
                <a:lnTo>
                  <a:pt x="12853" y="56399"/>
                </a:lnTo>
                <a:lnTo>
                  <a:pt x="21336" y="58673"/>
                </a:lnTo>
                <a:lnTo>
                  <a:pt x="29484" y="56399"/>
                </a:lnTo>
                <a:lnTo>
                  <a:pt x="36279" y="50196"/>
                </a:lnTo>
                <a:lnTo>
                  <a:pt x="40933" y="40993"/>
                </a:lnTo>
                <a:lnTo>
                  <a:pt x="42659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437767" y="4771644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6" y="0"/>
                </a:moveTo>
                <a:lnTo>
                  <a:pt x="12853" y="2286"/>
                </a:lnTo>
                <a:lnTo>
                  <a:pt x="6091" y="8572"/>
                </a:lnTo>
                <a:lnTo>
                  <a:pt x="1617" y="18002"/>
                </a:lnTo>
                <a:lnTo>
                  <a:pt x="0" y="29717"/>
                </a:lnTo>
                <a:lnTo>
                  <a:pt x="1617" y="40993"/>
                </a:lnTo>
                <a:lnTo>
                  <a:pt x="6091" y="50196"/>
                </a:lnTo>
                <a:lnTo>
                  <a:pt x="12853" y="56399"/>
                </a:lnTo>
                <a:lnTo>
                  <a:pt x="21336" y="58673"/>
                </a:lnTo>
                <a:lnTo>
                  <a:pt x="29484" y="56399"/>
                </a:lnTo>
                <a:lnTo>
                  <a:pt x="36279" y="50196"/>
                </a:lnTo>
                <a:lnTo>
                  <a:pt x="40933" y="40993"/>
                </a:lnTo>
                <a:lnTo>
                  <a:pt x="42659" y="29717"/>
                </a:lnTo>
                <a:lnTo>
                  <a:pt x="40933" y="18002"/>
                </a:lnTo>
                <a:lnTo>
                  <a:pt x="36279" y="8572"/>
                </a:lnTo>
                <a:lnTo>
                  <a:pt x="29484" y="2285"/>
                </a:lnTo>
                <a:lnTo>
                  <a:pt x="2133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653401" y="4771644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42672" y="29717"/>
                </a:moveTo>
                <a:lnTo>
                  <a:pt x="41054" y="18002"/>
                </a:lnTo>
                <a:lnTo>
                  <a:pt x="36580" y="8572"/>
                </a:lnTo>
                <a:lnTo>
                  <a:pt x="29818" y="2285"/>
                </a:lnTo>
                <a:lnTo>
                  <a:pt x="21335" y="0"/>
                </a:lnTo>
                <a:lnTo>
                  <a:pt x="13185" y="2286"/>
                </a:lnTo>
                <a:lnTo>
                  <a:pt x="6386" y="8572"/>
                </a:lnTo>
                <a:lnTo>
                  <a:pt x="1728" y="18002"/>
                </a:lnTo>
                <a:lnTo>
                  <a:pt x="0" y="29717"/>
                </a:lnTo>
                <a:lnTo>
                  <a:pt x="1728" y="40993"/>
                </a:lnTo>
                <a:lnTo>
                  <a:pt x="6386" y="50196"/>
                </a:lnTo>
                <a:lnTo>
                  <a:pt x="13185" y="56399"/>
                </a:lnTo>
                <a:lnTo>
                  <a:pt x="21335" y="58673"/>
                </a:lnTo>
                <a:lnTo>
                  <a:pt x="29818" y="56399"/>
                </a:lnTo>
                <a:lnTo>
                  <a:pt x="36580" y="50196"/>
                </a:lnTo>
                <a:lnTo>
                  <a:pt x="41054" y="40993"/>
                </a:lnTo>
                <a:lnTo>
                  <a:pt x="42672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653401" y="4771644"/>
            <a:ext cx="43180" cy="59055"/>
          </a:xfrm>
          <a:custGeom>
            <a:avLst/>
            <a:gdLst/>
            <a:ahLst/>
            <a:cxnLst/>
            <a:rect l="l" t="t" r="r" b="b"/>
            <a:pathLst>
              <a:path w="43179" h="59054">
                <a:moveTo>
                  <a:pt x="21335" y="0"/>
                </a:moveTo>
                <a:lnTo>
                  <a:pt x="13185" y="2286"/>
                </a:lnTo>
                <a:lnTo>
                  <a:pt x="6386" y="8572"/>
                </a:lnTo>
                <a:lnTo>
                  <a:pt x="1728" y="18002"/>
                </a:lnTo>
                <a:lnTo>
                  <a:pt x="0" y="29717"/>
                </a:lnTo>
                <a:lnTo>
                  <a:pt x="1728" y="40993"/>
                </a:lnTo>
                <a:lnTo>
                  <a:pt x="6386" y="50196"/>
                </a:lnTo>
                <a:lnTo>
                  <a:pt x="13185" y="56399"/>
                </a:lnTo>
                <a:lnTo>
                  <a:pt x="21335" y="58673"/>
                </a:lnTo>
                <a:lnTo>
                  <a:pt x="29818" y="56399"/>
                </a:lnTo>
                <a:lnTo>
                  <a:pt x="36580" y="50196"/>
                </a:lnTo>
                <a:lnTo>
                  <a:pt x="41054" y="40993"/>
                </a:lnTo>
                <a:lnTo>
                  <a:pt x="42672" y="29717"/>
                </a:lnTo>
                <a:lnTo>
                  <a:pt x="41054" y="18002"/>
                </a:lnTo>
                <a:lnTo>
                  <a:pt x="36580" y="8572"/>
                </a:lnTo>
                <a:lnTo>
                  <a:pt x="29818" y="2285"/>
                </a:lnTo>
                <a:lnTo>
                  <a:pt x="21335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869046" y="4771644"/>
            <a:ext cx="43815" cy="59055"/>
          </a:xfrm>
          <a:custGeom>
            <a:avLst/>
            <a:gdLst/>
            <a:ahLst/>
            <a:cxnLst/>
            <a:rect l="l" t="t" r="r" b="b"/>
            <a:pathLst>
              <a:path w="43815" h="59054">
                <a:moveTo>
                  <a:pt x="43446" y="29717"/>
                </a:moveTo>
                <a:lnTo>
                  <a:pt x="41718" y="18002"/>
                </a:lnTo>
                <a:lnTo>
                  <a:pt x="37060" y="8572"/>
                </a:lnTo>
                <a:lnTo>
                  <a:pt x="30261" y="2285"/>
                </a:lnTo>
                <a:lnTo>
                  <a:pt x="22110" y="0"/>
                </a:lnTo>
                <a:lnTo>
                  <a:pt x="13512" y="2286"/>
                </a:lnTo>
                <a:lnTo>
                  <a:pt x="6483" y="8572"/>
                </a:lnTo>
                <a:lnTo>
                  <a:pt x="1740" y="18002"/>
                </a:lnTo>
                <a:lnTo>
                  <a:pt x="0" y="29717"/>
                </a:lnTo>
                <a:lnTo>
                  <a:pt x="1740" y="40993"/>
                </a:lnTo>
                <a:lnTo>
                  <a:pt x="6483" y="50196"/>
                </a:lnTo>
                <a:lnTo>
                  <a:pt x="13512" y="56399"/>
                </a:lnTo>
                <a:lnTo>
                  <a:pt x="22110" y="58673"/>
                </a:lnTo>
                <a:lnTo>
                  <a:pt x="30261" y="56399"/>
                </a:lnTo>
                <a:lnTo>
                  <a:pt x="37060" y="50196"/>
                </a:lnTo>
                <a:lnTo>
                  <a:pt x="41718" y="40993"/>
                </a:lnTo>
                <a:lnTo>
                  <a:pt x="43446" y="297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869046" y="4771644"/>
            <a:ext cx="43815" cy="59055"/>
          </a:xfrm>
          <a:custGeom>
            <a:avLst/>
            <a:gdLst/>
            <a:ahLst/>
            <a:cxnLst/>
            <a:rect l="l" t="t" r="r" b="b"/>
            <a:pathLst>
              <a:path w="43815" h="59054">
                <a:moveTo>
                  <a:pt x="22110" y="0"/>
                </a:moveTo>
                <a:lnTo>
                  <a:pt x="13512" y="2286"/>
                </a:lnTo>
                <a:lnTo>
                  <a:pt x="6483" y="8572"/>
                </a:lnTo>
                <a:lnTo>
                  <a:pt x="1740" y="18002"/>
                </a:lnTo>
                <a:lnTo>
                  <a:pt x="0" y="29717"/>
                </a:lnTo>
                <a:lnTo>
                  <a:pt x="1740" y="40993"/>
                </a:lnTo>
                <a:lnTo>
                  <a:pt x="6483" y="50196"/>
                </a:lnTo>
                <a:lnTo>
                  <a:pt x="13512" y="56399"/>
                </a:lnTo>
                <a:lnTo>
                  <a:pt x="22110" y="58673"/>
                </a:lnTo>
                <a:lnTo>
                  <a:pt x="30261" y="56399"/>
                </a:lnTo>
                <a:lnTo>
                  <a:pt x="37060" y="50196"/>
                </a:lnTo>
                <a:lnTo>
                  <a:pt x="41718" y="40993"/>
                </a:lnTo>
                <a:lnTo>
                  <a:pt x="43446" y="29717"/>
                </a:lnTo>
                <a:lnTo>
                  <a:pt x="41718" y="18002"/>
                </a:lnTo>
                <a:lnTo>
                  <a:pt x="37060" y="8572"/>
                </a:lnTo>
                <a:lnTo>
                  <a:pt x="30261" y="2285"/>
                </a:lnTo>
                <a:lnTo>
                  <a:pt x="2211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205604" y="3939540"/>
            <a:ext cx="6350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front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969641" y="3936491"/>
            <a:ext cx="5689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rear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571876" y="4601717"/>
            <a:ext cx="6929755" cy="1012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30"/>
              </a:spcBef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691004" y="5754878"/>
            <a:ext cx="206375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u="heavy" dirty="0">
                <a:latin typeface="Arial"/>
                <a:cs typeface="Arial"/>
              </a:rPr>
              <a:t>Linked</a:t>
            </a:r>
            <a:r>
              <a:rPr sz="2800" u="heavy" spc="-95" dirty="0">
                <a:latin typeface="Arial"/>
                <a:cs typeface="Arial"/>
              </a:rPr>
              <a:t> </a:t>
            </a:r>
            <a:r>
              <a:rPr sz="2800" u="heavy" dirty="0">
                <a:latin typeface="Arial"/>
                <a:cs typeface="Arial"/>
              </a:rPr>
              <a:t>Stack</a:t>
            </a:r>
            <a:endParaRPr sz="28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719698" y="5765546"/>
            <a:ext cx="224409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u="heavy" dirty="0">
                <a:latin typeface="Arial"/>
                <a:cs typeface="Arial"/>
              </a:rPr>
              <a:t>Linked</a:t>
            </a:r>
            <a:r>
              <a:rPr sz="2800" u="heavy" spc="-95" dirty="0">
                <a:latin typeface="Arial"/>
                <a:cs typeface="Arial"/>
              </a:rPr>
              <a:t> </a:t>
            </a:r>
            <a:r>
              <a:rPr sz="2800" u="heavy" dirty="0">
                <a:latin typeface="Arial"/>
                <a:cs typeface="Arial"/>
              </a:rPr>
              <a:t>Queue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Revisit</a:t>
            </a:r>
            <a:r>
              <a:rPr spc="-35" dirty="0"/>
              <a:t> </a:t>
            </a:r>
            <a:r>
              <a:rPr spc="-5" dirty="0"/>
              <a:t>Polynomials</a:t>
            </a:r>
          </a:p>
        </p:txBody>
      </p:sp>
      <p:sp>
        <p:nvSpPr>
          <p:cNvPr id="7" name="object 7"/>
          <p:cNvSpPr/>
          <p:nvPr/>
        </p:nvSpPr>
        <p:spPr>
          <a:xfrm>
            <a:off x="3389261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89261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83037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3037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538867" y="2780538"/>
            <a:ext cx="7747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1640" algn="l"/>
              </a:tabLst>
            </a:pPr>
            <a:r>
              <a:rPr sz="2400" spc="-5" dirty="0">
                <a:latin typeface="Arial"/>
                <a:cs typeface="Arial"/>
              </a:rPr>
              <a:t>3	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76813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376813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34291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34291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28067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6" y="493775"/>
                </a:lnTo>
                <a:lnTo>
                  <a:pt x="49377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28067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6" y="493775"/>
                </a:lnTo>
                <a:lnTo>
                  <a:pt x="49377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652949" y="2780538"/>
            <a:ext cx="2367280" cy="1274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2669">
              <a:lnSpc>
                <a:spcPct val="100000"/>
              </a:lnSpc>
              <a:tabLst>
                <a:tab pos="1536065" algn="l"/>
              </a:tabLst>
            </a:pPr>
            <a:r>
              <a:rPr sz="2400" spc="-5" dirty="0">
                <a:latin typeface="Arial"/>
                <a:cs typeface="Arial"/>
              </a:rPr>
              <a:t>2	8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700" i="1" spc="-5" dirty="0">
                <a:latin typeface="Times New Roman"/>
                <a:cs typeface="Times New Roman"/>
              </a:rPr>
              <a:t>a</a:t>
            </a:r>
            <a:r>
              <a:rPr sz="2700" i="1" spc="-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Symbol"/>
                <a:cs typeface="Symbol"/>
              </a:rPr>
              <a:t></a:t>
            </a:r>
            <a:r>
              <a:rPr sz="2700" spc="-165" dirty="0">
                <a:latin typeface="Times New Roman"/>
                <a:cs typeface="Times New Roman"/>
              </a:rPr>
              <a:t> </a:t>
            </a:r>
            <a:r>
              <a:rPr sz="2700" spc="-5" dirty="0">
                <a:latin typeface="Times New Roman"/>
                <a:cs typeface="Times New Roman"/>
              </a:rPr>
              <a:t>3</a:t>
            </a:r>
            <a:r>
              <a:rPr sz="2700" spc="-315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x</a:t>
            </a:r>
            <a:r>
              <a:rPr sz="2325" baseline="43010" dirty="0">
                <a:latin typeface="Times New Roman"/>
                <a:cs typeface="Times New Roman"/>
              </a:rPr>
              <a:t>14</a:t>
            </a:r>
            <a:r>
              <a:rPr sz="2325" spc="15" baseline="4301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Symbol"/>
                <a:cs typeface="Symbol"/>
              </a:rPr>
              <a:t></a:t>
            </a:r>
            <a:r>
              <a:rPr sz="2700" spc="-204" dirty="0">
                <a:latin typeface="Times New Roman"/>
                <a:cs typeface="Times New Roman"/>
              </a:rPr>
              <a:t> </a:t>
            </a:r>
            <a:r>
              <a:rPr sz="2700" spc="80" dirty="0">
                <a:latin typeface="Times New Roman"/>
                <a:cs typeface="Times New Roman"/>
              </a:rPr>
              <a:t>2</a:t>
            </a:r>
            <a:r>
              <a:rPr sz="2700" i="1" spc="80" dirty="0">
                <a:latin typeface="Times New Roman"/>
                <a:cs typeface="Times New Roman"/>
              </a:rPr>
              <a:t>x</a:t>
            </a:r>
            <a:r>
              <a:rPr sz="2325" spc="120" baseline="43010" dirty="0">
                <a:latin typeface="Times New Roman"/>
                <a:cs typeface="Times New Roman"/>
              </a:rPr>
              <a:t>8</a:t>
            </a:r>
            <a:r>
              <a:rPr sz="2325" baseline="43010" dirty="0">
                <a:latin typeface="Times New Roman"/>
                <a:cs typeface="Times New Roman"/>
              </a:rPr>
              <a:t> </a:t>
            </a:r>
            <a:r>
              <a:rPr sz="2700" spc="90" dirty="0">
                <a:latin typeface="Symbol"/>
                <a:cs typeface="Symbol"/>
              </a:rPr>
              <a:t></a:t>
            </a:r>
            <a:r>
              <a:rPr sz="2700" spc="90" dirty="0">
                <a:latin typeface="Times New Roman"/>
                <a:cs typeface="Times New Roman"/>
              </a:rPr>
              <a:t>1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21843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521843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680845" y="2727198"/>
            <a:ext cx="493395" cy="494030"/>
          </a:xfrm>
          <a:custGeom>
            <a:avLst/>
            <a:gdLst/>
            <a:ahLst/>
            <a:cxnLst/>
            <a:rect l="l" t="t" r="r" b="b"/>
            <a:pathLst>
              <a:path w="493395" h="494030">
                <a:moveTo>
                  <a:pt x="0" y="0"/>
                </a:moveTo>
                <a:lnTo>
                  <a:pt x="0" y="493775"/>
                </a:lnTo>
                <a:lnTo>
                  <a:pt x="493014" y="493775"/>
                </a:lnTo>
                <a:lnTo>
                  <a:pt x="49301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80070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173846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73846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67622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6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667622" y="2727198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30">
                <a:moveTo>
                  <a:pt x="0" y="0"/>
                </a:moveTo>
                <a:lnTo>
                  <a:pt x="0" y="493776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829677" y="2780538"/>
            <a:ext cx="11830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06095" algn="l"/>
                <a:tab pos="1000125" algn="l"/>
              </a:tabLst>
            </a:pPr>
            <a:r>
              <a:rPr sz="2400" spc="-5" dirty="0">
                <a:latin typeface="Arial"/>
                <a:cs typeface="Arial"/>
              </a:rPr>
              <a:t>1	0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90913" y="2964942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3" y="38100"/>
                </a:moveTo>
                <a:lnTo>
                  <a:pt x="438149" y="35051"/>
                </a:lnTo>
                <a:lnTo>
                  <a:pt x="435101" y="33527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435101" y="43433"/>
                </a:lnTo>
                <a:lnTo>
                  <a:pt x="438149" y="41909"/>
                </a:lnTo>
                <a:lnTo>
                  <a:pt x="439673" y="38100"/>
                </a:lnTo>
                <a:close/>
              </a:path>
              <a:path w="498475" h="76200">
                <a:moveTo>
                  <a:pt x="498347" y="38100"/>
                </a:moveTo>
                <a:lnTo>
                  <a:pt x="422147" y="0"/>
                </a:lnTo>
                <a:lnTo>
                  <a:pt x="422147" y="33527"/>
                </a:lnTo>
                <a:lnTo>
                  <a:pt x="435101" y="33527"/>
                </a:lnTo>
                <a:lnTo>
                  <a:pt x="438149" y="35051"/>
                </a:lnTo>
                <a:lnTo>
                  <a:pt x="439673" y="38100"/>
                </a:lnTo>
                <a:lnTo>
                  <a:pt x="439673" y="67437"/>
                </a:lnTo>
                <a:lnTo>
                  <a:pt x="498347" y="38100"/>
                </a:lnTo>
                <a:close/>
              </a:path>
              <a:path w="498475" h="76200">
                <a:moveTo>
                  <a:pt x="439673" y="67437"/>
                </a:moveTo>
                <a:lnTo>
                  <a:pt x="439673" y="38100"/>
                </a:lnTo>
                <a:lnTo>
                  <a:pt x="438149" y="41909"/>
                </a:lnTo>
                <a:lnTo>
                  <a:pt x="435101" y="43433"/>
                </a:lnTo>
                <a:lnTo>
                  <a:pt x="422147" y="43433"/>
                </a:lnTo>
                <a:lnTo>
                  <a:pt x="422147" y="76200"/>
                </a:lnTo>
                <a:lnTo>
                  <a:pt x="43967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646561" y="2977895"/>
            <a:ext cx="887730" cy="76200"/>
          </a:xfrm>
          <a:custGeom>
            <a:avLst/>
            <a:gdLst/>
            <a:ahLst/>
            <a:cxnLst/>
            <a:rect l="l" t="t" r="r" b="b"/>
            <a:pathLst>
              <a:path w="887729" h="76200">
                <a:moveTo>
                  <a:pt x="829056" y="38100"/>
                </a:moveTo>
                <a:lnTo>
                  <a:pt x="827532" y="35052"/>
                </a:lnTo>
                <a:lnTo>
                  <a:pt x="823722" y="33528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823722" y="42672"/>
                </a:lnTo>
                <a:lnTo>
                  <a:pt x="827532" y="41148"/>
                </a:lnTo>
                <a:lnTo>
                  <a:pt x="829056" y="38100"/>
                </a:lnTo>
                <a:close/>
              </a:path>
              <a:path w="887729" h="76200">
                <a:moveTo>
                  <a:pt x="887730" y="38100"/>
                </a:moveTo>
                <a:lnTo>
                  <a:pt x="811530" y="0"/>
                </a:lnTo>
                <a:lnTo>
                  <a:pt x="811530" y="33528"/>
                </a:lnTo>
                <a:lnTo>
                  <a:pt x="823722" y="33528"/>
                </a:lnTo>
                <a:lnTo>
                  <a:pt x="827532" y="35052"/>
                </a:lnTo>
                <a:lnTo>
                  <a:pt x="829056" y="38100"/>
                </a:lnTo>
                <a:lnTo>
                  <a:pt x="829056" y="67437"/>
                </a:lnTo>
                <a:lnTo>
                  <a:pt x="887730" y="38100"/>
                </a:lnTo>
                <a:close/>
              </a:path>
              <a:path w="887729" h="76200">
                <a:moveTo>
                  <a:pt x="829056" y="67437"/>
                </a:moveTo>
                <a:lnTo>
                  <a:pt x="829056" y="38100"/>
                </a:lnTo>
                <a:lnTo>
                  <a:pt x="827532" y="41148"/>
                </a:lnTo>
                <a:lnTo>
                  <a:pt x="823722" y="42672"/>
                </a:lnTo>
                <a:lnTo>
                  <a:pt x="811530" y="42672"/>
                </a:lnTo>
                <a:lnTo>
                  <a:pt x="811530" y="76200"/>
                </a:lnTo>
                <a:lnTo>
                  <a:pt x="829056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032380" y="2775965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07593" y="2947416"/>
            <a:ext cx="887094" cy="76200"/>
          </a:xfrm>
          <a:custGeom>
            <a:avLst/>
            <a:gdLst/>
            <a:ahLst/>
            <a:cxnLst/>
            <a:rect l="l" t="t" r="r" b="b"/>
            <a:pathLst>
              <a:path w="887095" h="76200">
                <a:moveTo>
                  <a:pt x="828281" y="38100"/>
                </a:moveTo>
                <a:lnTo>
                  <a:pt x="826757" y="35051"/>
                </a:lnTo>
                <a:lnTo>
                  <a:pt x="823722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100"/>
                </a:lnTo>
                <a:lnTo>
                  <a:pt x="762" y="41909"/>
                </a:lnTo>
                <a:lnTo>
                  <a:pt x="4572" y="43433"/>
                </a:lnTo>
                <a:lnTo>
                  <a:pt x="823722" y="43433"/>
                </a:lnTo>
                <a:lnTo>
                  <a:pt x="826757" y="41909"/>
                </a:lnTo>
                <a:lnTo>
                  <a:pt x="828281" y="38100"/>
                </a:lnTo>
                <a:close/>
              </a:path>
              <a:path w="887095" h="76200">
                <a:moveTo>
                  <a:pt x="886955" y="38100"/>
                </a:moveTo>
                <a:lnTo>
                  <a:pt x="810755" y="0"/>
                </a:lnTo>
                <a:lnTo>
                  <a:pt x="810755" y="33527"/>
                </a:lnTo>
                <a:lnTo>
                  <a:pt x="823722" y="33527"/>
                </a:lnTo>
                <a:lnTo>
                  <a:pt x="826757" y="35051"/>
                </a:lnTo>
                <a:lnTo>
                  <a:pt x="828281" y="38100"/>
                </a:lnTo>
                <a:lnTo>
                  <a:pt x="828281" y="67437"/>
                </a:lnTo>
                <a:lnTo>
                  <a:pt x="886955" y="38100"/>
                </a:lnTo>
                <a:close/>
              </a:path>
              <a:path w="887095" h="76200">
                <a:moveTo>
                  <a:pt x="828281" y="67437"/>
                </a:moveTo>
                <a:lnTo>
                  <a:pt x="828281" y="38100"/>
                </a:lnTo>
                <a:lnTo>
                  <a:pt x="826757" y="41909"/>
                </a:lnTo>
                <a:lnTo>
                  <a:pt x="823722" y="43433"/>
                </a:lnTo>
                <a:lnTo>
                  <a:pt x="810755" y="43433"/>
                </a:lnTo>
                <a:lnTo>
                  <a:pt x="810755" y="76200"/>
                </a:lnTo>
                <a:lnTo>
                  <a:pt x="82828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459365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59365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953141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953141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446917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46917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04395" y="5064252"/>
            <a:ext cx="493395" cy="493395"/>
          </a:xfrm>
          <a:custGeom>
            <a:avLst/>
            <a:gdLst/>
            <a:ahLst/>
            <a:cxnLst/>
            <a:rect l="l" t="t" r="r" b="b"/>
            <a:pathLst>
              <a:path w="493395" h="493395">
                <a:moveTo>
                  <a:pt x="0" y="0"/>
                </a:moveTo>
                <a:lnTo>
                  <a:pt x="0" y="493014"/>
                </a:lnTo>
                <a:lnTo>
                  <a:pt x="493013" y="493013"/>
                </a:lnTo>
                <a:lnTo>
                  <a:pt x="49301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03633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6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97409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097409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91172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91172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750175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750175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243951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8243951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737727" y="5064252"/>
            <a:ext cx="494030" cy="493395"/>
          </a:xfrm>
          <a:custGeom>
            <a:avLst/>
            <a:gdLst/>
            <a:ahLst/>
            <a:cxnLst/>
            <a:rect l="l" t="t" r="r" b="b"/>
            <a:pathLst>
              <a:path w="494029" h="493395">
                <a:moveTo>
                  <a:pt x="0" y="0"/>
                </a:moveTo>
                <a:lnTo>
                  <a:pt x="0" y="493013"/>
                </a:lnTo>
                <a:lnTo>
                  <a:pt x="493775" y="493013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8737727" y="5063490"/>
            <a:ext cx="494030" cy="494030"/>
          </a:xfrm>
          <a:custGeom>
            <a:avLst/>
            <a:gdLst/>
            <a:ahLst/>
            <a:cxnLst/>
            <a:rect l="l" t="t" r="r" b="b"/>
            <a:pathLst>
              <a:path w="494029" h="494029">
                <a:moveTo>
                  <a:pt x="0" y="0"/>
                </a:moveTo>
                <a:lnTo>
                  <a:pt x="0" y="493775"/>
                </a:lnTo>
                <a:lnTo>
                  <a:pt x="493775" y="493775"/>
                </a:lnTo>
                <a:lnTo>
                  <a:pt x="49377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7815211" y="5117592"/>
            <a:ext cx="12674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90550" algn="l"/>
                <a:tab pos="1084580" algn="l"/>
              </a:tabLst>
            </a:pPr>
            <a:r>
              <a:rPr sz="2400" spc="-5" dirty="0">
                <a:latin typeface="Arial"/>
                <a:cs typeface="Arial"/>
              </a:rPr>
              <a:t>10	6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961017" y="5301996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3" y="38100"/>
                </a:moveTo>
                <a:lnTo>
                  <a:pt x="438149" y="35051"/>
                </a:lnTo>
                <a:lnTo>
                  <a:pt x="435101" y="33527"/>
                </a:lnTo>
                <a:lnTo>
                  <a:pt x="4571" y="33527"/>
                </a:lnTo>
                <a:lnTo>
                  <a:pt x="1523" y="35051"/>
                </a:lnTo>
                <a:lnTo>
                  <a:pt x="0" y="38100"/>
                </a:lnTo>
                <a:lnTo>
                  <a:pt x="1523" y="41148"/>
                </a:lnTo>
                <a:lnTo>
                  <a:pt x="4571" y="42671"/>
                </a:lnTo>
                <a:lnTo>
                  <a:pt x="435101" y="42671"/>
                </a:lnTo>
                <a:lnTo>
                  <a:pt x="438149" y="41148"/>
                </a:lnTo>
                <a:lnTo>
                  <a:pt x="439673" y="38100"/>
                </a:lnTo>
                <a:close/>
              </a:path>
              <a:path w="498475" h="76200">
                <a:moveTo>
                  <a:pt x="498347" y="38100"/>
                </a:moveTo>
                <a:lnTo>
                  <a:pt x="422147" y="0"/>
                </a:lnTo>
                <a:lnTo>
                  <a:pt x="422147" y="33527"/>
                </a:lnTo>
                <a:lnTo>
                  <a:pt x="435101" y="33527"/>
                </a:lnTo>
                <a:lnTo>
                  <a:pt x="438149" y="35051"/>
                </a:lnTo>
                <a:lnTo>
                  <a:pt x="439673" y="38100"/>
                </a:lnTo>
                <a:lnTo>
                  <a:pt x="439673" y="67437"/>
                </a:lnTo>
                <a:lnTo>
                  <a:pt x="498347" y="38100"/>
                </a:lnTo>
                <a:close/>
              </a:path>
              <a:path w="498475" h="76200">
                <a:moveTo>
                  <a:pt x="439673" y="67437"/>
                </a:moveTo>
                <a:lnTo>
                  <a:pt x="439673" y="38100"/>
                </a:lnTo>
                <a:lnTo>
                  <a:pt x="438149" y="41148"/>
                </a:lnTo>
                <a:lnTo>
                  <a:pt x="435101" y="42671"/>
                </a:lnTo>
                <a:lnTo>
                  <a:pt x="422147" y="42671"/>
                </a:lnTo>
                <a:lnTo>
                  <a:pt x="422147" y="76200"/>
                </a:lnTo>
                <a:lnTo>
                  <a:pt x="43967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716665" y="5314950"/>
            <a:ext cx="887094" cy="76200"/>
          </a:xfrm>
          <a:custGeom>
            <a:avLst/>
            <a:gdLst/>
            <a:ahLst/>
            <a:cxnLst/>
            <a:rect l="l" t="t" r="r" b="b"/>
            <a:pathLst>
              <a:path w="887095" h="76200">
                <a:moveTo>
                  <a:pt x="828293" y="38100"/>
                </a:moveTo>
                <a:lnTo>
                  <a:pt x="827531" y="34289"/>
                </a:lnTo>
                <a:lnTo>
                  <a:pt x="823721" y="32765"/>
                </a:lnTo>
                <a:lnTo>
                  <a:pt x="4571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1" y="42672"/>
                </a:lnTo>
                <a:lnTo>
                  <a:pt x="823721" y="42672"/>
                </a:lnTo>
                <a:lnTo>
                  <a:pt x="827531" y="41148"/>
                </a:lnTo>
                <a:lnTo>
                  <a:pt x="828293" y="38100"/>
                </a:lnTo>
                <a:close/>
              </a:path>
              <a:path w="887095" h="76200">
                <a:moveTo>
                  <a:pt x="886967" y="38100"/>
                </a:moveTo>
                <a:lnTo>
                  <a:pt x="810767" y="0"/>
                </a:lnTo>
                <a:lnTo>
                  <a:pt x="810767" y="32765"/>
                </a:lnTo>
                <a:lnTo>
                  <a:pt x="823721" y="32765"/>
                </a:lnTo>
                <a:lnTo>
                  <a:pt x="827531" y="34289"/>
                </a:lnTo>
                <a:lnTo>
                  <a:pt x="828293" y="38100"/>
                </a:lnTo>
                <a:lnTo>
                  <a:pt x="828293" y="67437"/>
                </a:lnTo>
                <a:lnTo>
                  <a:pt x="886967" y="38100"/>
                </a:lnTo>
                <a:close/>
              </a:path>
              <a:path w="887095" h="76200">
                <a:moveTo>
                  <a:pt x="828293" y="67437"/>
                </a:moveTo>
                <a:lnTo>
                  <a:pt x="828293" y="38100"/>
                </a:lnTo>
                <a:lnTo>
                  <a:pt x="827531" y="41148"/>
                </a:lnTo>
                <a:lnTo>
                  <a:pt x="823721" y="42672"/>
                </a:lnTo>
                <a:lnTo>
                  <a:pt x="810767" y="42672"/>
                </a:lnTo>
                <a:lnTo>
                  <a:pt x="810767" y="76200"/>
                </a:lnTo>
                <a:lnTo>
                  <a:pt x="82829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072017" y="5113020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876922" y="5284470"/>
            <a:ext cx="887730" cy="76200"/>
          </a:xfrm>
          <a:custGeom>
            <a:avLst/>
            <a:gdLst/>
            <a:ahLst/>
            <a:cxnLst/>
            <a:rect l="l" t="t" r="r" b="b"/>
            <a:pathLst>
              <a:path w="887729" h="76200">
                <a:moveTo>
                  <a:pt x="829068" y="38100"/>
                </a:moveTo>
                <a:lnTo>
                  <a:pt x="827544" y="35051"/>
                </a:lnTo>
                <a:lnTo>
                  <a:pt x="824496" y="33527"/>
                </a:lnTo>
                <a:lnTo>
                  <a:pt x="5346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5346" y="42671"/>
                </a:lnTo>
                <a:lnTo>
                  <a:pt x="824496" y="42671"/>
                </a:lnTo>
                <a:lnTo>
                  <a:pt x="827544" y="41909"/>
                </a:lnTo>
                <a:lnTo>
                  <a:pt x="829068" y="38100"/>
                </a:lnTo>
                <a:close/>
              </a:path>
              <a:path w="887729" h="76200">
                <a:moveTo>
                  <a:pt x="887742" y="38100"/>
                </a:moveTo>
                <a:lnTo>
                  <a:pt x="811542" y="0"/>
                </a:lnTo>
                <a:lnTo>
                  <a:pt x="811542" y="33527"/>
                </a:lnTo>
                <a:lnTo>
                  <a:pt x="824496" y="33527"/>
                </a:lnTo>
                <a:lnTo>
                  <a:pt x="827544" y="35051"/>
                </a:lnTo>
                <a:lnTo>
                  <a:pt x="829068" y="38100"/>
                </a:lnTo>
                <a:lnTo>
                  <a:pt x="829068" y="67437"/>
                </a:lnTo>
                <a:lnTo>
                  <a:pt x="887742" y="38100"/>
                </a:lnTo>
                <a:close/>
              </a:path>
              <a:path w="887729" h="76200">
                <a:moveTo>
                  <a:pt x="829068" y="67437"/>
                </a:moveTo>
                <a:lnTo>
                  <a:pt x="829068" y="38100"/>
                </a:lnTo>
                <a:lnTo>
                  <a:pt x="827544" y="41909"/>
                </a:lnTo>
                <a:lnTo>
                  <a:pt x="824496" y="42671"/>
                </a:lnTo>
                <a:lnTo>
                  <a:pt x="811542" y="42671"/>
                </a:lnTo>
                <a:lnTo>
                  <a:pt x="811542" y="76200"/>
                </a:lnTo>
                <a:lnTo>
                  <a:pt x="82906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608196" y="5117592"/>
            <a:ext cx="3594100" cy="1283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2275" algn="l"/>
                <a:tab pos="2106295" algn="l"/>
                <a:tab pos="2567305" algn="l"/>
              </a:tabLst>
            </a:pPr>
            <a:r>
              <a:rPr sz="2400" spc="-5" dirty="0">
                <a:latin typeface="Arial"/>
                <a:cs typeface="Arial"/>
              </a:rPr>
              <a:t>8	14	-3	10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>
              <a:latin typeface="Times New Roman"/>
              <a:cs typeface="Times New Roman"/>
            </a:endParaRPr>
          </a:p>
          <a:p>
            <a:pPr marL="613410">
              <a:lnSpc>
                <a:spcPct val="100000"/>
              </a:lnSpc>
              <a:spcBef>
                <a:spcPts val="5"/>
              </a:spcBef>
            </a:pPr>
            <a:r>
              <a:rPr sz="2800" i="1" dirty="0">
                <a:latin typeface="Times New Roman"/>
                <a:cs typeface="Times New Roman"/>
              </a:rPr>
              <a:t>b</a:t>
            </a:r>
            <a:r>
              <a:rPr sz="2800" i="1" spc="-8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</a:t>
            </a:r>
            <a:r>
              <a:rPr sz="2800" spc="-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8</a:t>
            </a:r>
            <a:r>
              <a:rPr sz="2800" spc="-295" dirty="0">
                <a:latin typeface="Times New Roman"/>
                <a:cs typeface="Times New Roman"/>
              </a:rPr>
              <a:t> </a:t>
            </a:r>
            <a:r>
              <a:rPr sz="2800" i="1" spc="5" dirty="0">
                <a:latin typeface="Times New Roman"/>
                <a:cs typeface="Times New Roman"/>
              </a:rPr>
              <a:t>x</a:t>
            </a:r>
            <a:r>
              <a:rPr sz="2400" spc="7" baseline="43402" dirty="0">
                <a:latin typeface="Times New Roman"/>
                <a:cs typeface="Times New Roman"/>
              </a:rPr>
              <a:t>14</a:t>
            </a:r>
            <a:r>
              <a:rPr sz="2400" spc="15" baseline="43402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</a:t>
            </a:r>
            <a:r>
              <a:rPr sz="2800" spc="-340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3</a:t>
            </a:r>
            <a:r>
              <a:rPr sz="2800" i="1" spc="20" dirty="0">
                <a:latin typeface="Times New Roman"/>
                <a:cs typeface="Times New Roman"/>
              </a:rPr>
              <a:t>x</a:t>
            </a:r>
            <a:r>
              <a:rPr sz="2400" spc="30" baseline="43402" dirty="0">
                <a:latin typeface="Times New Roman"/>
                <a:cs typeface="Times New Roman"/>
              </a:rPr>
              <a:t>10</a:t>
            </a:r>
            <a:r>
              <a:rPr sz="2400" spc="15" baseline="43402" dirty="0">
                <a:latin typeface="Times New Roman"/>
                <a:cs typeface="Times New Roman"/>
              </a:rPr>
              <a:t> </a:t>
            </a:r>
            <a:r>
              <a:rPr sz="2800" spc="100" dirty="0">
                <a:latin typeface="Symbol"/>
                <a:cs typeface="Symbol"/>
              </a:rPr>
              <a:t></a:t>
            </a:r>
            <a:r>
              <a:rPr sz="2800" spc="100" dirty="0">
                <a:latin typeface="Times New Roman"/>
                <a:cs typeface="Times New Roman"/>
              </a:rPr>
              <a:t>10</a:t>
            </a:r>
            <a:r>
              <a:rPr sz="2800" i="1" spc="100" dirty="0">
                <a:latin typeface="Times New Roman"/>
                <a:cs typeface="Times New Roman"/>
              </a:rPr>
              <a:t>x</a:t>
            </a:r>
            <a:r>
              <a:rPr sz="2400" spc="150" baseline="43402" dirty="0">
                <a:latin typeface="Times New Roman"/>
                <a:cs typeface="Times New Roman"/>
              </a:rPr>
              <a:t>6</a:t>
            </a:r>
            <a:endParaRPr sz="2400" baseline="43402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772909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Program </a:t>
            </a:r>
            <a:r>
              <a:rPr sz="4000" spc="-5" dirty="0"/>
              <a:t>4.20: </a:t>
            </a:r>
            <a:r>
              <a:rPr sz="4000" dirty="0"/>
              <a:t>Polynomial</a:t>
            </a:r>
            <a:r>
              <a:rPr sz="4000" spc="-85" dirty="0"/>
              <a:t> </a:t>
            </a:r>
            <a:r>
              <a:rPr sz="4000" spc="-5" dirty="0"/>
              <a:t>Class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208724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Definition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7047" y="1982723"/>
            <a:ext cx="11214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struct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7047" y="2293620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all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4342" y="2038603"/>
            <a:ext cx="1303655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>
              <a:lnSpc>
                <a:spcPts val="2450"/>
              </a:lnSpc>
            </a:pPr>
            <a:r>
              <a:rPr sz="2400" b="1" spc="-10" dirty="0">
                <a:latin typeface="Courier New"/>
                <a:cs typeface="Courier New"/>
              </a:rPr>
              <a:t>Term  members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64577" y="2293620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of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Terms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07023" y="2293620"/>
            <a:ext cx="23983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are public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7047" y="2605278"/>
            <a:ext cx="2193925" cy="70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default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9947" y="3282950"/>
            <a:ext cx="1667510" cy="65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50"/>
              </a:lnSpc>
            </a:pP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coef;  </a:t>
            </a: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exp;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76963" y="3227070"/>
            <a:ext cx="2581275" cy="710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coefficient</a:t>
            </a:r>
            <a:endParaRPr sz="2400">
              <a:latin typeface="Courier New"/>
              <a:cs typeface="Courier New"/>
            </a:endParaRPr>
          </a:p>
          <a:p>
            <a:pPr marL="38735">
              <a:lnSpc>
                <a:spcPts val="2665"/>
              </a:lnSpc>
            </a:pPr>
            <a:r>
              <a:rPr sz="2400" b="1" spc="-10" dirty="0">
                <a:latin typeface="Courier New"/>
                <a:cs typeface="Courier New"/>
              </a:rPr>
              <a:t>//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exponent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2807" y="3849623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05317" y="3849623"/>
            <a:ext cx="14865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Init(int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92807" y="4160520"/>
            <a:ext cx="25806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{coef = c;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exp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47762" y="3849623"/>
            <a:ext cx="1668145" cy="709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c, int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e)</a:t>
            </a:r>
            <a:endParaRPr sz="2400">
              <a:latin typeface="Courier New"/>
              <a:cs typeface="Courier New"/>
            </a:endParaRPr>
          </a:p>
          <a:p>
            <a:pPr marL="194945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e;};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7059" y="4472178"/>
            <a:ext cx="2945765" cy="1020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65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50"/>
              </a:lnSpc>
            </a:pPr>
            <a:r>
              <a:rPr sz="2400" b="1" spc="-5" dirty="0">
                <a:latin typeface="Courier New"/>
                <a:cs typeface="Courier New"/>
              </a:rPr>
              <a:t>class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Polynomial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66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9947" y="5405628"/>
            <a:ext cx="31280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friend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Polynomial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54654" y="5405628"/>
            <a:ext cx="27628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operator+(const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42236" y="5716523"/>
            <a:ext cx="34931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const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Polynomial&amp;);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69947" y="5772403"/>
            <a:ext cx="2215515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450"/>
              </a:lnSpc>
            </a:pPr>
            <a:r>
              <a:rPr sz="2400" b="1" spc="-10" dirty="0">
                <a:latin typeface="Courier New"/>
                <a:cs typeface="Courier New"/>
              </a:rPr>
              <a:t>Polynomial&amp;,  private: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57042" y="6339078"/>
            <a:ext cx="18510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List&lt;Term&gt;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64577" y="6339078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poly;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27059" y="6649973"/>
            <a:ext cx="3911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Operating on</a:t>
            </a:r>
            <a:r>
              <a:rPr spc="-15" dirty="0"/>
              <a:t> </a:t>
            </a:r>
            <a:r>
              <a:rPr spc="-5" dirty="0"/>
              <a:t>Polynomials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6546" y="6321044"/>
            <a:ext cx="32550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(i) p-&gt;exp ==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q-&gt;exp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0883" y="5738621"/>
            <a:ext cx="499109" cy="76200"/>
          </a:xfrm>
          <a:custGeom>
            <a:avLst/>
            <a:gdLst/>
            <a:ahLst/>
            <a:cxnLst/>
            <a:rect l="l" t="t" r="r" b="b"/>
            <a:pathLst>
              <a:path w="499110" h="76200">
                <a:moveTo>
                  <a:pt x="440436" y="38100"/>
                </a:moveTo>
                <a:lnTo>
                  <a:pt x="438912" y="34289"/>
                </a:lnTo>
                <a:lnTo>
                  <a:pt x="435102" y="33527"/>
                </a:lnTo>
                <a:lnTo>
                  <a:pt x="5334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5334" y="42672"/>
                </a:lnTo>
                <a:lnTo>
                  <a:pt x="435102" y="42672"/>
                </a:lnTo>
                <a:lnTo>
                  <a:pt x="438912" y="41148"/>
                </a:lnTo>
                <a:lnTo>
                  <a:pt x="440436" y="38100"/>
                </a:lnTo>
                <a:close/>
              </a:path>
              <a:path w="499110" h="76200">
                <a:moveTo>
                  <a:pt x="499110" y="38100"/>
                </a:moveTo>
                <a:lnTo>
                  <a:pt x="422910" y="0"/>
                </a:lnTo>
                <a:lnTo>
                  <a:pt x="422910" y="33527"/>
                </a:lnTo>
                <a:lnTo>
                  <a:pt x="435102" y="33527"/>
                </a:lnTo>
                <a:lnTo>
                  <a:pt x="438912" y="34289"/>
                </a:lnTo>
                <a:lnTo>
                  <a:pt x="440436" y="38100"/>
                </a:lnTo>
                <a:lnTo>
                  <a:pt x="440436" y="67437"/>
                </a:lnTo>
                <a:lnTo>
                  <a:pt x="499110" y="38100"/>
                </a:lnTo>
                <a:close/>
              </a:path>
              <a:path w="499110" h="76200">
                <a:moveTo>
                  <a:pt x="440436" y="67437"/>
                </a:moveTo>
                <a:lnTo>
                  <a:pt x="440436" y="38100"/>
                </a:lnTo>
                <a:lnTo>
                  <a:pt x="438912" y="41148"/>
                </a:lnTo>
                <a:lnTo>
                  <a:pt x="435102" y="42672"/>
                </a:lnTo>
                <a:lnTo>
                  <a:pt x="422910" y="42672"/>
                </a:lnTo>
                <a:lnTo>
                  <a:pt x="422910" y="76200"/>
                </a:lnTo>
                <a:lnTo>
                  <a:pt x="440436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49993" y="5500115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69" y="377951"/>
                </a:lnTo>
                <a:lnTo>
                  <a:pt x="4457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95763" y="5500115"/>
            <a:ext cx="448309" cy="378460"/>
          </a:xfrm>
          <a:custGeom>
            <a:avLst/>
            <a:gdLst/>
            <a:ahLst/>
            <a:cxnLst/>
            <a:rect l="l" t="t" r="r" b="b"/>
            <a:pathLst>
              <a:path w="448310" h="378460">
                <a:moveTo>
                  <a:pt x="0" y="0"/>
                </a:moveTo>
                <a:lnTo>
                  <a:pt x="0" y="377951"/>
                </a:lnTo>
                <a:lnTo>
                  <a:pt x="448055" y="377951"/>
                </a:lnTo>
                <a:lnTo>
                  <a:pt x="44805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43819" y="5500115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86135" y="5682996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74" y="38100"/>
                </a:moveTo>
                <a:lnTo>
                  <a:pt x="743712" y="35051"/>
                </a:lnTo>
                <a:lnTo>
                  <a:pt x="739901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5334" y="42671"/>
                </a:lnTo>
                <a:lnTo>
                  <a:pt x="739901" y="42671"/>
                </a:lnTo>
                <a:lnTo>
                  <a:pt x="743712" y="41148"/>
                </a:lnTo>
                <a:lnTo>
                  <a:pt x="744474" y="38100"/>
                </a:lnTo>
                <a:close/>
              </a:path>
              <a:path w="803275" h="76200">
                <a:moveTo>
                  <a:pt x="803148" y="38100"/>
                </a:moveTo>
                <a:lnTo>
                  <a:pt x="726948" y="0"/>
                </a:lnTo>
                <a:lnTo>
                  <a:pt x="726948" y="33527"/>
                </a:lnTo>
                <a:lnTo>
                  <a:pt x="739901" y="33527"/>
                </a:lnTo>
                <a:lnTo>
                  <a:pt x="743712" y="35051"/>
                </a:lnTo>
                <a:lnTo>
                  <a:pt x="744474" y="38100"/>
                </a:lnTo>
                <a:lnTo>
                  <a:pt x="744474" y="67437"/>
                </a:lnTo>
                <a:lnTo>
                  <a:pt x="803148" y="38100"/>
                </a:lnTo>
                <a:close/>
              </a:path>
              <a:path w="803275" h="76200">
                <a:moveTo>
                  <a:pt x="744474" y="67437"/>
                </a:moveTo>
                <a:lnTo>
                  <a:pt x="744474" y="38100"/>
                </a:lnTo>
                <a:lnTo>
                  <a:pt x="743712" y="41148"/>
                </a:lnTo>
                <a:lnTo>
                  <a:pt x="739901" y="42671"/>
                </a:lnTo>
                <a:lnTo>
                  <a:pt x="726948" y="42671"/>
                </a:lnTo>
                <a:lnTo>
                  <a:pt x="726948" y="76200"/>
                </a:lnTo>
                <a:lnTo>
                  <a:pt x="7444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54209" y="5878067"/>
            <a:ext cx="338455" cy="323850"/>
          </a:xfrm>
          <a:custGeom>
            <a:avLst/>
            <a:gdLst/>
            <a:ahLst/>
            <a:cxnLst/>
            <a:rect l="l" t="t" r="r" b="b"/>
            <a:pathLst>
              <a:path w="338454" h="323850">
                <a:moveTo>
                  <a:pt x="81534" y="25146"/>
                </a:moveTo>
                <a:lnTo>
                  <a:pt x="0" y="0"/>
                </a:lnTo>
                <a:lnTo>
                  <a:pt x="28956" y="80772"/>
                </a:lnTo>
                <a:lnTo>
                  <a:pt x="41148" y="67873"/>
                </a:lnTo>
                <a:lnTo>
                  <a:pt x="41148" y="44196"/>
                </a:lnTo>
                <a:lnTo>
                  <a:pt x="42672" y="41148"/>
                </a:lnTo>
                <a:lnTo>
                  <a:pt x="45720" y="39624"/>
                </a:lnTo>
                <a:lnTo>
                  <a:pt x="49530" y="40386"/>
                </a:lnTo>
                <a:lnTo>
                  <a:pt x="58767" y="49231"/>
                </a:lnTo>
                <a:lnTo>
                  <a:pt x="81534" y="25146"/>
                </a:lnTo>
                <a:close/>
              </a:path>
              <a:path w="338454" h="323850">
                <a:moveTo>
                  <a:pt x="58767" y="49231"/>
                </a:moveTo>
                <a:lnTo>
                  <a:pt x="49530" y="40386"/>
                </a:lnTo>
                <a:lnTo>
                  <a:pt x="45720" y="39624"/>
                </a:lnTo>
                <a:lnTo>
                  <a:pt x="42672" y="41148"/>
                </a:lnTo>
                <a:lnTo>
                  <a:pt x="41148" y="44196"/>
                </a:lnTo>
                <a:lnTo>
                  <a:pt x="42672" y="47244"/>
                </a:lnTo>
                <a:lnTo>
                  <a:pt x="52106" y="56279"/>
                </a:lnTo>
                <a:lnTo>
                  <a:pt x="58767" y="49231"/>
                </a:lnTo>
                <a:close/>
              </a:path>
              <a:path w="338454" h="323850">
                <a:moveTo>
                  <a:pt x="52106" y="56279"/>
                </a:moveTo>
                <a:lnTo>
                  <a:pt x="42672" y="47244"/>
                </a:lnTo>
                <a:lnTo>
                  <a:pt x="41148" y="44196"/>
                </a:lnTo>
                <a:lnTo>
                  <a:pt x="41148" y="67873"/>
                </a:lnTo>
                <a:lnTo>
                  <a:pt x="52106" y="56279"/>
                </a:lnTo>
                <a:close/>
              </a:path>
              <a:path w="338454" h="323850">
                <a:moveTo>
                  <a:pt x="338328" y="319278"/>
                </a:moveTo>
                <a:lnTo>
                  <a:pt x="336804" y="315468"/>
                </a:lnTo>
                <a:lnTo>
                  <a:pt x="58767" y="49231"/>
                </a:lnTo>
                <a:lnTo>
                  <a:pt x="52106" y="56279"/>
                </a:lnTo>
                <a:lnTo>
                  <a:pt x="330708" y="323088"/>
                </a:lnTo>
                <a:lnTo>
                  <a:pt x="333756" y="323850"/>
                </a:lnTo>
                <a:lnTo>
                  <a:pt x="336804" y="322326"/>
                </a:lnTo>
                <a:lnTo>
                  <a:pt x="338328" y="319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48469" y="4657344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3"/>
                </a:lnTo>
                <a:lnTo>
                  <a:pt x="445769" y="336803"/>
                </a:lnTo>
                <a:lnTo>
                  <a:pt x="44576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94239" y="4657344"/>
            <a:ext cx="444500" cy="337185"/>
          </a:xfrm>
          <a:custGeom>
            <a:avLst/>
            <a:gdLst/>
            <a:ahLst/>
            <a:cxnLst/>
            <a:rect l="l" t="t" r="r" b="b"/>
            <a:pathLst>
              <a:path w="444500" h="337185">
                <a:moveTo>
                  <a:pt x="0" y="0"/>
                </a:moveTo>
                <a:lnTo>
                  <a:pt x="0" y="336803"/>
                </a:lnTo>
                <a:lnTo>
                  <a:pt x="444246" y="336803"/>
                </a:lnTo>
                <a:lnTo>
                  <a:pt x="4442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38485" y="4657344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3"/>
                </a:lnTo>
                <a:lnTo>
                  <a:pt x="446531" y="336803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83187" y="4657344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3"/>
                </a:lnTo>
                <a:lnTo>
                  <a:pt x="446531" y="336803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529719" y="4657344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3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75489" y="4657344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3"/>
                </a:lnTo>
                <a:lnTo>
                  <a:pt x="445770" y="336803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021715" y="4657344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3"/>
                </a:lnTo>
                <a:lnTo>
                  <a:pt x="445770" y="336803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67472" y="4657344"/>
            <a:ext cx="445134" cy="337185"/>
          </a:xfrm>
          <a:custGeom>
            <a:avLst/>
            <a:gdLst/>
            <a:ahLst/>
            <a:cxnLst/>
            <a:rect l="l" t="t" r="r" b="b"/>
            <a:pathLst>
              <a:path w="445134" h="337185">
                <a:moveTo>
                  <a:pt x="0" y="0"/>
                </a:moveTo>
                <a:lnTo>
                  <a:pt x="0" y="336803"/>
                </a:lnTo>
                <a:lnTo>
                  <a:pt x="445007" y="336803"/>
                </a:lnTo>
                <a:lnTo>
                  <a:pt x="4450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912493" y="4657344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3"/>
                </a:lnTo>
                <a:lnTo>
                  <a:pt x="445770" y="336803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697365" y="4808220"/>
            <a:ext cx="451484" cy="76200"/>
          </a:xfrm>
          <a:custGeom>
            <a:avLst/>
            <a:gdLst/>
            <a:ahLst/>
            <a:cxnLst/>
            <a:rect l="l" t="t" r="r" b="b"/>
            <a:pathLst>
              <a:path w="451485" h="76200">
                <a:moveTo>
                  <a:pt x="374569" y="33478"/>
                </a:moveTo>
                <a:lnTo>
                  <a:pt x="4572" y="32003"/>
                </a:lnTo>
                <a:lnTo>
                  <a:pt x="1524" y="33527"/>
                </a:lnTo>
                <a:lnTo>
                  <a:pt x="0" y="36575"/>
                </a:lnTo>
                <a:lnTo>
                  <a:pt x="1524" y="39624"/>
                </a:lnTo>
                <a:lnTo>
                  <a:pt x="4572" y="41147"/>
                </a:lnTo>
                <a:lnTo>
                  <a:pt x="374477" y="42621"/>
                </a:lnTo>
                <a:lnTo>
                  <a:pt x="374569" y="33478"/>
                </a:lnTo>
                <a:close/>
              </a:path>
              <a:path w="451485" h="76200">
                <a:moveTo>
                  <a:pt x="391668" y="67523"/>
                </a:moveTo>
                <a:lnTo>
                  <a:pt x="391668" y="38100"/>
                </a:lnTo>
                <a:lnTo>
                  <a:pt x="390906" y="41147"/>
                </a:lnTo>
                <a:lnTo>
                  <a:pt x="387096" y="42671"/>
                </a:lnTo>
                <a:lnTo>
                  <a:pt x="374477" y="42621"/>
                </a:lnTo>
                <a:lnTo>
                  <a:pt x="374142" y="76200"/>
                </a:lnTo>
                <a:lnTo>
                  <a:pt x="391668" y="67523"/>
                </a:lnTo>
                <a:close/>
              </a:path>
              <a:path w="451485" h="76200">
                <a:moveTo>
                  <a:pt x="391668" y="38100"/>
                </a:moveTo>
                <a:lnTo>
                  <a:pt x="390906" y="34289"/>
                </a:lnTo>
                <a:lnTo>
                  <a:pt x="387096" y="33527"/>
                </a:lnTo>
                <a:lnTo>
                  <a:pt x="374569" y="33478"/>
                </a:lnTo>
                <a:lnTo>
                  <a:pt x="374477" y="42621"/>
                </a:lnTo>
                <a:lnTo>
                  <a:pt x="387096" y="42671"/>
                </a:lnTo>
                <a:lnTo>
                  <a:pt x="390906" y="41147"/>
                </a:lnTo>
                <a:lnTo>
                  <a:pt x="391668" y="38100"/>
                </a:lnTo>
                <a:close/>
              </a:path>
              <a:path w="451485" h="76200">
                <a:moveTo>
                  <a:pt x="451104" y="38100"/>
                </a:moveTo>
                <a:lnTo>
                  <a:pt x="374904" y="0"/>
                </a:lnTo>
                <a:lnTo>
                  <a:pt x="374569" y="33478"/>
                </a:lnTo>
                <a:lnTo>
                  <a:pt x="387096" y="33527"/>
                </a:lnTo>
                <a:lnTo>
                  <a:pt x="390906" y="34289"/>
                </a:lnTo>
                <a:lnTo>
                  <a:pt x="391668" y="38100"/>
                </a:lnTo>
                <a:lnTo>
                  <a:pt x="391668" y="67523"/>
                </a:lnTo>
                <a:lnTo>
                  <a:pt x="45110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81563" y="4815840"/>
            <a:ext cx="802005" cy="76200"/>
          </a:xfrm>
          <a:custGeom>
            <a:avLst/>
            <a:gdLst/>
            <a:ahLst/>
            <a:cxnLst/>
            <a:rect l="l" t="t" r="r" b="b"/>
            <a:pathLst>
              <a:path w="802004" h="76200">
                <a:moveTo>
                  <a:pt x="742950" y="38100"/>
                </a:moveTo>
                <a:lnTo>
                  <a:pt x="741426" y="35051"/>
                </a:lnTo>
                <a:lnTo>
                  <a:pt x="738378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738378" y="43434"/>
                </a:lnTo>
                <a:lnTo>
                  <a:pt x="741426" y="41910"/>
                </a:lnTo>
                <a:lnTo>
                  <a:pt x="742950" y="38100"/>
                </a:lnTo>
                <a:close/>
              </a:path>
              <a:path w="802004" h="76200">
                <a:moveTo>
                  <a:pt x="801624" y="38100"/>
                </a:moveTo>
                <a:lnTo>
                  <a:pt x="725424" y="0"/>
                </a:lnTo>
                <a:lnTo>
                  <a:pt x="725424" y="33527"/>
                </a:lnTo>
                <a:lnTo>
                  <a:pt x="738378" y="33527"/>
                </a:lnTo>
                <a:lnTo>
                  <a:pt x="741426" y="35051"/>
                </a:lnTo>
                <a:lnTo>
                  <a:pt x="742950" y="38100"/>
                </a:lnTo>
                <a:lnTo>
                  <a:pt x="742950" y="67437"/>
                </a:lnTo>
                <a:lnTo>
                  <a:pt x="801624" y="38100"/>
                </a:lnTo>
                <a:close/>
              </a:path>
              <a:path w="802004" h="76200">
                <a:moveTo>
                  <a:pt x="742950" y="67437"/>
                </a:moveTo>
                <a:lnTo>
                  <a:pt x="742950" y="38100"/>
                </a:lnTo>
                <a:lnTo>
                  <a:pt x="741426" y="41910"/>
                </a:lnTo>
                <a:lnTo>
                  <a:pt x="738378" y="43434"/>
                </a:lnTo>
                <a:lnTo>
                  <a:pt x="725424" y="43434"/>
                </a:lnTo>
                <a:lnTo>
                  <a:pt x="725424" y="76200"/>
                </a:lnTo>
                <a:lnTo>
                  <a:pt x="742950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232283" y="4796028"/>
            <a:ext cx="802640" cy="76200"/>
          </a:xfrm>
          <a:custGeom>
            <a:avLst/>
            <a:gdLst/>
            <a:ahLst/>
            <a:cxnLst/>
            <a:rect l="l" t="t" r="r" b="b"/>
            <a:pathLst>
              <a:path w="802640" h="76200">
                <a:moveTo>
                  <a:pt x="725850" y="42698"/>
                </a:moveTo>
                <a:lnTo>
                  <a:pt x="725751" y="32792"/>
                </a:lnTo>
                <a:lnTo>
                  <a:pt x="5334" y="34289"/>
                </a:lnTo>
                <a:lnTo>
                  <a:pt x="1524" y="35813"/>
                </a:lnTo>
                <a:lnTo>
                  <a:pt x="0" y="39624"/>
                </a:lnTo>
                <a:lnTo>
                  <a:pt x="1524" y="42672"/>
                </a:lnTo>
                <a:lnTo>
                  <a:pt x="5334" y="44196"/>
                </a:lnTo>
                <a:lnTo>
                  <a:pt x="725850" y="42698"/>
                </a:lnTo>
                <a:close/>
              </a:path>
              <a:path w="802640" h="76200">
                <a:moveTo>
                  <a:pt x="802385" y="37337"/>
                </a:moveTo>
                <a:lnTo>
                  <a:pt x="725424" y="0"/>
                </a:lnTo>
                <a:lnTo>
                  <a:pt x="725751" y="32792"/>
                </a:lnTo>
                <a:lnTo>
                  <a:pt x="738365" y="32766"/>
                </a:lnTo>
                <a:lnTo>
                  <a:pt x="742188" y="34289"/>
                </a:lnTo>
                <a:lnTo>
                  <a:pt x="742937" y="38100"/>
                </a:lnTo>
                <a:lnTo>
                  <a:pt x="742937" y="67656"/>
                </a:lnTo>
                <a:lnTo>
                  <a:pt x="802385" y="37337"/>
                </a:lnTo>
                <a:close/>
              </a:path>
              <a:path w="802640" h="76200">
                <a:moveTo>
                  <a:pt x="742937" y="38100"/>
                </a:moveTo>
                <a:lnTo>
                  <a:pt x="742188" y="34289"/>
                </a:lnTo>
                <a:lnTo>
                  <a:pt x="738365" y="32766"/>
                </a:lnTo>
                <a:lnTo>
                  <a:pt x="725751" y="32792"/>
                </a:lnTo>
                <a:lnTo>
                  <a:pt x="725850" y="42698"/>
                </a:lnTo>
                <a:lnTo>
                  <a:pt x="738365" y="42672"/>
                </a:lnTo>
                <a:lnTo>
                  <a:pt x="742188" y="41148"/>
                </a:lnTo>
                <a:lnTo>
                  <a:pt x="742937" y="38100"/>
                </a:lnTo>
                <a:close/>
              </a:path>
              <a:path w="802640" h="76200">
                <a:moveTo>
                  <a:pt x="742937" y="67656"/>
                </a:moveTo>
                <a:lnTo>
                  <a:pt x="742937" y="38100"/>
                </a:lnTo>
                <a:lnTo>
                  <a:pt x="742188" y="41148"/>
                </a:lnTo>
                <a:lnTo>
                  <a:pt x="738365" y="42672"/>
                </a:lnTo>
                <a:lnTo>
                  <a:pt x="725850" y="42698"/>
                </a:lnTo>
                <a:lnTo>
                  <a:pt x="726185" y="76200"/>
                </a:lnTo>
                <a:lnTo>
                  <a:pt x="742937" y="67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89283" y="5500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35815" y="55001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2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983109" y="5500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30846" y="5500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477391" y="55001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924672" y="5500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40665" y="5660897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61" y="38100"/>
                </a:moveTo>
                <a:lnTo>
                  <a:pt x="742949" y="34289"/>
                </a:lnTo>
                <a:lnTo>
                  <a:pt x="739901" y="33527"/>
                </a:lnTo>
                <a:lnTo>
                  <a:pt x="4559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59" y="42672"/>
                </a:lnTo>
                <a:lnTo>
                  <a:pt x="739901" y="42672"/>
                </a:lnTo>
                <a:lnTo>
                  <a:pt x="742949" y="41148"/>
                </a:lnTo>
                <a:lnTo>
                  <a:pt x="744461" y="38100"/>
                </a:lnTo>
                <a:close/>
              </a:path>
              <a:path w="803275" h="76200">
                <a:moveTo>
                  <a:pt x="803135" y="38100"/>
                </a:moveTo>
                <a:lnTo>
                  <a:pt x="726935" y="0"/>
                </a:lnTo>
                <a:lnTo>
                  <a:pt x="726935" y="33527"/>
                </a:lnTo>
                <a:lnTo>
                  <a:pt x="739901" y="33527"/>
                </a:lnTo>
                <a:lnTo>
                  <a:pt x="742949" y="34289"/>
                </a:lnTo>
                <a:lnTo>
                  <a:pt x="744461" y="38100"/>
                </a:lnTo>
                <a:lnTo>
                  <a:pt x="744461" y="67437"/>
                </a:lnTo>
                <a:lnTo>
                  <a:pt x="803135" y="38100"/>
                </a:lnTo>
                <a:close/>
              </a:path>
              <a:path w="803275" h="76200">
                <a:moveTo>
                  <a:pt x="744461" y="67437"/>
                </a:moveTo>
                <a:lnTo>
                  <a:pt x="744461" y="38100"/>
                </a:lnTo>
                <a:lnTo>
                  <a:pt x="742949" y="41148"/>
                </a:lnTo>
                <a:lnTo>
                  <a:pt x="739901" y="42672"/>
                </a:lnTo>
                <a:lnTo>
                  <a:pt x="726935" y="42672"/>
                </a:lnTo>
                <a:lnTo>
                  <a:pt x="726935" y="76200"/>
                </a:lnTo>
                <a:lnTo>
                  <a:pt x="74446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3148469" y="4657344"/>
          <a:ext cx="5209789" cy="1247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625"/>
                <a:gridCol w="486390"/>
                <a:gridCol w="448818"/>
                <a:gridCol w="599312"/>
                <a:gridCol w="888873"/>
                <a:gridCol w="449960"/>
                <a:gridCol w="600830"/>
                <a:gridCol w="488387"/>
                <a:gridCol w="397818"/>
                <a:gridCol w="445776"/>
              </a:tblGrid>
              <a:tr h="338994">
                <a:tc>
                  <a:txBody>
                    <a:bodyPr/>
                    <a:lstStyle/>
                    <a:p>
                      <a:pPr marR="88265" algn="r">
                        <a:lnSpc>
                          <a:spcPts val="269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2695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1E1B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2695"/>
                        </a:lnSpc>
                        <a:tabLst>
                          <a:tab pos="58039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2	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1E1B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0" algn="ctr">
                        <a:lnSpc>
                          <a:spcPts val="269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269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ts val="269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1E1B7"/>
                    </a:solidFill>
                  </a:tcPr>
                </a:tc>
              </a:tr>
              <a:tr h="503777"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</a:tr>
              <a:tr h="377951">
                <a:tc>
                  <a:txBody>
                    <a:bodyPr/>
                    <a:lstStyle/>
                    <a:p>
                      <a:pPr marR="88265" algn="r">
                        <a:lnSpc>
                          <a:spcPts val="285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1E1B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855"/>
                        </a:lnSpc>
                        <a:tabLst>
                          <a:tab pos="502920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-3	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1E1B7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855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285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138430">
                        <a:lnSpc>
                          <a:spcPts val="2855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solidFill>
                      <a:srgbClr val="E1E1B7"/>
                    </a:solidFill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1871598" y="2364994"/>
            <a:ext cx="7719059" cy="3957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054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511175" algn="l"/>
              </a:tabLst>
            </a:pPr>
            <a:r>
              <a:rPr sz="3200" spc="-5" dirty="0">
                <a:latin typeface="Arial"/>
                <a:cs typeface="Arial"/>
              </a:rPr>
              <a:t>With </a:t>
            </a:r>
            <a:r>
              <a:rPr sz="3200" spc="-10" dirty="0">
                <a:latin typeface="Arial"/>
                <a:cs typeface="Arial"/>
              </a:rPr>
              <a:t>linked </a:t>
            </a:r>
            <a:r>
              <a:rPr sz="3200" spc="-5" dirty="0">
                <a:latin typeface="Arial"/>
                <a:cs typeface="Arial"/>
              </a:rPr>
              <a:t>lists, it is </a:t>
            </a:r>
            <a:r>
              <a:rPr sz="3200" spc="-10" dirty="0">
                <a:latin typeface="Arial"/>
                <a:cs typeface="Arial"/>
              </a:rPr>
              <a:t>much easier to  perform operations </a:t>
            </a:r>
            <a:r>
              <a:rPr sz="3200" spc="-5" dirty="0">
                <a:latin typeface="Arial"/>
                <a:cs typeface="Arial"/>
              </a:rPr>
              <a:t>on </a:t>
            </a:r>
            <a:r>
              <a:rPr sz="3200" spc="-10" dirty="0">
                <a:latin typeface="Arial"/>
                <a:cs typeface="Arial"/>
              </a:rPr>
              <a:t>polynomials such  </a:t>
            </a:r>
            <a:r>
              <a:rPr sz="3200" spc="-5" dirty="0">
                <a:latin typeface="Arial"/>
                <a:cs typeface="Arial"/>
              </a:rPr>
              <a:t>as </a:t>
            </a:r>
            <a:r>
              <a:rPr sz="3200" spc="-10" dirty="0">
                <a:latin typeface="Arial"/>
                <a:cs typeface="Arial"/>
              </a:rPr>
              <a:t>adding </a:t>
            </a:r>
            <a:r>
              <a:rPr sz="3200" spc="-5" dirty="0">
                <a:latin typeface="Arial"/>
                <a:cs typeface="Arial"/>
              </a:rPr>
              <a:t>and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deleting.</a:t>
            </a:r>
            <a:endParaRPr sz="3200">
              <a:latin typeface="Arial"/>
              <a:cs typeface="Arial"/>
            </a:endParaRPr>
          </a:p>
          <a:p>
            <a:pPr marL="624840">
              <a:lnSpc>
                <a:spcPct val="100000"/>
              </a:lnSpc>
              <a:spcBef>
                <a:spcPts val="685"/>
              </a:spcBef>
            </a:pPr>
            <a:r>
              <a:rPr sz="2800" dirty="0">
                <a:latin typeface="Arial"/>
                <a:cs typeface="Arial"/>
              </a:rPr>
              <a:t>– E.g., adding two polynomials </a:t>
            </a:r>
            <a:r>
              <a:rPr sz="2800" i="1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17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  <a:p>
            <a:pPr marL="12700" indent="33020">
              <a:lnSpc>
                <a:spcPct val="100000"/>
              </a:lnSpc>
              <a:spcBef>
                <a:spcPts val="2290"/>
              </a:spcBef>
            </a:pPr>
            <a:r>
              <a:rPr sz="2400" spc="-5" dirty="0">
                <a:latin typeface="Arial"/>
                <a:cs typeface="Arial"/>
              </a:rPr>
              <a:t>a.first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400" spc="-5" dirty="0">
                <a:latin typeface="Arial"/>
                <a:cs typeface="Arial"/>
              </a:rPr>
              <a:t>b.first</a:t>
            </a:r>
            <a:endParaRPr sz="2400">
              <a:latin typeface="Arial"/>
              <a:cs typeface="Arial"/>
            </a:endParaRPr>
          </a:p>
          <a:p>
            <a:pPr marL="1931670">
              <a:lnSpc>
                <a:spcPct val="100000"/>
              </a:lnSpc>
              <a:spcBef>
                <a:spcPts val="370"/>
              </a:spcBef>
            </a:pPr>
            <a:r>
              <a:rPr sz="2400" spc="-5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295535" y="4994147"/>
            <a:ext cx="338455" cy="250825"/>
          </a:xfrm>
          <a:custGeom>
            <a:avLst/>
            <a:gdLst/>
            <a:ahLst/>
            <a:cxnLst/>
            <a:rect l="l" t="t" r="r" b="b"/>
            <a:pathLst>
              <a:path w="338454" h="250825">
                <a:moveTo>
                  <a:pt x="83820" y="14477"/>
                </a:moveTo>
                <a:lnTo>
                  <a:pt x="0" y="0"/>
                </a:lnTo>
                <a:lnTo>
                  <a:pt x="38862" y="75437"/>
                </a:lnTo>
                <a:lnTo>
                  <a:pt x="46482" y="65105"/>
                </a:lnTo>
                <a:lnTo>
                  <a:pt x="46482" y="38100"/>
                </a:lnTo>
                <a:lnTo>
                  <a:pt x="47244" y="35051"/>
                </a:lnTo>
                <a:lnTo>
                  <a:pt x="50292" y="32765"/>
                </a:lnTo>
                <a:lnTo>
                  <a:pt x="54101" y="33527"/>
                </a:lnTo>
                <a:lnTo>
                  <a:pt x="64245" y="41019"/>
                </a:lnTo>
                <a:lnTo>
                  <a:pt x="83820" y="14477"/>
                </a:lnTo>
                <a:close/>
              </a:path>
              <a:path w="338454" h="250825">
                <a:moveTo>
                  <a:pt x="64245" y="41019"/>
                </a:moveTo>
                <a:lnTo>
                  <a:pt x="54101" y="33527"/>
                </a:lnTo>
                <a:lnTo>
                  <a:pt x="50292" y="32765"/>
                </a:lnTo>
                <a:lnTo>
                  <a:pt x="47244" y="35051"/>
                </a:lnTo>
                <a:lnTo>
                  <a:pt x="46482" y="38100"/>
                </a:lnTo>
                <a:lnTo>
                  <a:pt x="48768" y="41148"/>
                </a:lnTo>
                <a:lnTo>
                  <a:pt x="58717" y="48515"/>
                </a:lnTo>
                <a:lnTo>
                  <a:pt x="64245" y="41019"/>
                </a:lnTo>
                <a:close/>
              </a:path>
              <a:path w="338454" h="250825">
                <a:moveTo>
                  <a:pt x="58717" y="48515"/>
                </a:moveTo>
                <a:lnTo>
                  <a:pt x="48768" y="41148"/>
                </a:lnTo>
                <a:lnTo>
                  <a:pt x="46482" y="38100"/>
                </a:lnTo>
                <a:lnTo>
                  <a:pt x="46482" y="65105"/>
                </a:lnTo>
                <a:lnTo>
                  <a:pt x="58717" y="48515"/>
                </a:lnTo>
                <a:close/>
              </a:path>
              <a:path w="338454" h="250825">
                <a:moveTo>
                  <a:pt x="338327" y="245363"/>
                </a:moveTo>
                <a:lnTo>
                  <a:pt x="336804" y="242315"/>
                </a:lnTo>
                <a:lnTo>
                  <a:pt x="64245" y="41019"/>
                </a:lnTo>
                <a:lnTo>
                  <a:pt x="58717" y="48515"/>
                </a:lnTo>
                <a:lnTo>
                  <a:pt x="330708" y="249936"/>
                </a:lnTo>
                <a:lnTo>
                  <a:pt x="334518" y="250698"/>
                </a:lnTo>
                <a:lnTo>
                  <a:pt x="337566" y="248412"/>
                </a:lnTo>
                <a:lnTo>
                  <a:pt x="338327" y="24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24313" y="6412991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59">
                <a:moveTo>
                  <a:pt x="0" y="0"/>
                </a:moveTo>
                <a:lnTo>
                  <a:pt x="0" y="377952"/>
                </a:lnTo>
                <a:lnTo>
                  <a:pt x="446531" y="377952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24313" y="6412991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59">
                <a:moveTo>
                  <a:pt x="0" y="0"/>
                </a:moveTo>
                <a:lnTo>
                  <a:pt x="0" y="377952"/>
                </a:lnTo>
                <a:lnTo>
                  <a:pt x="445770" y="377952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870845" y="6412991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59">
                <a:moveTo>
                  <a:pt x="0" y="0"/>
                </a:moveTo>
                <a:lnTo>
                  <a:pt x="0" y="377952"/>
                </a:lnTo>
                <a:lnTo>
                  <a:pt x="447293" y="377952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870083" y="6412991"/>
            <a:ext cx="448309" cy="378460"/>
          </a:xfrm>
          <a:custGeom>
            <a:avLst/>
            <a:gdLst/>
            <a:ahLst/>
            <a:cxnLst/>
            <a:rect l="l" t="t" r="r" b="b"/>
            <a:pathLst>
              <a:path w="448310" h="378459">
                <a:moveTo>
                  <a:pt x="0" y="0"/>
                </a:moveTo>
                <a:lnTo>
                  <a:pt x="0" y="377952"/>
                </a:lnTo>
                <a:lnTo>
                  <a:pt x="448055" y="377952"/>
                </a:lnTo>
                <a:lnTo>
                  <a:pt x="44805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318139" y="6412991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59">
                <a:moveTo>
                  <a:pt x="0" y="0"/>
                </a:moveTo>
                <a:lnTo>
                  <a:pt x="0" y="377952"/>
                </a:lnTo>
                <a:lnTo>
                  <a:pt x="445770" y="377952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18139" y="6412991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59">
                <a:moveTo>
                  <a:pt x="0" y="0"/>
                </a:moveTo>
                <a:lnTo>
                  <a:pt x="0" y="377952"/>
                </a:lnTo>
                <a:lnTo>
                  <a:pt x="445770" y="377952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465703" y="6409944"/>
            <a:ext cx="11728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89965" algn="l"/>
              </a:tabLst>
            </a:pPr>
            <a:r>
              <a:rPr sz="2400" spc="-5" dirty="0">
                <a:latin typeface="Arial"/>
                <a:cs typeface="Arial"/>
              </a:rPr>
              <a:t>11</a:t>
            </a:r>
            <a:r>
              <a:rPr sz="2400" spc="1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14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52967" y="6374891"/>
            <a:ext cx="753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25965" y="6549390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4" y="38100"/>
                </a:moveTo>
                <a:lnTo>
                  <a:pt x="438150" y="35051"/>
                </a:lnTo>
                <a:lnTo>
                  <a:pt x="43510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3433"/>
                </a:lnTo>
                <a:lnTo>
                  <a:pt x="435102" y="43433"/>
                </a:lnTo>
                <a:lnTo>
                  <a:pt x="438150" y="41909"/>
                </a:lnTo>
                <a:lnTo>
                  <a:pt x="439674" y="38100"/>
                </a:lnTo>
                <a:close/>
              </a:path>
              <a:path w="498475" h="76200">
                <a:moveTo>
                  <a:pt x="498348" y="38100"/>
                </a:moveTo>
                <a:lnTo>
                  <a:pt x="422148" y="0"/>
                </a:lnTo>
                <a:lnTo>
                  <a:pt x="422148" y="33527"/>
                </a:lnTo>
                <a:lnTo>
                  <a:pt x="435102" y="33527"/>
                </a:lnTo>
                <a:lnTo>
                  <a:pt x="438150" y="35051"/>
                </a:lnTo>
                <a:lnTo>
                  <a:pt x="439674" y="38100"/>
                </a:lnTo>
                <a:lnTo>
                  <a:pt x="439674" y="67436"/>
                </a:lnTo>
                <a:lnTo>
                  <a:pt x="498348" y="38100"/>
                </a:lnTo>
                <a:close/>
              </a:path>
              <a:path w="498475" h="76200">
                <a:moveTo>
                  <a:pt x="439674" y="67436"/>
                </a:moveTo>
                <a:lnTo>
                  <a:pt x="439674" y="38100"/>
                </a:lnTo>
                <a:lnTo>
                  <a:pt x="438150" y="41909"/>
                </a:lnTo>
                <a:lnTo>
                  <a:pt x="435102" y="43433"/>
                </a:lnTo>
                <a:lnTo>
                  <a:pt x="422148" y="43433"/>
                </a:lnTo>
                <a:lnTo>
                  <a:pt x="422148" y="76200"/>
                </a:lnTo>
                <a:lnTo>
                  <a:pt x="439674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48519" y="51114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34"/>
                </a:lnTo>
                <a:lnTo>
                  <a:pt x="139517" y="17930"/>
                </a:lnTo>
                <a:lnTo>
                  <a:pt x="100682" y="38978"/>
                </a:lnTo>
                <a:lnTo>
                  <a:pt x="66865" y="66865"/>
                </a:lnTo>
                <a:lnTo>
                  <a:pt x="38978" y="100682"/>
                </a:lnTo>
                <a:lnTo>
                  <a:pt x="17930" y="139517"/>
                </a:lnTo>
                <a:lnTo>
                  <a:pt x="4634" y="182460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520" y="452565"/>
                </a:lnTo>
                <a:lnTo>
                  <a:pt x="317361" y="439269"/>
                </a:lnTo>
                <a:lnTo>
                  <a:pt x="356182" y="418221"/>
                </a:lnTo>
                <a:lnTo>
                  <a:pt x="390048" y="390334"/>
                </a:lnTo>
                <a:lnTo>
                  <a:pt x="418020" y="356517"/>
                </a:lnTo>
                <a:lnTo>
                  <a:pt x="439162" y="317682"/>
                </a:lnTo>
                <a:lnTo>
                  <a:pt x="452534" y="274739"/>
                </a:lnTo>
                <a:lnTo>
                  <a:pt x="457200" y="228600"/>
                </a:lnTo>
                <a:lnTo>
                  <a:pt x="452534" y="182460"/>
                </a:lnTo>
                <a:lnTo>
                  <a:pt x="439162" y="139517"/>
                </a:lnTo>
                <a:lnTo>
                  <a:pt x="418020" y="100682"/>
                </a:lnTo>
                <a:lnTo>
                  <a:pt x="390048" y="66865"/>
                </a:lnTo>
                <a:lnTo>
                  <a:pt x="356182" y="38978"/>
                </a:lnTo>
                <a:lnTo>
                  <a:pt x="317361" y="17930"/>
                </a:lnTo>
                <a:lnTo>
                  <a:pt x="274520" y="4634"/>
                </a:lnTo>
                <a:lnTo>
                  <a:pt x="22860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654437" y="597331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65"/>
                </a:lnTo>
                <a:lnTo>
                  <a:pt x="139517" y="18037"/>
                </a:lnTo>
                <a:lnTo>
                  <a:pt x="100682" y="39179"/>
                </a:lnTo>
                <a:lnTo>
                  <a:pt x="66865" y="67151"/>
                </a:lnTo>
                <a:lnTo>
                  <a:pt x="38978" y="101017"/>
                </a:lnTo>
                <a:lnTo>
                  <a:pt x="17930" y="139838"/>
                </a:lnTo>
                <a:lnTo>
                  <a:pt x="4634" y="182679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679"/>
                </a:lnTo>
                <a:lnTo>
                  <a:pt x="439269" y="139838"/>
                </a:lnTo>
                <a:lnTo>
                  <a:pt x="418221" y="101017"/>
                </a:lnTo>
                <a:lnTo>
                  <a:pt x="390334" y="67151"/>
                </a:lnTo>
                <a:lnTo>
                  <a:pt x="356517" y="39179"/>
                </a:lnTo>
                <a:lnTo>
                  <a:pt x="317682" y="18037"/>
                </a:lnTo>
                <a:lnTo>
                  <a:pt x="274739" y="4665"/>
                </a:lnTo>
                <a:lnTo>
                  <a:pt x="22860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Operating on</a:t>
            </a:r>
            <a:r>
              <a:rPr spc="-15" dirty="0"/>
              <a:t> </a:t>
            </a:r>
            <a:r>
              <a:rPr spc="-5" dirty="0"/>
              <a:t>Polynomials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03675" y="5725921"/>
            <a:ext cx="312547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(ii) p-&gt;exp &lt;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q-&gt;exp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5023" y="2614421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1036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1036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56139" y="2639567"/>
            <a:ext cx="444500" cy="337185"/>
          </a:xfrm>
          <a:custGeom>
            <a:avLst/>
            <a:gdLst/>
            <a:ahLst/>
            <a:cxnLst/>
            <a:rect l="l" t="t" r="r" b="b"/>
            <a:pathLst>
              <a:path w="444500" h="337185">
                <a:moveTo>
                  <a:pt x="0" y="0"/>
                </a:moveTo>
                <a:lnTo>
                  <a:pt x="0" y="336804"/>
                </a:lnTo>
                <a:lnTo>
                  <a:pt x="444246" y="336804"/>
                </a:lnTo>
                <a:lnTo>
                  <a:pt x="44424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56139" y="2639567"/>
            <a:ext cx="444500" cy="337185"/>
          </a:xfrm>
          <a:custGeom>
            <a:avLst/>
            <a:gdLst/>
            <a:ahLst/>
            <a:cxnLst/>
            <a:rect l="l" t="t" r="r" b="b"/>
            <a:pathLst>
              <a:path w="444500" h="337185">
                <a:moveTo>
                  <a:pt x="0" y="0"/>
                </a:moveTo>
                <a:lnTo>
                  <a:pt x="0" y="336804"/>
                </a:lnTo>
                <a:lnTo>
                  <a:pt x="444246" y="336804"/>
                </a:lnTo>
                <a:lnTo>
                  <a:pt x="4442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35579" y="2615946"/>
            <a:ext cx="7258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2745" algn="l"/>
              </a:tabLst>
            </a:pPr>
            <a:r>
              <a:rPr sz="2400" spc="-5" dirty="0">
                <a:latin typeface="Arial"/>
                <a:cs typeface="Arial"/>
              </a:rPr>
              <a:t>3	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00385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00385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45087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45087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9161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9161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70296" y="2615946"/>
            <a:ext cx="64198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9105" algn="l"/>
              </a:tabLst>
            </a:pPr>
            <a:r>
              <a:rPr sz="2400" spc="-5" dirty="0">
                <a:latin typeface="Arial"/>
                <a:cs typeface="Arial"/>
              </a:rPr>
              <a:t>2	8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3738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3738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83615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83615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29372" y="2639567"/>
            <a:ext cx="445134" cy="337185"/>
          </a:xfrm>
          <a:custGeom>
            <a:avLst/>
            <a:gdLst/>
            <a:ahLst/>
            <a:cxnLst/>
            <a:rect l="l" t="t" r="r" b="b"/>
            <a:pathLst>
              <a:path w="445134" h="337185">
                <a:moveTo>
                  <a:pt x="0" y="0"/>
                </a:moveTo>
                <a:lnTo>
                  <a:pt x="0" y="336804"/>
                </a:lnTo>
                <a:lnTo>
                  <a:pt x="445007" y="336804"/>
                </a:lnTo>
                <a:lnTo>
                  <a:pt x="44500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29372" y="2639567"/>
            <a:ext cx="445134" cy="337185"/>
          </a:xfrm>
          <a:custGeom>
            <a:avLst/>
            <a:gdLst/>
            <a:ahLst/>
            <a:cxnLst/>
            <a:rect l="l" t="t" r="r" b="b"/>
            <a:pathLst>
              <a:path w="445134" h="337185">
                <a:moveTo>
                  <a:pt x="0" y="0"/>
                </a:moveTo>
                <a:lnTo>
                  <a:pt x="0" y="336804"/>
                </a:lnTo>
                <a:lnTo>
                  <a:pt x="445007" y="336804"/>
                </a:lnTo>
                <a:lnTo>
                  <a:pt x="4450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874393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74393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108825" y="2615946"/>
            <a:ext cx="10858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7200" algn="l"/>
                <a:tab pos="902969" algn="l"/>
              </a:tabLst>
            </a:pPr>
            <a:r>
              <a:rPr sz="2400" spc="-5" dirty="0">
                <a:latin typeface="Arial"/>
                <a:cs typeface="Arial"/>
              </a:rPr>
              <a:t>1	0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659265" y="2790444"/>
            <a:ext cx="451484" cy="76200"/>
          </a:xfrm>
          <a:custGeom>
            <a:avLst/>
            <a:gdLst/>
            <a:ahLst/>
            <a:cxnLst/>
            <a:rect l="l" t="t" r="r" b="b"/>
            <a:pathLst>
              <a:path w="451485" h="76200">
                <a:moveTo>
                  <a:pt x="374569" y="33478"/>
                </a:moveTo>
                <a:lnTo>
                  <a:pt x="4572" y="32004"/>
                </a:lnTo>
                <a:lnTo>
                  <a:pt x="1524" y="33528"/>
                </a:lnTo>
                <a:lnTo>
                  <a:pt x="0" y="36576"/>
                </a:lnTo>
                <a:lnTo>
                  <a:pt x="1524" y="40386"/>
                </a:lnTo>
                <a:lnTo>
                  <a:pt x="4572" y="41148"/>
                </a:lnTo>
                <a:lnTo>
                  <a:pt x="374477" y="42621"/>
                </a:lnTo>
                <a:lnTo>
                  <a:pt x="374569" y="33478"/>
                </a:lnTo>
                <a:close/>
              </a:path>
              <a:path w="451485" h="76200">
                <a:moveTo>
                  <a:pt x="391668" y="67523"/>
                </a:moveTo>
                <a:lnTo>
                  <a:pt x="391668" y="38100"/>
                </a:lnTo>
                <a:lnTo>
                  <a:pt x="390906" y="41148"/>
                </a:lnTo>
                <a:lnTo>
                  <a:pt x="387096" y="42672"/>
                </a:lnTo>
                <a:lnTo>
                  <a:pt x="374477" y="42621"/>
                </a:lnTo>
                <a:lnTo>
                  <a:pt x="374142" y="76200"/>
                </a:lnTo>
                <a:lnTo>
                  <a:pt x="391668" y="67523"/>
                </a:lnTo>
                <a:close/>
              </a:path>
              <a:path w="451485" h="76200">
                <a:moveTo>
                  <a:pt x="391668" y="38100"/>
                </a:moveTo>
                <a:lnTo>
                  <a:pt x="390906" y="34289"/>
                </a:lnTo>
                <a:lnTo>
                  <a:pt x="387096" y="33528"/>
                </a:lnTo>
                <a:lnTo>
                  <a:pt x="374569" y="33478"/>
                </a:lnTo>
                <a:lnTo>
                  <a:pt x="374477" y="42621"/>
                </a:lnTo>
                <a:lnTo>
                  <a:pt x="387096" y="42672"/>
                </a:lnTo>
                <a:lnTo>
                  <a:pt x="390906" y="41148"/>
                </a:lnTo>
                <a:lnTo>
                  <a:pt x="391668" y="38100"/>
                </a:lnTo>
                <a:close/>
              </a:path>
              <a:path w="451485" h="76200">
                <a:moveTo>
                  <a:pt x="451104" y="38100"/>
                </a:moveTo>
                <a:lnTo>
                  <a:pt x="374904" y="0"/>
                </a:lnTo>
                <a:lnTo>
                  <a:pt x="374569" y="33478"/>
                </a:lnTo>
                <a:lnTo>
                  <a:pt x="387096" y="33528"/>
                </a:lnTo>
                <a:lnTo>
                  <a:pt x="390906" y="34289"/>
                </a:lnTo>
                <a:lnTo>
                  <a:pt x="391668" y="38100"/>
                </a:lnTo>
                <a:lnTo>
                  <a:pt x="391668" y="67523"/>
                </a:lnTo>
                <a:lnTo>
                  <a:pt x="45110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43463" y="2798826"/>
            <a:ext cx="802005" cy="76200"/>
          </a:xfrm>
          <a:custGeom>
            <a:avLst/>
            <a:gdLst/>
            <a:ahLst/>
            <a:cxnLst/>
            <a:rect l="l" t="t" r="r" b="b"/>
            <a:pathLst>
              <a:path w="802004" h="76200">
                <a:moveTo>
                  <a:pt x="742950" y="38099"/>
                </a:moveTo>
                <a:lnTo>
                  <a:pt x="741426" y="34289"/>
                </a:lnTo>
                <a:lnTo>
                  <a:pt x="7383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738378" y="42671"/>
                </a:lnTo>
                <a:lnTo>
                  <a:pt x="741426" y="41147"/>
                </a:lnTo>
                <a:lnTo>
                  <a:pt x="742950" y="38099"/>
                </a:lnTo>
                <a:close/>
              </a:path>
              <a:path w="802004" h="76200">
                <a:moveTo>
                  <a:pt x="801624" y="38099"/>
                </a:moveTo>
                <a:lnTo>
                  <a:pt x="725424" y="0"/>
                </a:lnTo>
                <a:lnTo>
                  <a:pt x="725424" y="32765"/>
                </a:lnTo>
                <a:lnTo>
                  <a:pt x="738378" y="32765"/>
                </a:lnTo>
                <a:lnTo>
                  <a:pt x="741426" y="34289"/>
                </a:lnTo>
                <a:lnTo>
                  <a:pt x="742950" y="38099"/>
                </a:lnTo>
                <a:lnTo>
                  <a:pt x="742950" y="67436"/>
                </a:lnTo>
                <a:lnTo>
                  <a:pt x="801624" y="38099"/>
                </a:lnTo>
                <a:close/>
              </a:path>
              <a:path w="802004" h="76200">
                <a:moveTo>
                  <a:pt x="742950" y="67436"/>
                </a:moveTo>
                <a:lnTo>
                  <a:pt x="742950" y="38099"/>
                </a:lnTo>
                <a:lnTo>
                  <a:pt x="741426" y="41147"/>
                </a:lnTo>
                <a:lnTo>
                  <a:pt x="738378" y="42671"/>
                </a:lnTo>
                <a:lnTo>
                  <a:pt x="725424" y="42671"/>
                </a:lnTo>
                <a:lnTo>
                  <a:pt x="725424" y="76199"/>
                </a:lnTo>
                <a:lnTo>
                  <a:pt x="742950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94183" y="2778251"/>
            <a:ext cx="802640" cy="76200"/>
          </a:xfrm>
          <a:custGeom>
            <a:avLst/>
            <a:gdLst/>
            <a:ahLst/>
            <a:cxnLst/>
            <a:rect l="l" t="t" r="r" b="b"/>
            <a:pathLst>
              <a:path w="802640" h="76200">
                <a:moveTo>
                  <a:pt x="725850" y="42698"/>
                </a:moveTo>
                <a:lnTo>
                  <a:pt x="725751" y="32792"/>
                </a:lnTo>
                <a:lnTo>
                  <a:pt x="5334" y="34289"/>
                </a:lnTo>
                <a:lnTo>
                  <a:pt x="1524" y="35813"/>
                </a:lnTo>
                <a:lnTo>
                  <a:pt x="0" y="39623"/>
                </a:lnTo>
                <a:lnTo>
                  <a:pt x="1524" y="42671"/>
                </a:lnTo>
                <a:lnTo>
                  <a:pt x="5334" y="44195"/>
                </a:lnTo>
                <a:lnTo>
                  <a:pt x="725850" y="42698"/>
                </a:lnTo>
                <a:close/>
              </a:path>
              <a:path w="802640" h="76200">
                <a:moveTo>
                  <a:pt x="802385" y="37337"/>
                </a:moveTo>
                <a:lnTo>
                  <a:pt x="725424" y="0"/>
                </a:lnTo>
                <a:lnTo>
                  <a:pt x="725751" y="32792"/>
                </a:lnTo>
                <a:lnTo>
                  <a:pt x="738365" y="32765"/>
                </a:lnTo>
                <a:lnTo>
                  <a:pt x="742188" y="34289"/>
                </a:lnTo>
                <a:lnTo>
                  <a:pt x="742937" y="38099"/>
                </a:lnTo>
                <a:lnTo>
                  <a:pt x="742937" y="67656"/>
                </a:lnTo>
                <a:lnTo>
                  <a:pt x="802385" y="37337"/>
                </a:lnTo>
                <a:close/>
              </a:path>
              <a:path w="802640" h="76200">
                <a:moveTo>
                  <a:pt x="742937" y="38099"/>
                </a:moveTo>
                <a:lnTo>
                  <a:pt x="742188" y="34289"/>
                </a:lnTo>
                <a:lnTo>
                  <a:pt x="738365" y="32765"/>
                </a:lnTo>
                <a:lnTo>
                  <a:pt x="725751" y="32792"/>
                </a:lnTo>
                <a:lnTo>
                  <a:pt x="725850" y="42698"/>
                </a:lnTo>
                <a:lnTo>
                  <a:pt x="738365" y="42671"/>
                </a:lnTo>
                <a:lnTo>
                  <a:pt x="742188" y="41147"/>
                </a:lnTo>
                <a:lnTo>
                  <a:pt x="742937" y="38099"/>
                </a:lnTo>
                <a:close/>
              </a:path>
              <a:path w="802640" h="76200">
                <a:moveTo>
                  <a:pt x="742937" y="67656"/>
                </a:moveTo>
                <a:lnTo>
                  <a:pt x="742937" y="38099"/>
                </a:lnTo>
                <a:lnTo>
                  <a:pt x="742188" y="41147"/>
                </a:lnTo>
                <a:lnTo>
                  <a:pt x="738365" y="42671"/>
                </a:lnTo>
                <a:lnTo>
                  <a:pt x="725850" y="42698"/>
                </a:lnTo>
                <a:lnTo>
                  <a:pt x="726185" y="76199"/>
                </a:lnTo>
                <a:lnTo>
                  <a:pt x="742937" y="67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27261" y="3909821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4" y="38100"/>
                </a:moveTo>
                <a:lnTo>
                  <a:pt x="438912" y="34289"/>
                </a:lnTo>
                <a:lnTo>
                  <a:pt x="435101" y="33527"/>
                </a:lnTo>
                <a:lnTo>
                  <a:pt x="4571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1" y="42672"/>
                </a:lnTo>
                <a:lnTo>
                  <a:pt x="435101" y="42672"/>
                </a:lnTo>
                <a:lnTo>
                  <a:pt x="438912" y="41148"/>
                </a:lnTo>
                <a:lnTo>
                  <a:pt x="439674" y="38100"/>
                </a:lnTo>
                <a:close/>
              </a:path>
              <a:path w="498475" h="76200">
                <a:moveTo>
                  <a:pt x="498347" y="38100"/>
                </a:moveTo>
                <a:lnTo>
                  <a:pt x="422147" y="0"/>
                </a:lnTo>
                <a:lnTo>
                  <a:pt x="422147" y="33527"/>
                </a:lnTo>
                <a:lnTo>
                  <a:pt x="435101" y="33527"/>
                </a:lnTo>
                <a:lnTo>
                  <a:pt x="438912" y="34289"/>
                </a:lnTo>
                <a:lnTo>
                  <a:pt x="439674" y="38100"/>
                </a:lnTo>
                <a:lnTo>
                  <a:pt x="439674" y="67437"/>
                </a:lnTo>
                <a:lnTo>
                  <a:pt x="498347" y="38100"/>
                </a:lnTo>
                <a:close/>
              </a:path>
              <a:path w="498475" h="76200">
                <a:moveTo>
                  <a:pt x="439674" y="67437"/>
                </a:moveTo>
                <a:lnTo>
                  <a:pt x="439674" y="38100"/>
                </a:lnTo>
                <a:lnTo>
                  <a:pt x="438912" y="41148"/>
                </a:lnTo>
                <a:lnTo>
                  <a:pt x="435101" y="42672"/>
                </a:lnTo>
                <a:lnTo>
                  <a:pt x="422147" y="42672"/>
                </a:lnTo>
                <a:lnTo>
                  <a:pt x="422147" y="76200"/>
                </a:lnTo>
                <a:lnTo>
                  <a:pt x="4396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800732" y="3704844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125609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25609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72141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72141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251580" y="3668267"/>
            <a:ext cx="7270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4015" algn="l"/>
              </a:tabLst>
            </a:pPr>
            <a:r>
              <a:rPr sz="2400" spc="-5" dirty="0">
                <a:latin typeface="Arial"/>
                <a:cs typeface="Arial"/>
              </a:rPr>
              <a:t>8	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01943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1943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065661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65661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12193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2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12193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2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140578" y="3668267"/>
            <a:ext cx="77851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5450" algn="l"/>
              </a:tabLst>
            </a:pPr>
            <a:r>
              <a:rPr sz="2400" spc="-1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959487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959487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0722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0722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53769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453769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901051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01051" y="3671315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048627" y="3668267"/>
            <a:ext cx="11728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2925" algn="l"/>
                <a:tab pos="989965" algn="l"/>
              </a:tabLst>
            </a:pPr>
            <a:r>
              <a:rPr sz="2400" spc="-5" dirty="0">
                <a:latin typeface="Arial"/>
                <a:cs typeface="Arial"/>
              </a:rPr>
              <a:t>10	6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262513" y="3854196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74" y="38100"/>
                </a:moveTo>
                <a:lnTo>
                  <a:pt x="742950" y="35051"/>
                </a:lnTo>
                <a:lnTo>
                  <a:pt x="73990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1"/>
                </a:lnTo>
                <a:lnTo>
                  <a:pt x="739902" y="42671"/>
                </a:lnTo>
                <a:lnTo>
                  <a:pt x="742950" y="41148"/>
                </a:lnTo>
                <a:lnTo>
                  <a:pt x="744474" y="38100"/>
                </a:lnTo>
                <a:close/>
              </a:path>
              <a:path w="803275" h="76200">
                <a:moveTo>
                  <a:pt x="803148" y="38100"/>
                </a:moveTo>
                <a:lnTo>
                  <a:pt x="726948" y="0"/>
                </a:lnTo>
                <a:lnTo>
                  <a:pt x="726948" y="33527"/>
                </a:lnTo>
                <a:lnTo>
                  <a:pt x="739902" y="33527"/>
                </a:lnTo>
                <a:lnTo>
                  <a:pt x="742950" y="35051"/>
                </a:lnTo>
                <a:lnTo>
                  <a:pt x="744474" y="38100"/>
                </a:lnTo>
                <a:lnTo>
                  <a:pt x="744474" y="67437"/>
                </a:lnTo>
                <a:lnTo>
                  <a:pt x="803148" y="38100"/>
                </a:lnTo>
                <a:close/>
              </a:path>
              <a:path w="803275" h="76200">
                <a:moveTo>
                  <a:pt x="744474" y="67437"/>
                </a:moveTo>
                <a:lnTo>
                  <a:pt x="744474" y="38100"/>
                </a:lnTo>
                <a:lnTo>
                  <a:pt x="742950" y="41148"/>
                </a:lnTo>
                <a:lnTo>
                  <a:pt x="739902" y="42671"/>
                </a:lnTo>
                <a:lnTo>
                  <a:pt x="726948" y="42671"/>
                </a:lnTo>
                <a:lnTo>
                  <a:pt x="726948" y="76200"/>
                </a:lnTo>
                <a:lnTo>
                  <a:pt x="7444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217043" y="3832097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73" y="38100"/>
                </a:moveTo>
                <a:lnTo>
                  <a:pt x="742949" y="34289"/>
                </a:lnTo>
                <a:lnTo>
                  <a:pt x="739127" y="33527"/>
                </a:lnTo>
                <a:lnTo>
                  <a:pt x="4572" y="33527"/>
                </a:lnTo>
                <a:lnTo>
                  <a:pt x="762" y="34289"/>
                </a:lnTo>
                <a:lnTo>
                  <a:pt x="0" y="38100"/>
                </a:lnTo>
                <a:lnTo>
                  <a:pt x="762" y="41148"/>
                </a:lnTo>
                <a:lnTo>
                  <a:pt x="4572" y="42672"/>
                </a:lnTo>
                <a:lnTo>
                  <a:pt x="739127" y="42672"/>
                </a:lnTo>
                <a:lnTo>
                  <a:pt x="742949" y="41148"/>
                </a:lnTo>
                <a:lnTo>
                  <a:pt x="744473" y="38100"/>
                </a:lnTo>
                <a:close/>
              </a:path>
              <a:path w="803275" h="76200">
                <a:moveTo>
                  <a:pt x="803147" y="38100"/>
                </a:moveTo>
                <a:lnTo>
                  <a:pt x="726947" y="0"/>
                </a:lnTo>
                <a:lnTo>
                  <a:pt x="726947" y="33527"/>
                </a:lnTo>
                <a:lnTo>
                  <a:pt x="739127" y="33527"/>
                </a:lnTo>
                <a:lnTo>
                  <a:pt x="742949" y="34289"/>
                </a:lnTo>
                <a:lnTo>
                  <a:pt x="744473" y="38100"/>
                </a:lnTo>
                <a:lnTo>
                  <a:pt x="744473" y="67437"/>
                </a:lnTo>
                <a:lnTo>
                  <a:pt x="803147" y="38100"/>
                </a:lnTo>
                <a:close/>
              </a:path>
              <a:path w="803275" h="76200">
                <a:moveTo>
                  <a:pt x="744473" y="67437"/>
                </a:moveTo>
                <a:lnTo>
                  <a:pt x="744473" y="38100"/>
                </a:lnTo>
                <a:lnTo>
                  <a:pt x="742949" y="41148"/>
                </a:lnTo>
                <a:lnTo>
                  <a:pt x="739127" y="42672"/>
                </a:lnTo>
                <a:lnTo>
                  <a:pt x="726947" y="42672"/>
                </a:lnTo>
                <a:lnTo>
                  <a:pt x="726947" y="76200"/>
                </a:lnTo>
                <a:lnTo>
                  <a:pt x="74447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553583" y="3156965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80253" y="4270247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202059" y="2961894"/>
            <a:ext cx="338455" cy="250825"/>
          </a:xfrm>
          <a:custGeom>
            <a:avLst/>
            <a:gdLst/>
            <a:ahLst/>
            <a:cxnLst/>
            <a:rect l="l" t="t" r="r" b="b"/>
            <a:pathLst>
              <a:path w="338454" h="250825">
                <a:moveTo>
                  <a:pt x="84582" y="14478"/>
                </a:moveTo>
                <a:lnTo>
                  <a:pt x="0" y="0"/>
                </a:lnTo>
                <a:lnTo>
                  <a:pt x="38862" y="76200"/>
                </a:lnTo>
                <a:lnTo>
                  <a:pt x="46482" y="65912"/>
                </a:lnTo>
                <a:lnTo>
                  <a:pt x="46482" y="38862"/>
                </a:lnTo>
                <a:lnTo>
                  <a:pt x="47244" y="35051"/>
                </a:lnTo>
                <a:lnTo>
                  <a:pt x="50292" y="32766"/>
                </a:lnTo>
                <a:lnTo>
                  <a:pt x="54101" y="34289"/>
                </a:lnTo>
                <a:lnTo>
                  <a:pt x="64330" y="41816"/>
                </a:lnTo>
                <a:lnTo>
                  <a:pt x="84582" y="14478"/>
                </a:lnTo>
                <a:close/>
              </a:path>
              <a:path w="338454" h="250825">
                <a:moveTo>
                  <a:pt x="64330" y="41816"/>
                </a:moveTo>
                <a:lnTo>
                  <a:pt x="54101" y="34289"/>
                </a:lnTo>
                <a:lnTo>
                  <a:pt x="50292" y="32766"/>
                </a:lnTo>
                <a:lnTo>
                  <a:pt x="47244" y="35051"/>
                </a:lnTo>
                <a:lnTo>
                  <a:pt x="46482" y="38862"/>
                </a:lnTo>
                <a:lnTo>
                  <a:pt x="48768" y="41910"/>
                </a:lnTo>
                <a:lnTo>
                  <a:pt x="58786" y="49301"/>
                </a:lnTo>
                <a:lnTo>
                  <a:pt x="64330" y="41816"/>
                </a:lnTo>
                <a:close/>
              </a:path>
              <a:path w="338454" h="250825">
                <a:moveTo>
                  <a:pt x="58786" y="49301"/>
                </a:moveTo>
                <a:lnTo>
                  <a:pt x="48768" y="41910"/>
                </a:lnTo>
                <a:lnTo>
                  <a:pt x="46482" y="38862"/>
                </a:lnTo>
                <a:lnTo>
                  <a:pt x="46482" y="65912"/>
                </a:lnTo>
                <a:lnTo>
                  <a:pt x="58786" y="49301"/>
                </a:lnTo>
                <a:close/>
              </a:path>
              <a:path w="338454" h="250825">
                <a:moveTo>
                  <a:pt x="338327" y="245363"/>
                </a:moveTo>
                <a:lnTo>
                  <a:pt x="336803" y="242316"/>
                </a:lnTo>
                <a:lnTo>
                  <a:pt x="64330" y="41816"/>
                </a:lnTo>
                <a:lnTo>
                  <a:pt x="58786" y="49301"/>
                </a:lnTo>
                <a:lnTo>
                  <a:pt x="330708" y="249936"/>
                </a:lnTo>
                <a:lnTo>
                  <a:pt x="334518" y="250698"/>
                </a:lnTo>
                <a:lnTo>
                  <a:pt x="337565" y="249174"/>
                </a:lnTo>
                <a:lnTo>
                  <a:pt x="338327" y="24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218061" y="4034790"/>
            <a:ext cx="338455" cy="325120"/>
          </a:xfrm>
          <a:custGeom>
            <a:avLst/>
            <a:gdLst/>
            <a:ahLst/>
            <a:cxnLst/>
            <a:rect l="l" t="t" r="r" b="b"/>
            <a:pathLst>
              <a:path w="338454" h="325120">
                <a:moveTo>
                  <a:pt x="81534" y="25908"/>
                </a:moveTo>
                <a:lnTo>
                  <a:pt x="0" y="0"/>
                </a:lnTo>
                <a:lnTo>
                  <a:pt x="28956" y="80772"/>
                </a:lnTo>
                <a:lnTo>
                  <a:pt x="41148" y="68049"/>
                </a:lnTo>
                <a:lnTo>
                  <a:pt x="41148" y="44196"/>
                </a:lnTo>
                <a:lnTo>
                  <a:pt x="42672" y="41148"/>
                </a:lnTo>
                <a:lnTo>
                  <a:pt x="45720" y="39624"/>
                </a:lnTo>
                <a:lnTo>
                  <a:pt x="49530" y="41148"/>
                </a:lnTo>
                <a:lnTo>
                  <a:pt x="58603" y="49835"/>
                </a:lnTo>
                <a:lnTo>
                  <a:pt x="81534" y="25908"/>
                </a:lnTo>
                <a:close/>
              </a:path>
              <a:path w="338454" h="325120">
                <a:moveTo>
                  <a:pt x="58603" y="49835"/>
                </a:moveTo>
                <a:lnTo>
                  <a:pt x="49530" y="41148"/>
                </a:lnTo>
                <a:lnTo>
                  <a:pt x="45720" y="39624"/>
                </a:lnTo>
                <a:lnTo>
                  <a:pt x="42672" y="41148"/>
                </a:lnTo>
                <a:lnTo>
                  <a:pt x="41148" y="44196"/>
                </a:lnTo>
                <a:lnTo>
                  <a:pt x="42672" y="48006"/>
                </a:lnTo>
                <a:lnTo>
                  <a:pt x="51894" y="56836"/>
                </a:lnTo>
                <a:lnTo>
                  <a:pt x="58603" y="49835"/>
                </a:lnTo>
                <a:close/>
              </a:path>
              <a:path w="338454" h="325120">
                <a:moveTo>
                  <a:pt x="51894" y="56836"/>
                </a:moveTo>
                <a:lnTo>
                  <a:pt x="42672" y="48006"/>
                </a:lnTo>
                <a:lnTo>
                  <a:pt x="41148" y="44196"/>
                </a:lnTo>
                <a:lnTo>
                  <a:pt x="41148" y="68049"/>
                </a:lnTo>
                <a:lnTo>
                  <a:pt x="51894" y="56836"/>
                </a:lnTo>
                <a:close/>
              </a:path>
              <a:path w="338454" h="325120">
                <a:moveTo>
                  <a:pt x="338328" y="319277"/>
                </a:moveTo>
                <a:lnTo>
                  <a:pt x="336804" y="316230"/>
                </a:lnTo>
                <a:lnTo>
                  <a:pt x="58603" y="49835"/>
                </a:lnTo>
                <a:lnTo>
                  <a:pt x="51894" y="56836"/>
                </a:lnTo>
                <a:lnTo>
                  <a:pt x="329946" y="323088"/>
                </a:lnTo>
                <a:lnTo>
                  <a:pt x="333756" y="324612"/>
                </a:lnTo>
                <a:lnTo>
                  <a:pt x="336804" y="323088"/>
                </a:lnTo>
                <a:lnTo>
                  <a:pt x="338328" y="3192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121037" y="4684776"/>
            <a:ext cx="447040" cy="377190"/>
          </a:xfrm>
          <a:custGeom>
            <a:avLst/>
            <a:gdLst/>
            <a:ahLst/>
            <a:cxnLst/>
            <a:rect l="l" t="t" r="r" b="b"/>
            <a:pathLst>
              <a:path w="447039" h="377189">
                <a:moveTo>
                  <a:pt x="0" y="0"/>
                </a:moveTo>
                <a:lnTo>
                  <a:pt x="0" y="377189"/>
                </a:lnTo>
                <a:lnTo>
                  <a:pt x="446531" y="377189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121037" y="4684776"/>
            <a:ext cx="447040" cy="377190"/>
          </a:xfrm>
          <a:custGeom>
            <a:avLst/>
            <a:gdLst/>
            <a:ahLst/>
            <a:cxnLst/>
            <a:rect l="l" t="t" r="r" b="b"/>
            <a:pathLst>
              <a:path w="447039" h="377189">
                <a:moveTo>
                  <a:pt x="0" y="0"/>
                </a:moveTo>
                <a:lnTo>
                  <a:pt x="0" y="377189"/>
                </a:lnTo>
                <a:lnTo>
                  <a:pt x="446531" y="377189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567569" y="4684776"/>
            <a:ext cx="447675" cy="377190"/>
          </a:xfrm>
          <a:custGeom>
            <a:avLst/>
            <a:gdLst/>
            <a:ahLst/>
            <a:cxnLst/>
            <a:rect l="l" t="t" r="r" b="b"/>
            <a:pathLst>
              <a:path w="447675" h="377189">
                <a:moveTo>
                  <a:pt x="0" y="0"/>
                </a:moveTo>
                <a:lnTo>
                  <a:pt x="0" y="377189"/>
                </a:lnTo>
                <a:lnTo>
                  <a:pt x="447293" y="377189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567569" y="4684776"/>
            <a:ext cx="447675" cy="377190"/>
          </a:xfrm>
          <a:custGeom>
            <a:avLst/>
            <a:gdLst/>
            <a:ahLst/>
            <a:cxnLst/>
            <a:rect l="l" t="t" r="r" b="b"/>
            <a:pathLst>
              <a:path w="447675" h="377189">
                <a:moveTo>
                  <a:pt x="0" y="0"/>
                </a:moveTo>
                <a:lnTo>
                  <a:pt x="0" y="377189"/>
                </a:lnTo>
                <a:lnTo>
                  <a:pt x="447293" y="377189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3162426" y="4680966"/>
            <a:ext cx="81089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11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014863" y="4684776"/>
            <a:ext cx="447040" cy="377190"/>
          </a:xfrm>
          <a:custGeom>
            <a:avLst/>
            <a:gdLst/>
            <a:ahLst/>
            <a:cxnLst/>
            <a:rect l="l" t="t" r="r" b="b"/>
            <a:pathLst>
              <a:path w="447039" h="377189">
                <a:moveTo>
                  <a:pt x="0" y="0"/>
                </a:moveTo>
                <a:lnTo>
                  <a:pt x="0" y="377189"/>
                </a:lnTo>
                <a:lnTo>
                  <a:pt x="446531" y="377189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14863" y="4684776"/>
            <a:ext cx="445770" cy="377190"/>
          </a:xfrm>
          <a:custGeom>
            <a:avLst/>
            <a:gdLst/>
            <a:ahLst/>
            <a:cxnLst/>
            <a:rect l="l" t="t" r="r" b="b"/>
            <a:pathLst>
              <a:path w="445770" h="377189">
                <a:moveTo>
                  <a:pt x="0" y="0"/>
                </a:moveTo>
                <a:lnTo>
                  <a:pt x="0" y="377189"/>
                </a:lnTo>
                <a:lnTo>
                  <a:pt x="445770" y="377189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812925" y="4645914"/>
            <a:ext cx="753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2622689" y="4821173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4" y="38100"/>
                </a:moveTo>
                <a:lnTo>
                  <a:pt x="438150" y="34289"/>
                </a:lnTo>
                <a:lnTo>
                  <a:pt x="435101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435101" y="42672"/>
                </a:lnTo>
                <a:lnTo>
                  <a:pt x="438150" y="41148"/>
                </a:lnTo>
                <a:lnTo>
                  <a:pt x="439674" y="38100"/>
                </a:lnTo>
                <a:close/>
              </a:path>
              <a:path w="498475" h="76200">
                <a:moveTo>
                  <a:pt x="498348" y="38100"/>
                </a:moveTo>
                <a:lnTo>
                  <a:pt x="422148" y="0"/>
                </a:lnTo>
                <a:lnTo>
                  <a:pt x="422148" y="32765"/>
                </a:lnTo>
                <a:lnTo>
                  <a:pt x="435101" y="32765"/>
                </a:lnTo>
                <a:lnTo>
                  <a:pt x="438150" y="34289"/>
                </a:lnTo>
                <a:lnTo>
                  <a:pt x="439674" y="38100"/>
                </a:lnTo>
                <a:lnTo>
                  <a:pt x="439674" y="67437"/>
                </a:lnTo>
                <a:lnTo>
                  <a:pt x="498348" y="38100"/>
                </a:lnTo>
                <a:close/>
              </a:path>
              <a:path w="498475" h="76200">
                <a:moveTo>
                  <a:pt x="439674" y="67437"/>
                </a:moveTo>
                <a:lnTo>
                  <a:pt x="439674" y="38100"/>
                </a:lnTo>
                <a:lnTo>
                  <a:pt x="438150" y="41148"/>
                </a:lnTo>
                <a:lnTo>
                  <a:pt x="435101" y="42672"/>
                </a:lnTo>
                <a:lnTo>
                  <a:pt x="422148" y="42672"/>
                </a:lnTo>
                <a:lnTo>
                  <a:pt x="422148" y="76200"/>
                </a:lnTo>
                <a:lnTo>
                  <a:pt x="4396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021465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021465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67235" y="4696967"/>
            <a:ext cx="448309" cy="378460"/>
          </a:xfrm>
          <a:custGeom>
            <a:avLst/>
            <a:gdLst/>
            <a:ahLst/>
            <a:cxnLst/>
            <a:rect l="l" t="t" r="r" b="b"/>
            <a:pathLst>
              <a:path w="448310" h="378460">
                <a:moveTo>
                  <a:pt x="0" y="0"/>
                </a:moveTo>
                <a:lnTo>
                  <a:pt x="0" y="377952"/>
                </a:lnTo>
                <a:lnTo>
                  <a:pt x="448055" y="377951"/>
                </a:lnTo>
                <a:lnTo>
                  <a:pt x="44805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67235" y="4696967"/>
            <a:ext cx="448309" cy="378460"/>
          </a:xfrm>
          <a:custGeom>
            <a:avLst/>
            <a:gdLst/>
            <a:ahLst/>
            <a:cxnLst/>
            <a:rect l="l" t="t" r="r" b="b"/>
            <a:pathLst>
              <a:path w="448310" h="378460">
                <a:moveTo>
                  <a:pt x="0" y="0"/>
                </a:moveTo>
                <a:lnTo>
                  <a:pt x="0" y="377952"/>
                </a:lnTo>
                <a:lnTo>
                  <a:pt x="448055" y="377951"/>
                </a:lnTo>
                <a:lnTo>
                  <a:pt x="44805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915291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915291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5096383" y="4693920"/>
            <a:ext cx="11391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4815" algn="l"/>
                <a:tab pos="956310" algn="l"/>
              </a:tabLst>
            </a:pPr>
            <a:r>
              <a:rPr sz="2400" spc="-1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10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4230509" y="4840223"/>
            <a:ext cx="803910" cy="76200"/>
          </a:xfrm>
          <a:custGeom>
            <a:avLst/>
            <a:gdLst/>
            <a:ahLst/>
            <a:cxnLst/>
            <a:rect l="l" t="t" r="r" b="b"/>
            <a:pathLst>
              <a:path w="803910" h="76200">
                <a:moveTo>
                  <a:pt x="744474" y="38100"/>
                </a:moveTo>
                <a:lnTo>
                  <a:pt x="743712" y="34289"/>
                </a:lnTo>
                <a:lnTo>
                  <a:pt x="739901" y="32765"/>
                </a:lnTo>
                <a:lnTo>
                  <a:pt x="5334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5334" y="42672"/>
                </a:lnTo>
                <a:lnTo>
                  <a:pt x="739901" y="42672"/>
                </a:lnTo>
                <a:lnTo>
                  <a:pt x="743712" y="41148"/>
                </a:lnTo>
                <a:lnTo>
                  <a:pt x="744474" y="38100"/>
                </a:lnTo>
                <a:close/>
              </a:path>
              <a:path w="803910" h="76200">
                <a:moveTo>
                  <a:pt x="803910" y="38100"/>
                </a:moveTo>
                <a:lnTo>
                  <a:pt x="727710" y="0"/>
                </a:lnTo>
                <a:lnTo>
                  <a:pt x="727710" y="32765"/>
                </a:lnTo>
                <a:lnTo>
                  <a:pt x="739901" y="32765"/>
                </a:lnTo>
                <a:lnTo>
                  <a:pt x="743712" y="34289"/>
                </a:lnTo>
                <a:lnTo>
                  <a:pt x="744474" y="38100"/>
                </a:lnTo>
                <a:lnTo>
                  <a:pt x="744474" y="67818"/>
                </a:lnTo>
                <a:lnTo>
                  <a:pt x="803910" y="38100"/>
                </a:lnTo>
                <a:close/>
              </a:path>
              <a:path w="803910" h="76200">
                <a:moveTo>
                  <a:pt x="744474" y="67818"/>
                </a:moveTo>
                <a:lnTo>
                  <a:pt x="744474" y="38100"/>
                </a:lnTo>
                <a:lnTo>
                  <a:pt x="743712" y="41148"/>
                </a:lnTo>
                <a:lnTo>
                  <a:pt x="739901" y="42672"/>
                </a:lnTo>
                <a:lnTo>
                  <a:pt x="727710" y="42672"/>
                </a:lnTo>
                <a:lnTo>
                  <a:pt x="727710" y="76200"/>
                </a:lnTo>
                <a:lnTo>
                  <a:pt x="744474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470283" y="43068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679" y="4634"/>
                </a:lnTo>
                <a:lnTo>
                  <a:pt x="139838" y="17930"/>
                </a:lnTo>
                <a:lnTo>
                  <a:pt x="101017" y="38978"/>
                </a:lnTo>
                <a:lnTo>
                  <a:pt x="67151" y="66865"/>
                </a:lnTo>
                <a:lnTo>
                  <a:pt x="39179" y="100682"/>
                </a:lnTo>
                <a:lnTo>
                  <a:pt x="18037" y="139517"/>
                </a:lnTo>
                <a:lnTo>
                  <a:pt x="4665" y="182460"/>
                </a:lnTo>
                <a:lnTo>
                  <a:pt x="0" y="228600"/>
                </a:lnTo>
                <a:lnTo>
                  <a:pt x="4665" y="274520"/>
                </a:lnTo>
                <a:lnTo>
                  <a:pt x="18037" y="317361"/>
                </a:lnTo>
                <a:lnTo>
                  <a:pt x="39179" y="356182"/>
                </a:lnTo>
                <a:lnTo>
                  <a:pt x="67151" y="390048"/>
                </a:lnTo>
                <a:lnTo>
                  <a:pt x="101017" y="418020"/>
                </a:lnTo>
                <a:lnTo>
                  <a:pt x="139838" y="439162"/>
                </a:lnTo>
                <a:lnTo>
                  <a:pt x="182679" y="452534"/>
                </a:lnTo>
                <a:lnTo>
                  <a:pt x="228600" y="457200"/>
                </a:lnTo>
                <a:lnTo>
                  <a:pt x="274739" y="452534"/>
                </a:lnTo>
                <a:lnTo>
                  <a:pt x="317682" y="439162"/>
                </a:lnTo>
                <a:lnTo>
                  <a:pt x="356517" y="418020"/>
                </a:lnTo>
                <a:lnTo>
                  <a:pt x="390334" y="390048"/>
                </a:lnTo>
                <a:lnTo>
                  <a:pt x="418221" y="356182"/>
                </a:lnTo>
                <a:lnTo>
                  <a:pt x="439269" y="317361"/>
                </a:lnTo>
                <a:lnTo>
                  <a:pt x="452565" y="274520"/>
                </a:lnTo>
                <a:lnTo>
                  <a:pt x="457200" y="228599"/>
                </a:lnTo>
                <a:lnTo>
                  <a:pt x="452565" y="182460"/>
                </a:lnTo>
                <a:lnTo>
                  <a:pt x="439269" y="139517"/>
                </a:lnTo>
                <a:lnTo>
                  <a:pt x="418221" y="100682"/>
                </a:lnTo>
                <a:lnTo>
                  <a:pt x="390334" y="66865"/>
                </a:lnTo>
                <a:lnTo>
                  <a:pt x="356517" y="38978"/>
                </a:lnTo>
                <a:lnTo>
                  <a:pt x="317682" y="17930"/>
                </a:lnTo>
                <a:lnTo>
                  <a:pt x="274739" y="4634"/>
                </a:lnTo>
                <a:lnTo>
                  <a:pt x="22860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Operating on</a:t>
            </a:r>
            <a:r>
              <a:rPr spc="-15" dirty="0"/>
              <a:t> </a:t>
            </a:r>
            <a:r>
              <a:rPr spc="-5" dirty="0"/>
              <a:t>Polynomials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03675" y="5725921"/>
            <a:ext cx="320548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(iii) p-&gt;exp &gt;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q-&gt;exp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0285" y="2677667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1036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1036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56139" y="2639567"/>
            <a:ext cx="444500" cy="337185"/>
          </a:xfrm>
          <a:custGeom>
            <a:avLst/>
            <a:gdLst/>
            <a:ahLst/>
            <a:cxnLst/>
            <a:rect l="l" t="t" r="r" b="b"/>
            <a:pathLst>
              <a:path w="444500" h="337185">
                <a:moveTo>
                  <a:pt x="0" y="0"/>
                </a:moveTo>
                <a:lnTo>
                  <a:pt x="0" y="336804"/>
                </a:lnTo>
                <a:lnTo>
                  <a:pt x="444246" y="336804"/>
                </a:lnTo>
                <a:lnTo>
                  <a:pt x="444246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56139" y="2639567"/>
            <a:ext cx="444500" cy="337185"/>
          </a:xfrm>
          <a:custGeom>
            <a:avLst/>
            <a:gdLst/>
            <a:ahLst/>
            <a:cxnLst/>
            <a:rect l="l" t="t" r="r" b="b"/>
            <a:pathLst>
              <a:path w="444500" h="337185">
                <a:moveTo>
                  <a:pt x="0" y="0"/>
                </a:moveTo>
                <a:lnTo>
                  <a:pt x="0" y="336804"/>
                </a:lnTo>
                <a:lnTo>
                  <a:pt x="444246" y="336804"/>
                </a:lnTo>
                <a:lnTo>
                  <a:pt x="44424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35579" y="2615946"/>
            <a:ext cx="7258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2745" algn="l"/>
              </a:tabLst>
            </a:pPr>
            <a:r>
              <a:rPr sz="2400" spc="-5" dirty="0">
                <a:latin typeface="Arial"/>
                <a:cs typeface="Arial"/>
              </a:rPr>
              <a:t>3	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000385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00385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45087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045087" y="2639567"/>
            <a:ext cx="447040" cy="337185"/>
          </a:xfrm>
          <a:custGeom>
            <a:avLst/>
            <a:gdLst/>
            <a:ahLst/>
            <a:cxnLst/>
            <a:rect l="l" t="t" r="r" b="b"/>
            <a:pathLst>
              <a:path w="447039" h="337185">
                <a:moveTo>
                  <a:pt x="0" y="0"/>
                </a:moveTo>
                <a:lnTo>
                  <a:pt x="0" y="336804"/>
                </a:lnTo>
                <a:lnTo>
                  <a:pt x="446531" y="336804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9161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9161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70296" y="2615946"/>
            <a:ext cx="64198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9105" algn="l"/>
              </a:tabLst>
            </a:pPr>
            <a:r>
              <a:rPr sz="2400" spc="-5" dirty="0">
                <a:latin typeface="Arial"/>
                <a:cs typeface="Arial"/>
              </a:rPr>
              <a:t>2	8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3738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937389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983615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983615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29372" y="2639567"/>
            <a:ext cx="445134" cy="337185"/>
          </a:xfrm>
          <a:custGeom>
            <a:avLst/>
            <a:gdLst/>
            <a:ahLst/>
            <a:cxnLst/>
            <a:rect l="l" t="t" r="r" b="b"/>
            <a:pathLst>
              <a:path w="445134" h="337185">
                <a:moveTo>
                  <a:pt x="0" y="0"/>
                </a:moveTo>
                <a:lnTo>
                  <a:pt x="0" y="336804"/>
                </a:lnTo>
                <a:lnTo>
                  <a:pt x="445007" y="336804"/>
                </a:lnTo>
                <a:lnTo>
                  <a:pt x="44500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29372" y="2639567"/>
            <a:ext cx="445134" cy="337185"/>
          </a:xfrm>
          <a:custGeom>
            <a:avLst/>
            <a:gdLst/>
            <a:ahLst/>
            <a:cxnLst/>
            <a:rect l="l" t="t" r="r" b="b"/>
            <a:pathLst>
              <a:path w="445134" h="337185">
                <a:moveTo>
                  <a:pt x="0" y="0"/>
                </a:moveTo>
                <a:lnTo>
                  <a:pt x="0" y="336804"/>
                </a:lnTo>
                <a:lnTo>
                  <a:pt x="445007" y="336804"/>
                </a:lnTo>
                <a:lnTo>
                  <a:pt x="44500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874393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874393" y="2639567"/>
            <a:ext cx="445770" cy="337185"/>
          </a:xfrm>
          <a:custGeom>
            <a:avLst/>
            <a:gdLst/>
            <a:ahLst/>
            <a:cxnLst/>
            <a:rect l="l" t="t" r="r" b="b"/>
            <a:pathLst>
              <a:path w="445770" h="337185">
                <a:moveTo>
                  <a:pt x="0" y="0"/>
                </a:moveTo>
                <a:lnTo>
                  <a:pt x="0" y="336804"/>
                </a:lnTo>
                <a:lnTo>
                  <a:pt x="445770" y="336804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7108825" y="2615946"/>
            <a:ext cx="10858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7200" algn="l"/>
                <a:tab pos="902969" algn="l"/>
              </a:tabLst>
            </a:pPr>
            <a:r>
              <a:rPr sz="2400" spc="-5" dirty="0">
                <a:latin typeface="Arial"/>
                <a:cs typeface="Arial"/>
              </a:rPr>
              <a:t>1	0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659265" y="2790444"/>
            <a:ext cx="451484" cy="76200"/>
          </a:xfrm>
          <a:custGeom>
            <a:avLst/>
            <a:gdLst/>
            <a:ahLst/>
            <a:cxnLst/>
            <a:rect l="l" t="t" r="r" b="b"/>
            <a:pathLst>
              <a:path w="451485" h="76200">
                <a:moveTo>
                  <a:pt x="374569" y="33478"/>
                </a:moveTo>
                <a:lnTo>
                  <a:pt x="4572" y="32004"/>
                </a:lnTo>
                <a:lnTo>
                  <a:pt x="1524" y="33528"/>
                </a:lnTo>
                <a:lnTo>
                  <a:pt x="0" y="36576"/>
                </a:lnTo>
                <a:lnTo>
                  <a:pt x="1524" y="40386"/>
                </a:lnTo>
                <a:lnTo>
                  <a:pt x="4572" y="41148"/>
                </a:lnTo>
                <a:lnTo>
                  <a:pt x="374477" y="42621"/>
                </a:lnTo>
                <a:lnTo>
                  <a:pt x="374569" y="33478"/>
                </a:lnTo>
                <a:close/>
              </a:path>
              <a:path w="451485" h="76200">
                <a:moveTo>
                  <a:pt x="391668" y="67523"/>
                </a:moveTo>
                <a:lnTo>
                  <a:pt x="391668" y="38100"/>
                </a:lnTo>
                <a:lnTo>
                  <a:pt x="390906" y="41148"/>
                </a:lnTo>
                <a:lnTo>
                  <a:pt x="387096" y="42672"/>
                </a:lnTo>
                <a:lnTo>
                  <a:pt x="374477" y="42621"/>
                </a:lnTo>
                <a:lnTo>
                  <a:pt x="374142" y="76200"/>
                </a:lnTo>
                <a:lnTo>
                  <a:pt x="391668" y="67523"/>
                </a:lnTo>
                <a:close/>
              </a:path>
              <a:path w="451485" h="76200">
                <a:moveTo>
                  <a:pt x="391668" y="38100"/>
                </a:moveTo>
                <a:lnTo>
                  <a:pt x="390906" y="34289"/>
                </a:lnTo>
                <a:lnTo>
                  <a:pt x="387096" y="33528"/>
                </a:lnTo>
                <a:lnTo>
                  <a:pt x="374569" y="33478"/>
                </a:lnTo>
                <a:lnTo>
                  <a:pt x="374477" y="42621"/>
                </a:lnTo>
                <a:lnTo>
                  <a:pt x="387096" y="42672"/>
                </a:lnTo>
                <a:lnTo>
                  <a:pt x="390906" y="41148"/>
                </a:lnTo>
                <a:lnTo>
                  <a:pt x="391668" y="38100"/>
                </a:lnTo>
                <a:close/>
              </a:path>
              <a:path w="451485" h="76200">
                <a:moveTo>
                  <a:pt x="451104" y="38100"/>
                </a:moveTo>
                <a:lnTo>
                  <a:pt x="374904" y="0"/>
                </a:lnTo>
                <a:lnTo>
                  <a:pt x="374569" y="33478"/>
                </a:lnTo>
                <a:lnTo>
                  <a:pt x="387096" y="33528"/>
                </a:lnTo>
                <a:lnTo>
                  <a:pt x="390906" y="34289"/>
                </a:lnTo>
                <a:lnTo>
                  <a:pt x="391668" y="38100"/>
                </a:lnTo>
                <a:lnTo>
                  <a:pt x="391668" y="67523"/>
                </a:lnTo>
                <a:lnTo>
                  <a:pt x="45110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43463" y="2798826"/>
            <a:ext cx="802005" cy="76200"/>
          </a:xfrm>
          <a:custGeom>
            <a:avLst/>
            <a:gdLst/>
            <a:ahLst/>
            <a:cxnLst/>
            <a:rect l="l" t="t" r="r" b="b"/>
            <a:pathLst>
              <a:path w="802004" h="76200">
                <a:moveTo>
                  <a:pt x="742950" y="38099"/>
                </a:moveTo>
                <a:lnTo>
                  <a:pt x="741426" y="34289"/>
                </a:lnTo>
                <a:lnTo>
                  <a:pt x="7383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738378" y="42671"/>
                </a:lnTo>
                <a:lnTo>
                  <a:pt x="741426" y="41147"/>
                </a:lnTo>
                <a:lnTo>
                  <a:pt x="742950" y="38099"/>
                </a:lnTo>
                <a:close/>
              </a:path>
              <a:path w="802004" h="76200">
                <a:moveTo>
                  <a:pt x="801624" y="38099"/>
                </a:moveTo>
                <a:lnTo>
                  <a:pt x="725424" y="0"/>
                </a:lnTo>
                <a:lnTo>
                  <a:pt x="725424" y="32765"/>
                </a:lnTo>
                <a:lnTo>
                  <a:pt x="738378" y="32765"/>
                </a:lnTo>
                <a:lnTo>
                  <a:pt x="741426" y="34289"/>
                </a:lnTo>
                <a:lnTo>
                  <a:pt x="742950" y="38099"/>
                </a:lnTo>
                <a:lnTo>
                  <a:pt x="742950" y="67436"/>
                </a:lnTo>
                <a:lnTo>
                  <a:pt x="801624" y="38099"/>
                </a:lnTo>
                <a:close/>
              </a:path>
              <a:path w="802004" h="76200">
                <a:moveTo>
                  <a:pt x="742950" y="67436"/>
                </a:moveTo>
                <a:lnTo>
                  <a:pt x="742950" y="38099"/>
                </a:lnTo>
                <a:lnTo>
                  <a:pt x="741426" y="41147"/>
                </a:lnTo>
                <a:lnTo>
                  <a:pt x="738378" y="42671"/>
                </a:lnTo>
                <a:lnTo>
                  <a:pt x="725424" y="42671"/>
                </a:lnTo>
                <a:lnTo>
                  <a:pt x="725424" y="76199"/>
                </a:lnTo>
                <a:lnTo>
                  <a:pt x="742950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94183" y="2778251"/>
            <a:ext cx="802640" cy="76200"/>
          </a:xfrm>
          <a:custGeom>
            <a:avLst/>
            <a:gdLst/>
            <a:ahLst/>
            <a:cxnLst/>
            <a:rect l="l" t="t" r="r" b="b"/>
            <a:pathLst>
              <a:path w="802640" h="76200">
                <a:moveTo>
                  <a:pt x="725850" y="42698"/>
                </a:moveTo>
                <a:lnTo>
                  <a:pt x="725751" y="32792"/>
                </a:lnTo>
                <a:lnTo>
                  <a:pt x="5334" y="34289"/>
                </a:lnTo>
                <a:lnTo>
                  <a:pt x="1524" y="35813"/>
                </a:lnTo>
                <a:lnTo>
                  <a:pt x="0" y="39623"/>
                </a:lnTo>
                <a:lnTo>
                  <a:pt x="1524" y="42671"/>
                </a:lnTo>
                <a:lnTo>
                  <a:pt x="5334" y="44195"/>
                </a:lnTo>
                <a:lnTo>
                  <a:pt x="725850" y="42698"/>
                </a:lnTo>
                <a:close/>
              </a:path>
              <a:path w="802640" h="76200">
                <a:moveTo>
                  <a:pt x="802385" y="37337"/>
                </a:moveTo>
                <a:lnTo>
                  <a:pt x="725424" y="0"/>
                </a:lnTo>
                <a:lnTo>
                  <a:pt x="725751" y="32792"/>
                </a:lnTo>
                <a:lnTo>
                  <a:pt x="738365" y="32765"/>
                </a:lnTo>
                <a:lnTo>
                  <a:pt x="742188" y="34289"/>
                </a:lnTo>
                <a:lnTo>
                  <a:pt x="742937" y="38099"/>
                </a:lnTo>
                <a:lnTo>
                  <a:pt x="742937" y="67656"/>
                </a:lnTo>
                <a:lnTo>
                  <a:pt x="802385" y="37337"/>
                </a:lnTo>
                <a:close/>
              </a:path>
              <a:path w="802640" h="76200">
                <a:moveTo>
                  <a:pt x="742937" y="38099"/>
                </a:moveTo>
                <a:lnTo>
                  <a:pt x="742188" y="34289"/>
                </a:lnTo>
                <a:lnTo>
                  <a:pt x="738365" y="32765"/>
                </a:lnTo>
                <a:lnTo>
                  <a:pt x="725751" y="32792"/>
                </a:lnTo>
                <a:lnTo>
                  <a:pt x="725850" y="42698"/>
                </a:lnTo>
                <a:lnTo>
                  <a:pt x="738365" y="42671"/>
                </a:lnTo>
                <a:lnTo>
                  <a:pt x="742188" y="41147"/>
                </a:lnTo>
                <a:lnTo>
                  <a:pt x="742937" y="38099"/>
                </a:lnTo>
                <a:close/>
              </a:path>
              <a:path w="802640" h="76200">
                <a:moveTo>
                  <a:pt x="742937" y="67656"/>
                </a:moveTo>
                <a:lnTo>
                  <a:pt x="742937" y="38099"/>
                </a:lnTo>
                <a:lnTo>
                  <a:pt x="742188" y="41147"/>
                </a:lnTo>
                <a:lnTo>
                  <a:pt x="738365" y="42671"/>
                </a:lnTo>
                <a:lnTo>
                  <a:pt x="725850" y="42698"/>
                </a:lnTo>
                <a:lnTo>
                  <a:pt x="726185" y="76199"/>
                </a:lnTo>
                <a:lnTo>
                  <a:pt x="742937" y="676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27261" y="3909821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4" y="38100"/>
                </a:moveTo>
                <a:lnTo>
                  <a:pt x="438912" y="34289"/>
                </a:lnTo>
                <a:lnTo>
                  <a:pt x="435101" y="33527"/>
                </a:lnTo>
                <a:lnTo>
                  <a:pt x="4571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1" y="42672"/>
                </a:lnTo>
                <a:lnTo>
                  <a:pt x="435101" y="42672"/>
                </a:lnTo>
                <a:lnTo>
                  <a:pt x="438912" y="41148"/>
                </a:lnTo>
                <a:lnTo>
                  <a:pt x="439674" y="38100"/>
                </a:lnTo>
                <a:close/>
              </a:path>
              <a:path w="498475" h="76200">
                <a:moveTo>
                  <a:pt x="498347" y="38100"/>
                </a:moveTo>
                <a:lnTo>
                  <a:pt x="422147" y="0"/>
                </a:lnTo>
                <a:lnTo>
                  <a:pt x="422147" y="33527"/>
                </a:lnTo>
                <a:lnTo>
                  <a:pt x="435101" y="33527"/>
                </a:lnTo>
                <a:lnTo>
                  <a:pt x="438912" y="34289"/>
                </a:lnTo>
                <a:lnTo>
                  <a:pt x="439674" y="38100"/>
                </a:lnTo>
                <a:lnTo>
                  <a:pt x="439674" y="67437"/>
                </a:lnTo>
                <a:lnTo>
                  <a:pt x="498347" y="38100"/>
                </a:lnTo>
                <a:close/>
              </a:path>
              <a:path w="498475" h="76200">
                <a:moveTo>
                  <a:pt x="439674" y="67437"/>
                </a:moveTo>
                <a:lnTo>
                  <a:pt x="439674" y="38100"/>
                </a:lnTo>
                <a:lnTo>
                  <a:pt x="438912" y="41148"/>
                </a:lnTo>
                <a:lnTo>
                  <a:pt x="435101" y="42672"/>
                </a:lnTo>
                <a:lnTo>
                  <a:pt x="422147" y="42672"/>
                </a:lnTo>
                <a:lnTo>
                  <a:pt x="422147" y="76200"/>
                </a:lnTo>
                <a:lnTo>
                  <a:pt x="4396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927225" y="3768090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125609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25609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572141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572141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251580" y="3668267"/>
            <a:ext cx="7270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74015" algn="l"/>
              </a:tabLst>
            </a:pPr>
            <a:r>
              <a:rPr sz="2400" spc="-5" dirty="0">
                <a:latin typeface="Arial"/>
                <a:cs typeface="Arial"/>
              </a:rPr>
              <a:t>8	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01943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01943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065661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65661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512193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2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512193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2"/>
                </a:lnTo>
                <a:lnTo>
                  <a:pt x="447293" y="377951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140578" y="3668267"/>
            <a:ext cx="77851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5450" algn="l"/>
              </a:tabLst>
            </a:pPr>
            <a:r>
              <a:rPr sz="2400" spc="-1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959487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959487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39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0722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07225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53769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453769" y="36713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901051" y="36713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901051" y="3671315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048627" y="3668267"/>
            <a:ext cx="11728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42925" algn="l"/>
                <a:tab pos="989965" algn="l"/>
              </a:tabLst>
            </a:pPr>
            <a:r>
              <a:rPr sz="2400" spc="-5" dirty="0">
                <a:latin typeface="Arial"/>
                <a:cs typeface="Arial"/>
              </a:rPr>
              <a:t>10	6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262513" y="3854196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74" y="38100"/>
                </a:moveTo>
                <a:lnTo>
                  <a:pt x="742950" y="35051"/>
                </a:lnTo>
                <a:lnTo>
                  <a:pt x="73990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1"/>
                </a:lnTo>
                <a:lnTo>
                  <a:pt x="739902" y="42671"/>
                </a:lnTo>
                <a:lnTo>
                  <a:pt x="742950" y="41148"/>
                </a:lnTo>
                <a:lnTo>
                  <a:pt x="744474" y="38100"/>
                </a:lnTo>
                <a:close/>
              </a:path>
              <a:path w="803275" h="76200">
                <a:moveTo>
                  <a:pt x="803148" y="38100"/>
                </a:moveTo>
                <a:lnTo>
                  <a:pt x="726948" y="0"/>
                </a:lnTo>
                <a:lnTo>
                  <a:pt x="726948" y="33527"/>
                </a:lnTo>
                <a:lnTo>
                  <a:pt x="739902" y="33527"/>
                </a:lnTo>
                <a:lnTo>
                  <a:pt x="742950" y="35051"/>
                </a:lnTo>
                <a:lnTo>
                  <a:pt x="744474" y="38100"/>
                </a:lnTo>
                <a:lnTo>
                  <a:pt x="744474" y="67437"/>
                </a:lnTo>
                <a:lnTo>
                  <a:pt x="803148" y="38100"/>
                </a:lnTo>
                <a:close/>
              </a:path>
              <a:path w="803275" h="76200">
                <a:moveTo>
                  <a:pt x="744474" y="67437"/>
                </a:moveTo>
                <a:lnTo>
                  <a:pt x="744474" y="38100"/>
                </a:lnTo>
                <a:lnTo>
                  <a:pt x="742950" y="41148"/>
                </a:lnTo>
                <a:lnTo>
                  <a:pt x="739902" y="42671"/>
                </a:lnTo>
                <a:lnTo>
                  <a:pt x="726948" y="42671"/>
                </a:lnTo>
                <a:lnTo>
                  <a:pt x="726948" y="76200"/>
                </a:lnTo>
                <a:lnTo>
                  <a:pt x="7444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217043" y="3832097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73" y="38100"/>
                </a:moveTo>
                <a:lnTo>
                  <a:pt x="742949" y="34289"/>
                </a:lnTo>
                <a:lnTo>
                  <a:pt x="739127" y="33527"/>
                </a:lnTo>
                <a:lnTo>
                  <a:pt x="4572" y="33527"/>
                </a:lnTo>
                <a:lnTo>
                  <a:pt x="762" y="34289"/>
                </a:lnTo>
                <a:lnTo>
                  <a:pt x="0" y="38100"/>
                </a:lnTo>
                <a:lnTo>
                  <a:pt x="762" y="41148"/>
                </a:lnTo>
                <a:lnTo>
                  <a:pt x="4572" y="42672"/>
                </a:lnTo>
                <a:lnTo>
                  <a:pt x="739127" y="42672"/>
                </a:lnTo>
                <a:lnTo>
                  <a:pt x="742949" y="41148"/>
                </a:lnTo>
                <a:lnTo>
                  <a:pt x="744473" y="38100"/>
                </a:lnTo>
                <a:close/>
              </a:path>
              <a:path w="803275" h="76200">
                <a:moveTo>
                  <a:pt x="803147" y="38100"/>
                </a:moveTo>
                <a:lnTo>
                  <a:pt x="726947" y="0"/>
                </a:lnTo>
                <a:lnTo>
                  <a:pt x="726947" y="33527"/>
                </a:lnTo>
                <a:lnTo>
                  <a:pt x="739127" y="33527"/>
                </a:lnTo>
                <a:lnTo>
                  <a:pt x="742949" y="34289"/>
                </a:lnTo>
                <a:lnTo>
                  <a:pt x="744473" y="38100"/>
                </a:lnTo>
                <a:lnTo>
                  <a:pt x="744473" y="67437"/>
                </a:lnTo>
                <a:lnTo>
                  <a:pt x="803147" y="38100"/>
                </a:lnTo>
                <a:close/>
              </a:path>
              <a:path w="803275" h="76200">
                <a:moveTo>
                  <a:pt x="744473" y="67437"/>
                </a:moveTo>
                <a:lnTo>
                  <a:pt x="744473" y="38100"/>
                </a:lnTo>
                <a:lnTo>
                  <a:pt x="742949" y="41148"/>
                </a:lnTo>
                <a:lnTo>
                  <a:pt x="739127" y="42672"/>
                </a:lnTo>
                <a:lnTo>
                  <a:pt x="726947" y="42672"/>
                </a:lnTo>
                <a:lnTo>
                  <a:pt x="726947" y="76200"/>
                </a:lnTo>
                <a:lnTo>
                  <a:pt x="74447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5553583" y="3124961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510398" y="42854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5202059" y="2961894"/>
            <a:ext cx="338455" cy="250825"/>
          </a:xfrm>
          <a:custGeom>
            <a:avLst/>
            <a:gdLst/>
            <a:ahLst/>
            <a:cxnLst/>
            <a:rect l="l" t="t" r="r" b="b"/>
            <a:pathLst>
              <a:path w="338454" h="250825">
                <a:moveTo>
                  <a:pt x="84582" y="14478"/>
                </a:moveTo>
                <a:lnTo>
                  <a:pt x="0" y="0"/>
                </a:lnTo>
                <a:lnTo>
                  <a:pt x="38862" y="76200"/>
                </a:lnTo>
                <a:lnTo>
                  <a:pt x="46482" y="65912"/>
                </a:lnTo>
                <a:lnTo>
                  <a:pt x="46482" y="38862"/>
                </a:lnTo>
                <a:lnTo>
                  <a:pt x="47244" y="35051"/>
                </a:lnTo>
                <a:lnTo>
                  <a:pt x="50292" y="32766"/>
                </a:lnTo>
                <a:lnTo>
                  <a:pt x="54101" y="34289"/>
                </a:lnTo>
                <a:lnTo>
                  <a:pt x="64330" y="41816"/>
                </a:lnTo>
                <a:lnTo>
                  <a:pt x="84582" y="14478"/>
                </a:lnTo>
                <a:close/>
              </a:path>
              <a:path w="338454" h="250825">
                <a:moveTo>
                  <a:pt x="64330" y="41816"/>
                </a:moveTo>
                <a:lnTo>
                  <a:pt x="54101" y="34289"/>
                </a:lnTo>
                <a:lnTo>
                  <a:pt x="50292" y="32766"/>
                </a:lnTo>
                <a:lnTo>
                  <a:pt x="47244" y="35051"/>
                </a:lnTo>
                <a:lnTo>
                  <a:pt x="46482" y="38862"/>
                </a:lnTo>
                <a:lnTo>
                  <a:pt x="48768" y="41910"/>
                </a:lnTo>
                <a:lnTo>
                  <a:pt x="58786" y="49301"/>
                </a:lnTo>
                <a:lnTo>
                  <a:pt x="64330" y="41816"/>
                </a:lnTo>
                <a:close/>
              </a:path>
              <a:path w="338454" h="250825">
                <a:moveTo>
                  <a:pt x="58786" y="49301"/>
                </a:moveTo>
                <a:lnTo>
                  <a:pt x="48768" y="41910"/>
                </a:lnTo>
                <a:lnTo>
                  <a:pt x="46482" y="38862"/>
                </a:lnTo>
                <a:lnTo>
                  <a:pt x="46482" y="65912"/>
                </a:lnTo>
                <a:lnTo>
                  <a:pt x="58786" y="49301"/>
                </a:lnTo>
                <a:close/>
              </a:path>
              <a:path w="338454" h="250825">
                <a:moveTo>
                  <a:pt x="338327" y="245363"/>
                </a:moveTo>
                <a:lnTo>
                  <a:pt x="336803" y="242316"/>
                </a:lnTo>
                <a:lnTo>
                  <a:pt x="64330" y="41816"/>
                </a:lnTo>
                <a:lnTo>
                  <a:pt x="58786" y="49301"/>
                </a:lnTo>
                <a:lnTo>
                  <a:pt x="330708" y="249936"/>
                </a:lnTo>
                <a:lnTo>
                  <a:pt x="334518" y="250698"/>
                </a:lnTo>
                <a:lnTo>
                  <a:pt x="337565" y="249174"/>
                </a:lnTo>
                <a:lnTo>
                  <a:pt x="338327" y="2453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177151" y="4052315"/>
            <a:ext cx="338455" cy="323850"/>
          </a:xfrm>
          <a:custGeom>
            <a:avLst/>
            <a:gdLst/>
            <a:ahLst/>
            <a:cxnLst/>
            <a:rect l="l" t="t" r="r" b="b"/>
            <a:pathLst>
              <a:path w="338454" h="323850">
                <a:moveTo>
                  <a:pt x="81546" y="25146"/>
                </a:moveTo>
                <a:lnTo>
                  <a:pt x="0" y="0"/>
                </a:lnTo>
                <a:lnTo>
                  <a:pt x="28968" y="80772"/>
                </a:lnTo>
                <a:lnTo>
                  <a:pt x="41148" y="67886"/>
                </a:lnTo>
                <a:lnTo>
                  <a:pt x="41148" y="44196"/>
                </a:lnTo>
                <a:lnTo>
                  <a:pt x="42672" y="41148"/>
                </a:lnTo>
                <a:lnTo>
                  <a:pt x="45720" y="39624"/>
                </a:lnTo>
                <a:lnTo>
                  <a:pt x="49542" y="41148"/>
                </a:lnTo>
                <a:lnTo>
                  <a:pt x="58402" y="49631"/>
                </a:lnTo>
                <a:lnTo>
                  <a:pt x="81546" y="25146"/>
                </a:lnTo>
                <a:close/>
              </a:path>
              <a:path w="338454" h="323850">
                <a:moveTo>
                  <a:pt x="58402" y="49631"/>
                </a:moveTo>
                <a:lnTo>
                  <a:pt x="49542" y="41148"/>
                </a:lnTo>
                <a:lnTo>
                  <a:pt x="45720" y="39624"/>
                </a:lnTo>
                <a:lnTo>
                  <a:pt x="42672" y="41148"/>
                </a:lnTo>
                <a:lnTo>
                  <a:pt x="41148" y="44196"/>
                </a:lnTo>
                <a:lnTo>
                  <a:pt x="42672" y="48006"/>
                </a:lnTo>
                <a:lnTo>
                  <a:pt x="51735" y="56685"/>
                </a:lnTo>
                <a:lnTo>
                  <a:pt x="58402" y="49631"/>
                </a:lnTo>
                <a:close/>
              </a:path>
              <a:path w="338454" h="323850">
                <a:moveTo>
                  <a:pt x="51735" y="56685"/>
                </a:moveTo>
                <a:lnTo>
                  <a:pt x="42672" y="48006"/>
                </a:lnTo>
                <a:lnTo>
                  <a:pt x="41148" y="44196"/>
                </a:lnTo>
                <a:lnTo>
                  <a:pt x="41148" y="67886"/>
                </a:lnTo>
                <a:lnTo>
                  <a:pt x="51735" y="56685"/>
                </a:lnTo>
                <a:close/>
              </a:path>
              <a:path w="338454" h="323850">
                <a:moveTo>
                  <a:pt x="338340" y="319278"/>
                </a:moveTo>
                <a:lnTo>
                  <a:pt x="336816" y="316230"/>
                </a:lnTo>
                <a:lnTo>
                  <a:pt x="58402" y="49631"/>
                </a:lnTo>
                <a:lnTo>
                  <a:pt x="51735" y="56685"/>
                </a:lnTo>
                <a:lnTo>
                  <a:pt x="329946" y="323088"/>
                </a:lnTo>
                <a:lnTo>
                  <a:pt x="333768" y="323850"/>
                </a:lnTo>
                <a:lnTo>
                  <a:pt x="336816" y="322325"/>
                </a:lnTo>
                <a:lnTo>
                  <a:pt x="338340" y="319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908175" y="4709921"/>
            <a:ext cx="7537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c.first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622689" y="4821173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4" y="38100"/>
                </a:moveTo>
                <a:lnTo>
                  <a:pt x="438150" y="34289"/>
                </a:lnTo>
                <a:lnTo>
                  <a:pt x="435101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435101" y="42672"/>
                </a:lnTo>
                <a:lnTo>
                  <a:pt x="438150" y="41148"/>
                </a:lnTo>
                <a:lnTo>
                  <a:pt x="439674" y="38100"/>
                </a:lnTo>
                <a:close/>
              </a:path>
              <a:path w="498475" h="76200">
                <a:moveTo>
                  <a:pt x="498348" y="38100"/>
                </a:moveTo>
                <a:lnTo>
                  <a:pt x="422148" y="0"/>
                </a:lnTo>
                <a:lnTo>
                  <a:pt x="422148" y="32765"/>
                </a:lnTo>
                <a:lnTo>
                  <a:pt x="435101" y="32765"/>
                </a:lnTo>
                <a:lnTo>
                  <a:pt x="438150" y="34289"/>
                </a:lnTo>
                <a:lnTo>
                  <a:pt x="439674" y="38100"/>
                </a:lnTo>
                <a:lnTo>
                  <a:pt x="439674" y="67437"/>
                </a:lnTo>
                <a:lnTo>
                  <a:pt x="498348" y="38100"/>
                </a:lnTo>
                <a:close/>
              </a:path>
              <a:path w="498475" h="76200">
                <a:moveTo>
                  <a:pt x="439674" y="67437"/>
                </a:moveTo>
                <a:lnTo>
                  <a:pt x="439674" y="38100"/>
                </a:lnTo>
                <a:lnTo>
                  <a:pt x="438150" y="41148"/>
                </a:lnTo>
                <a:lnTo>
                  <a:pt x="435101" y="42672"/>
                </a:lnTo>
                <a:lnTo>
                  <a:pt x="422148" y="42672"/>
                </a:lnTo>
                <a:lnTo>
                  <a:pt x="422148" y="76200"/>
                </a:lnTo>
                <a:lnTo>
                  <a:pt x="4396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121037" y="4684776"/>
            <a:ext cx="447040" cy="377190"/>
          </a:xfrm>
          <a:custGeom>
            <a:avLst/>
            <a:gdLst/>
            <a:ahLst/>
            <a:cxnLst/>
            <a:rect l="l" t="t" r="r" b="b"/>
            <a:pathLst>
              <a:path w="447039" h="377189">
                <a:moveTo>
                  <a:pt x="0" y="0"/>
                </a:moveTo>
                <a:lnTo>
                  <a:pt x="0" y="377189"/>
                </a:lnTo>
                <a:lnTo>
                  <a:pt x="446531" y="377189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121037" y="4684776"/>
            <a:ext cx="447040" cy="377190"/>
          </a:xfrm>
          <a:custGeom>
            <a:avLst/>
            <a:gdLst/>
            <a:ahLst/>
            <a:cxnLst/>
            <a:rect l="l" t="t" r="r" b="b"/>
            <a:pathLst>
              <a:path w="447039" h="377189">
                <a:moveTo>
                  <a:pt x="0" y="0"/>
                </a:moveTo>
                <a:lnTo>
                  <a:pt x="0" y="377189"/>
                </a:lnTo>
                <a:lnTo>
                  <a:pt x="446531" y="377189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567569" y="4684776"/>
            <a:ext cx="447675" cy="377190"/>
          </a:xfrm>
          <a:custGeom>
            <a:avLst/>
            <a:gdLst/>
            <a:ahLst/>
            <a:cxnLst/>
            <a:rect l="l" t="t" r="r" b="b"/>
            <a:pathLst>
              <a:path w="447675" h="377189">
                <a:moveTo>
                  <a:pt x="0" y="0"/>
                </a:moveTo>
                <a:lnTo>
                  <a:pt x="0" y="377189"/>
                </a:lnTo>
                <a:lnTo>
                  <a:pt x="447293" y="377189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567569" y="4684776"/>
            <a:ext cx="447675" cy="377190"/>
          </a:xfrm>
          <a:custGeom>
            <a:avLst/>
            <a:gdLst/>
            <a:ahLst/>
            <a:cxnLst/>
            <a:rect l="l" t="t" r="r" b="b"/>
            <a:pathLst>
              <a:path w="447675" h="377189">
                <a:moveTo>
                  <a:pt x="0" y="0"/>
                </a:moveTo>
                <a:lnTo>
                  <a:pt x="0" y="377189"/>
                </a:lnTo>
                <a:lnTo>
                  <a:pt x="447293" y="377189"/>
                </a:lnTo>
                <a:lnTo>
                  <a:pt x="44729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3162426" y="4680966"/>
            <a:ext cx="81089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11</a:t>
            </a:r>
            <a:r>
              <a:rPr sz="2400" spc="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014863" y="4684776"/>
            <a:ext cx="447040" cy="377190"/>
          </a:xfrm>
          <a:custGeom>
            <a:avLst/>
            <a:gdLst/>
            <a:ahLst/>
            <a:cxnLst/>
            <a:rect l="l" t="t" r="r" b="b"/>
            <a:pathLst>
              <a:path w="447039" h="377189">
                <a:moveTo>
                  <a:pt x="0" y="0"/>
                </a:moveTo>
                <a:lnTo>
                  <a:pt x="0" y="377189"/>
                </a:lnTo>
                <a:lnTo>
                  <a:pt x="446531" y="377189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014863" y="4684776"/>
            <a:ext cx="445770" cy="377190"/>
          </a:xfrm>
          <a:custGeom>
            <a:avLst/>
            <a:gdLst/>
            <a:ahLst/>
            <a:cxnLst/>
            <a:rect l="l" t="t" r="r" b="b"/>
            <a:pathLst>
              <a:path w="445770" h="377189">
                <a:moveTo>
                  <a:pt x="0" y="0"/>
                </a:moveTo>
                <a:lnTo>
                  <a:pt x="0" y="377189"/>
                </a:lnTo>
                <a:lnTo>
                  <a:pt x="445770" y="377189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021465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021465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467235" y="4696967"/>
            <a:ext cx="448309" cy="378460"/>
          </a:xfrm>
          <a:custGeom>
            <a:avLst/>
            <a:gdLst/>
            <a:ahLst/>
            <a:cxnLst/>
            <a:rect l="l" t="t" r="r" b="b"/>
            <a:pathLst>
              <a:path w="448310" h="378460">
                <a:moveTo>
                  <a:pt x="0" y="0"/>
                </a:moveTo>
                <a:lnTo>
                  <a:pt x="0" y="377952"/>
                </a:lnTo>
                <a:lnTo>
                  <a:pt x="448055" y="377951"/>
                </a:lnTo>
                <a:lnTo>
                  <a:pt x="44805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467235" y="4696967"/>
            <a:ext cx="448309" cy="378460"/>
          </a:xfrm>
          <a:custGeom>
            <a:avLst/>
            <a:gdLst/>
            <a:ahLst/>
            <a:cxnLst/>
            <a:rect l="l" t="t" r="r" b="b"/>
            <a:pathLst>
              <a:path w="448310" h="378460">
                <a:moveTo>
                  <a:pt x="0" y="0"/>
                </a:moveTo>
                <a:lnTo>
                  <a:pt x="0" y="377952"/>
                </a:lnTo>
                <a:lnTo>
                  <a:pt x="448055" y="377951"/>
                </a:lnTo>
                <a:lnTo>
                  <a:pt x="44805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5096383" y="4693920"/>
            <a:ext cx="7778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24815" algn="l"/>
              </a:tabLst>
            </a:pPr>
            <a:r>
              <a:rPr sz="2400" spc="-10" dirty="0">
                <a:latin typeface="Arial"/>
                <a:cs typeface="Arial"/>
              </a:rPr>
              <a:t>-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915291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15291" y="4696967"/>
            <a:ext cx="445770" cy="378460"/>
          </a:xfrm>
          <a:custGeom>
            <a:avLst/>
            <a:gdLst/>
            <a:ahLst/>
            <a:cxnLst/>
            <a:rect l="l" t="t" r="r" b="b"/>
            <a:pathLst>
              <a:path w="445770" h="378460">
                <a:moveTo>
                  <a:pt x="0" y="0"/>
                </a:moveTo>
                <a:lnTo>
                  <a:pt x="0" y="377951"/>
                </a:lnTo>
                <a:lnTo>
                  <a:pt x="445770" y="377951"/>
                </a:lnTo>
                <a:lnTo>
                  <a:pt x="4457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230509" y="4840223"/>
            <a:ext cx="803910" cy="76200"/>
          </a:xfrm>
          <a:custGeom>
            <a:avLst/>
            <a:gdLst/>
            <a:ahLst/>
            <a:cxnLst/>
            <a:rect l="l" t="t" r="r" b="b"/>
            <a:pathLst>
              <a:path w="803910" h="76200">
                <a:moveTo>
                  <a:pt x="744474" y="38100"/>
                </a:moveTo>
                <a:lnTo>
                  <a:pt x="743712" y="34289"/>
                </a:lnTo>
                <a:lnTo>
                  <a:pt x="739901" y="32765"/>
                </a:lnTo>
                <a:lnTo>
                  <a:pt x="5334" y="32765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5334" y="42672"/>
                </a:lnTo>
                <a:lnTo>
                  <a:pt x="739901" y="42672"/>
                </a:lnTo>
                <a:lnTo>
                  <a:pt x="743712" y="41148"/>
                </a:lnTo>
                <a:lnTo>
                  <a:pt x="744474" y="38100"/>
                </a:lnTo>
                <a:close/>
              </a:path>
              <a:path w="803910" h="76200">
                <a:moveTo>
                  <a:pt x="803910" y="38100"/>
                </a:moveTo>
                <a:lnTo>
                  <a:pt x="727710" y="0"/>
                </a:lnTo>
                <a:lnTo>
                  <a:pt x="727710" y="32765"/>
                </a:lnTo>
                <a:lnTo>
                  <a:pt x="739901" y="32765"/>
                </a:lnTo>
                <a:lnTo>
                  <a:pt x="743712" y="34289"/>
                </a:lnTo>
                <a:lnTo>
                  <a:pt x="744474" y="38100"/>
                </a:lnTo>
                <a:lnTo>
                  <a:pt x="744474" y="67818"/>
                </a:lnTo>
                <a:lnTo>
                  <a:pt x="803910" y="38100"/>
                </a:lnTo>
                <a:close/>
              </a:path>
              <a:path w="803910" h="76200">
                <a:moveTo>
                  <a:pt x="744474" y="67818"/>
                </a:moveTo>
                <a:lnTo>
                  <a:pt x="744474" y="38100"/>
                </a:lnTo>
                <a:lnTo>
                  <a:pt x="743712" y="41148"/>
                </a:lnTo>
                <a:lnTo>
                  <a:pt x="739901" y="42672"/>
                </a:lnTo>
                <a:lnTo>
                  <a:pt x="727710" y="42672"/>
                </a:lnTo>
                <a:lnTo>
                  <a:pt x="727710" y="76200"/>
                </a:lnTo>
                <a:lnTo>
                  <a:pt x="744474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992746" y="4738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992746" y="4738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439291" y="47381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439291" y="4738115"/>
            <a:ext cx="447675" cy="378460"/>
          </a:xfrm>
          <a:custGeom>
            <a:avLst/>
            <a:gdLst/>
            <a:ahLst/>
            <a:cxnLst/>
            <a:rect l="l" t="t" r="r" b="b"/>
            <a:pathLst>
              <a:path w="447675" h="378460">
                <a:moveTo>
                  <a:pt x="0" y="0"/>
                </a:moveTo>
                <a:lnTo>
                  <a:pt x="0" y="377951"/>
                </a:lnTo>
                <a:lnTo>
                  <a:pt x="447294" y="377951"/>
                </a:lnTo>
                <a:lnTo>
                  <a:pt x="44729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886572" y="4738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886572" y="4738115"/>
            <a:ext cx="447040" cy="378460"/>
          </a:xfrm>
          <a:custGeom>
            <a:avLst/>
            <a:gdLst/>
            <a:ahLst/>
            <a:cxnLst/>
            <a:rect l="l" t="t" r="r" b="b"/>
            <a:pathLst>
              <a:path w="447040" h="378460">
                <a:moveTo>
                  <a:pt x="0" y="0"/>
                </a:moveTo>
                <a:lnTo>
                  <a:pt x="0" y="377951"/>
                </a:lnTo>
                <a:lnTo>
                  <a:pt x="446531" y="377951"/>
                </a:lnTo>
                <a:lnTo>
                  <a:pt x="4465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118731" y="4735067"/>
            <a:ext cx="108902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7834" algn="l"/>
                <a:tab pos="906144" algn="l"/>
              </a:tabLst>
            </a:pPr>
            <a:r>
              <a:rPr sz="2400" spc="-5" dirty="0">
                <a:latin typeface="Arial"/>
                <a:cs typeface="Arial"/>
              </a:rPr>
              <a:t>2	8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6156083" y="4846320"/>
            <a:ext cx="803910" cy="76200"/>
          </a:xfrm>
          <a:custGeom>
            <a:avLst/>
            <a:gdLst/>
            <a:ahLst/>
            <a:cxnLst/>
            <a:rect l="l" t="t" r="r" b="b"/>
            <a:pathLst>
              <a:path w="803909" h="76200">
                <a:moveTo>
                  <a:pt x="745235" y="38100"/>
                </a:moveTo>
                <a:lnTo>
                  <a:pt x="743712" y="35051"/>
                </a:lnTo>
                <a:lnTo>
                  <a:pt x="739889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5334" y="42671"/>
                </a:lnTo>
                <a:lnTo>
                  <a:pt x="739889" y="42671"/>
                </a:lnTo>
                <a:lnTo>
                  <a:pt x="743712" y="41909"/>
                </a:lnTo>
                <a:lnTo>
                  <a:pt x="745235" y="38100"/>
                </a:lnTo>
                <a:close/>
              </a:path>
              <a:path w="803909" h="76200">
                <a:moveTo>
                  <a:pt x="803909" y="38100"/>
                </a:moveTo>
                <a:lnTo>
                  <a:pt x="727709" y="0"/>
                </a:lnTo>
                <a:lnTo>
                  <a:pt x="727709" y="33527"/>
                </a:lnTo>
                <a:lnTo>
                  <a:pt x="739889" y="33527"/>
                </a:lnTo>
                <a:lnTo>
                  <a:pt x="743712" y="35051"/>
                </a:lnTo>
                <a:lnTo>
                  <a:pt x="745235" y="38100"/>
                </a:lnTo>
                <a:lnTo>
                  <a:pt x="745235" y="67437"/>
                </a:lnTo>
                <a:lnTo>
                  <a:pt x="803909" y="38100"/>
                </a:lnTo>
                <a:close/>
              </a:path>
              <a:path w="803909" h="76200">
                <a:moveTo>
                  <a:pt x="745235" y="67437"/>
                </a:moveTo>
                <a:lnTo>
                  <a:pt x="745235" y="38100"/>
                </a:lnTo>
                <a:lnTo>
                  <a:pt x="743712" y="41909"/>
                </a:lnTo>
                <a:lnTo>
                  <a:pt x="739889" y="42671"/>
                </a:lnTo>
                <a:lnTo>
                  <a:pt x="727709" y="42671"/>
                </a:lnTo>
                <a:lnTo>
                  <a:pt x="727709" y="76200"/>
                </a:lnTo>
                <a:lnTo>
                  <a:pt x="745235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407037" y="315544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460" y="4665"/>
                </a:lnTo>
                <a:lnTo>
                  <a:pt x="139517" y="18037"/>
                </a:lnTo>
                <a:lnTo>
                  <a:pt x="100682" y="39179"/>
                </a:lnTo>
                <a:lnTo>
                  <a:pt x="66865" y="67151"/>
                </a:lnTo>
                <a:lnTo>
                  <a:pt x="38978" y="101017"/>
                </a:lnTo>
                <a:lnTo>
                  <a:pt x="17930" y="139838"/>
                </a:lnTo>
                <a:lnTo>
                  <a:pt x="4634" y="182679"/>
                </a:lnTo>
                <a:lnTo>
                  <a:pt x="0" y="228600"/>
                </a:lnTo>
                <a:lnTo>
                  <a:pt x="4634" y="274739"/>
                </a:lnTo>
                <a:lnTo>
                  <a:pt x="17930" y="317682"/>
                </a:lnTo>
                <a:lnTo>
                  <a:pt x="38978" y="356517"/>
                </a:lnTo>
                <a:lnTo>
                  <a:pt x="66865" y="390334"/>
                </a:lnTo>
                <a:lnTo>
                  <a:pt x="100682" y="418221"/>
                </a:lnTo>
                <a:lnTo>
                  <a:pt x="139517" y="439269"/>
                </a:lnTo>
                <a:lnTo>
                  <a:pt x="182460" y="452565"/>
                </a:lnTo>
                <a:lnTo>
                  <a:pt x="228600" y="457200"/>
                </a:lnTo>
                <a:lnTo>
                  <a:pt x="274739" y="452565"/>
                </a:lnTo>
                <a:lnTo>
                  <a:pt x="317682" y="439269"/>
                </a:lnTo>
                <a:lnTo>
                  <a:pt x="356517" y="418221"/>
                </a:lnTo>
                <a:lnTo>
                  <a:pt x="390334" y="390334"/>
                </a:lnTo>
                <a:lnTo>
                  <a:pt x="418221" y="356517"/>
                </a:lnTo>
                <a:lnTo>
                  <a:pt x="439269" y="317682"/>
                </a:lnTo>
                <a:lnTo>
                  <a:pt x="452565" y="274739"/>
                </a:lnTo>
                <a:lnTo>
                  <a:pt x="457200" y="228600"/>
                </a:lnTo>
                <a:lnTo>
                  <a:pt x="452565" y="182679"/>
                </a:lnTo>
                <a:lnTo>
                  <a:pt x="439269" y="139838"/>
                </a:lnTo>
                <a:lnTo>
                  <a:pt x="418221" y="101017"/>
                </a:lnTo>
                <a:lnTo>
                  <a:pt x="390334" y="67151"/>
                </a:lnTo>
                <a:lnTo>
                  <a:pt x="356517" y="39179"/>
                </a:lnTo>
                <a:lnTo>
                  <a:pt x="317682" y="18037"/>
                </a:lnTo>
                <a:lnTo>
                  <a:pt x="274739" y="4665"/>
                </a:lnTo>
                <a:lnTo>
                  <a:pt x="22860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Free</a:t>
            </a:r>
            <a:r>
              <a:rPr spc="-75" dirty="0"/>
              <a:t> </a:t>
            </a:r>
            <a:r>
              <a:rPr spc="-5" dirty="0"/>
              <a:t>Pool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82265"/>
            <a:ext cx="7433309" cy="4251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34695" indent="-342900">
              <a:lnSpc>
                <a:spcPct val="8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When items are created and deleted  constantly, it is more efficient to have a  circular list to contain all available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items.</a:t>
            </a:r>
            <a:endParaRPr sz="2800">
              <a:latin typeface="Arial"/>
              <a:cs typeface="Arial"/>
            </a:endParaRPr>
          </a:p>
          <a:p>
            <a:pPr marL="755650" marR="723265" indent="-285750">
              <a:lnSpc>
                <a:spcPts val="2300"/>
              </a:lnSpc>
              <a:spcBef>
                <a:spcPts val="545"/>
              </a:spcBef>
            </a:pPr>
            <a:r>
              <a:rPr sz="2400" spc="-5" dirty="0">
                <a:latin typeface="Arial"/>
                <a:cs typeface="Arial"/>
              </a:rPr>
              <a:t>– To reduce </a:t>
            </a:r>
            <a:r>
              <a:rPr sz="2400" dirty="0">
                <a:latin typeface="Arial"/>
                <a:cs typeface="Arial"/>
              </a:rPr>
              <a:t>the times of </a:t>
            </a:r>
            <a:r>
              <a:rPr sz="2400" spc="-5" dirty="0">
                <a:latin typeface="Arial"/>
                <a:cs typeface="Arial"/>
              </a:rPr>
              <a:t>creating and deleting  objects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70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When an item is needed, the free pool is  checked to see if there is any item available.  If yes, then an item is retrieved and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assigned  for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use.</a:t>
            </a:r>
            <a:endParaRPr sz="2800">
              <a:latin typeface="Arial"/>
              <a:cs typeface="Arial"/>
            </a:endParaRPr>
          </a:p>
          <a:p>
            <a:pPr marL="355600" marR="497840" indent="-342900">
              <a:lnSpc>
                <a:spcPct val="80000"/>
              </a:lnSpc>
              <a:spcBef>
                <a:spcPts val="67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If the list is empty, then either we stop  allocating new items or use </a:t>
            </a:r>
            <a:r>
              <a:rPr sz="2800" b="1" dirty="0">
                <a:latin typeface="Arial"/>
                <a:cs typeface="Arial"/>
              </a:rPr>
              <a:t>new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create  more items for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51380" y="336042"/>
            <a:ext cx="6595109" cy="731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i="0" u="heavy" spc="-5" dirty="0">
                <a:solidFill>
                  <a:srgbClr val="000000"/>
                </a:solidFill>
                <a:latin typeface="Courier New"/>
                <a:cs typeface="Courier New"/>
              </a:rPr>
              <a:t>Program 4.25 with some </a:t>
            </a:r>
            <a:r>
              <a:rPr sz="2400" b="1" i="0" u="heavy" spc="-10" dirty="0">
                <a:solidFill>
                  <a:srgbClr val="000000"/>
                </a:solidFill>
                <a:latin typeface="Courier New"/>
                <a:cs typeface="Courier New"/>
              </a:rPr>
              <a:t>modifications  </a:t>
            </a:r>
            <a:r>
              <a:rPr sz="2400" b="1" i="0" spc="-5" dirty="0">
                <a:solidFill>
                  <a:srgbClr val="3365CC"/>
                </a:solidFill>
                <a:latin typeface="Courier New"/>
                <a:cs typeface="Courier New"/>
              </a:rPr>
              <a:t>template </a:t>
            </a: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2400" b="1" i="0" spc="-5" dirty="0">
                <a:solidFill>
                  <a:srgbClr val="3365CC"/>
                </a:solidFill>
                <a:latin typeface="Courier New"/>
                <a:cs typeface="Courier New"/>
              </a:rPr>
              <a:t>class</a:t>
            </a:r>
            <a:r>
              <a:rPr sz="2400" b="1" i="0" spc="-6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i="0" spc="-10" dirty="0">
                <a:solidFill>
                  <a:srgbClr val="000000"/>
                </a:solidFill>
                <a:latin typeface="Courier New"/>
                <a:cs typeface="Courier New"/>
              </a:rPr>
              <a:t>KeyType&gt;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1380" y="1067562"/>
            <a:ext cx="5683250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void</a:t>
            </a:r>
            <a:r>
              <a:rPr sz="2400" b="1" spc="1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CircList&lt;Type&gt;::~CirList()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11403" y="1431797"/>
            <a:ext cx="5683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the circular list pointed to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by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1380" y="1505681"/>
            <a:ext cx="1303020" cy="981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79800"/>
              </a:lnSpc>
            </a:pPr>
            <a:r>
              <a:rPr sz="2400" b="1" spc="-10" dirty="0">
                <a:latin typeface="Courier New"/>
                <a:cs typeface="Courier New"/>
              </a:rPr>
              <a:t>//Erase  first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7141" y="2454402"/>
            <a:ext cx="203263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400" b="1" spc="-10" dirty="0">
                <a:latin typeface="Courier New"/>
                <a:cs typeface="Courier New"/>
              </a:rPr>
              <a:t>( </a:t>
            </a:r>
            <a:r>
              <a:rPr sz="2400" b="1" spc="-5" dirty="0">
                <a:latin typeface="Courier New"/>
                <a:cs typeface="Courier New"/>
              </a:rPr>
              <a:t>first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81376" y="3184397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ListNode*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06854" y="3184397"/>
            <a:ext cx="34937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second=first-&gt;link;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57474" y="3184397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//(1)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1376" y="3549396"/>
            <a:ext cx="2762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first-&gt;link=av;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07883" y="3549396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//(2)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81376" y="3914394"/>
            <a:ext cx="185038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av=second;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0024" y="3914394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//(3)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51380" y="4279392"/>
            <a:ext cx="3310254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231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first=0;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//(4)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87473" y="5347716"/>
            <a:ext cx="77025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a.first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89489" y="5420867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89489" y="5420867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21543" y="5420867"/>
            <a:ext cx="431800" cy="297180"/>
          </a:xfrm>
          <a:custGeom>
            <a:avLst/>
            <a:gdLst/>
            <a:ahLst/>
            <a:cxnLst/>
            <a:rect l="l" t="t" r="r" b="b"/>
            <a:pathLst>
              <a:path w="431800" h="297179">
                <a:moveTo>
                  <a:pt x="0" y="0"/>
                </a:moveTo>
                <a:lnTo>
                  <a:pt x="0" y="297179"/>
                </a:lnTo>
                <a:lnTo>
                  <a:pt x="431291" y="297179"/>
                </a:lnTo>
                <a:lnTo>
                  <a:pt x="43129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21543" y="5420867"/>
            <a:ext cx="431800" cy="297180"/>
          </a:xfrm>
          <a:custGeom>
            <a:avLst/>
            <a:gdLst/>
            <a:ahLst/>
            <a:cxnLst/>
            <a:rect l="l" t="t" r="r" b="b"/>
            <a:pathLst>
              <a:path w="431800" h="297179">
                <a:moveTo>
                  <a:pt x="0" y="0"/>
                </a:moveTo>
                <a:lnTo>
                  <a:pt x="0" y="297179"/>
                </a:lnTo>
                <a:lnTo>
                  <a:pt x="431291" y="297179"/>
                </a:lnTo>
                <a:lnTo>
                  <a:pt x="43129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807078" y="5378195"/>
            <a:ext cx="7131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0045" algn="l"/>
              </a:tabLst>
            </a:pPr>
            <a:r>
              <a:rPr sz="2400" spc="-5" dirty="0">
                <a:latin typeface="Arial"/>
                <a:cs typeface="Arial"/>
              </a:rPr>
              <a:t>3	14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52835" y="5420867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52835" y="5420867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66295" y="5420867"/>
            <a:ext cx="433070" cy="297180"/>
          </a:xfrm>
          <a:custGeom>
            <a:avLst/>
            <a:gdLst/>
            <a:ahLst/>
            <a:cxnLst/>
            <a:rect l="l" t="t" r="r" b="b"/>
            <a:pathLst>
              <a:path w="433070" h="297179">
                <a:moveTo>
                  <a:pt x="0" y="0"/>
                </a:moveTo>
                <a:lnTo>
                  <a:pt x="0" y="297180"/>
                </a:lnTo>
                <a:lnTo>
                  <a:pt x="432815" y="297179"/>
                </a:lnTo>
                <a:lnTo>
                  <a:pt x="432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65533" y="5420867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80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99111" y="5420867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99111" y="5420867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684659" y="5378195"/>
            <a:ext cx="6273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44500" algn="l"/>
              </a:tabLst>
            </a:pPr>
            <a:r>
              <a:rPr sz="2400" spc="-5" dirty="0">
                <a:latin typeface="Arial"/>
                <a:cs typeface="Arial"/>
              </a:rPr>
              <a:t>2	8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31165" y="5420867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8" y="297179"/>
                </a:lnTo>
                <a:lnTo>
                  <a:pt x="433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31165" y="5420867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8" y="297179"/>
                </a:lnTo>
                <a:lnTo>
                  <a:pt x="43357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45375" y="5420867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45375" y="5420867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878965" y="5420867"/>
            <a:ext cx="430530" cy="297180"/>
          </a:xfrm>
          <a:custGeom>
            <a:avLst/>
            <a:gdLst/>
            <a:ahLst/>
            <a:cxnLst/>
            <a:rect l="l" t="t" r="r" b="b"/>
            <a:pathLst>
              <a:path w="430529" h="297179">
                <a:moveTo>
                  <a:pt x="0" y="0"/>
                </a:moveTo>
                <a:lnTo>
                  <a:pt x="0" y="297179"/>
                </a:lnTo>
                <a:lnTo>
                  <a:pt x="430529" y="297179"/>
                </a:lnTo>
                <a:lnTo>
                  <a:pt x="43052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878965" y="5420867"/>
            <a:ext cx="429895" cy="297180"/>
          </a:xfrm>
          <a:custGeom>
            <a:avLst/>
            <a:gdLst/>
            <a:ahLst/>
            <a:cxnLst/>
            <a:rect l="l" t="t" r="r" b="b"/>
            <a:pathLst>
              <a:path w="429895" h="297179">
                <a:moveTo>
                  <a:pt x="0" y="0"/>
                </a:moveTo>
                <a:lnTo>
                  <a:pt x="0" y="297179"/>
                </a:lnTo>
                <a:lnTo>
                  <a:pt x="429768" y="297179"/>
                </a:lnTo>
                <a:lnTo>
                  <a:pt x="429768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309495" y="5420867"/>
            <a:ext cx="433070" cy="297180"/>
          </a:xfrm>
          <a:custGeom>
            <a:avLst/>
            <a:gdLst/>
            <a:ahLst/>
            <a:cxnLst/>
            <a:rect l="l" t="t" r="r" b="b"/>
            <a:pathLst>
              <a:path w="433070" h="297179">
                <a:moveTo>
                  <a:pt x="0" y="0"/>
                </a:moveTo>
                <a:lnTo>
                  <a:pt x="0" y="297179"/>
                </a:lnTo>
                <a:lnTo>
                  <a:pt x="432816" y="297179"/>
                </a:lnTo>
                <a:lnTo>
                  <a:pt x="432816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308733" y="5420867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51327" y="5549646"/>
            <a:ext cx="438784" cy="76200"/>
          </a:xfrm>
          <a:custGeom>
            <a:avLst/>
            <a:gdLst/>
            <a:ahLst/>
            <a:cxnLst/>
            <a:rect l="l" t="t" r="r" b="b"/>
            <a:pathLst>
              <a:path w="438785" h="76200">
                <a:moveTo>
                  <a:pt x="379488" y="38100"/>
                </a:moveTo>
                <a:lnTo>
                  <a:pt x="377964" y="34289"/>
                </a:lnTo>
                <a:lnTo>
                  <a:pt x="374916" y="32765"/>
                </a:lnTo>
                <a:lnTo>
                  <a:pt x="4584" y="32003"/>
                </a:lnTo>
                <a:lnTo>
                  <a:pt x="1536" y="32765"/>
                </a:lnTo>
                <a:lnTo>
                  <a:pt x="0" y="36575"/>
                </a:lnTo>
                <a:lnTo>
                  <a:pt x="1536" y="39624"/>
                </a:lnTo>
                <a:lnTo>
                  <a:pt x="4584" y="41148"/>
                </a:lnTo>
                <a:lnTo>
                  <a:pt x="374916" y="42671"/>
                </a:lnTo>
                <a:lnTo>
                  <a:pt x="377964" y="41148"/>
                </a:lnTo>
                <a:lnTo>
                  <a:pt x="379488" y="38100"/>
                </a:lnTo>
                <a:close/>
              </a:path>
              <a:path w="438785" h="76200">
                <a:moveTo>
                  <a:pt x="438162" y="38100"/>
                </a:moveTo>
                <a:lnTo>
                  <a:pt x="361962" y="0"/>
                </a:lnTo>
                <a:lnTo>
                  <a:pt x="361962" y="32739"/>
                </a:lnTo>
                <a:lnTo>
                  <a:pt x="374916" y="32765"/>
                </a:lnTo>
                <a:lnTo>
                  <a:pt x="377964" y="34289"/>
                </a:lnTo>
                <a:lnTo>
                  <a:pt x="379488" y="38100"/>
                </a:lnTo>
                <a:lnTo>
                  <a:pt x="379488" y="67437"/>
                </a:lnTo>
                <a:lnTo>
                  <a:pt x="438162" y="38100"/>
                </a:lnTo>
                <a:close/>
              </a:path>
              <a:path w="438785" h="76200">
                <a:moveTo>
                  <a:pt x="379488" y="67437"/>
                </a:moveTo>
                <a:lnTo>
                  <a:pt x="379488" y="38100"/>
                </a:lnTo>
                <a:lnTo>
                  <a:pt x="377964" y="41148"/>
                </a:lnTo>
                <a:lnTo>
                  <a:pt x="374916" y="42671"/>
                </a:lnTo>
                <a:lnTo>
                  <a:pt x="361962" y="42618"/>
                </a:lnTo>
                <a:lnTo>
                  <a:pt x="361962" y="76200"/>
                </a:lnTo>
                <a:lnTo>
                  <a:pt x="379488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788293" y="5557265"/>
            <a:ext cx="777240" cy="76200"/>
          </a:xfrm>
          <a:custGeom>
            <a:avLst/>
            <a:gdLst/>
            <a:ahLst/>
            <a:cxnLst/>
            <a:rect l="l" t="t" r="r" b="b"/>
            <a:pathLst>
              <a:path w="777239" h="76200">
                <a:moveTo>
                  <a:pt x="718565" y="38100"/>
                </a:moveTo>
                <a:lnTo>
                  <a:pt x="717803" y="35051"/>
                </a:lnTo>
                <a:lnTo>
                  <a:pt x="713993" y="33528"/>
                </a:lnTo>
                <a:lnTo>
                  <a:pt x="4572" y="33528"/>
                </a:lnTo>
                <a:lnTo>
                  <a:pt x="762" y="35051"/>
                </a:lnTo>
                <a:lnTo>
                  <a:pt x="0" y="38100"/>
                </a:lnTo>
                <a:lnTo>
                  <a:pt x="762" y="41910"/>
                </a:lnTo>
                <a:lnTo>
                  <a:pt x="4572" y="43434"/>
                </a:lnTo>
                <a:lnTo>
                  <a:pt x="713993" y="43434"/>
                </a:lnTo>
                <a:lnTo>
                  <a:pt x="717803" y="41910"/>
                </a:lnTo>
                <a:lnTo>
                  <a:pt x="718565" y="38100"/>
                </a:lnTo>
                <a:close/>
              </a:path>
              <a:path w="777239" h="76200">
                <a:moveTo>
                  <a:pt x="777239" y="38100"/>
                </a:moveTo>
                <a:lnTo>
                  <a:pt x="701039" y="0"/>
                </a:lnTo>
                <a:lnTo>
                  <a:pt x="701039" y="33528"/>
                </a:lnTo>
                <a:lnTo>
                  <a:pt x="713993" y="33528"/>
                </a:lnTo>
                <a:lnTo>
                  <a:pt x="717803" y="35051"/>
                </a:lnTo>
                <a:lnTo>
                  <a:pt x="718565" y="38100"/>
                </a:lnTo>
                <a:lnTo>
                  <a:pt x="718565" y="67437"/>
                </a:lnTo>
                <a:lnTo>
                  <a:pt x="777239" y="38100"/>
                </a:lnTo>
                <a:close/>
              </a:path>
              <a:path w="777239" h="76200">
                <a:moveTo>
                  <a:pt x="718565" y="67437"/>
                </a:moveTo>
                <a:lnTo>
                  <a:pt x="718565" y="38100"/>
                </a:lnTo>
                <a:lnTo>
                  <a:pt x="717803" y="41910"/>
                </a:lnTo>
                <a:lnTo>
                  <a:pt x="713993" y="43434"/>
                </a:lnTo>
                <a:lnTo>
                  <a:pt x="701039" y="43434"/>
                </a:lnTo>
                <a:lnTo>
                  <a:pt x="701039" y="76200"/>
                </a:lnTo>
                <a:lnTo>
                  <a:pt x="718565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680327" y="5538978"/>
            <a:ext cx="778510" cy="76200"/>
          </a:xfrm>
          <a:custGeom>
            <a:avLst/>
            <a:gdLst/>
            <a:ahLst/>
            <a:cxnLst/>
            <a:rect l="l" t="t" r="r" b="b"/>
            <a:pathLst>
              <a:path w="778509" h="76200">
                <a:moveTo>
                  <a:pt x="719340" y="38100"/>
                </a:moveTo>
                <a:lnTo>
                  <a:pt x="717816" y="34289"/>
                </a:lnTo>
                <a:lnTo>
                  <a:pt x="713994" y="32766"/>
                </a:lnTo>
                <a:lnTo>
                  <a:pt x="4572" y="34289"/>
                </a:lnTo>
                <a:lnTo>
                  <a:pt x="1524" y="35813"/>
                </a:lnTo>
                <a:lnTo>
                  <a:pt x="0" y="39624"/>
                </a:lnTo>
                <a:lnTo>
                  <a:pt x="1524" y="42672"/>
                </a:lnTo>
                <a:lnTo>
                  <a:pt x="4572" y="44196"/>
                </a:lnTo>
                <a:lnTo>
                  <a:pt x="714768" y="42672"/>
                </a:lnTo>
                <a:lnTo>
                  <a:pt x="717816" y="41148"/>
                </a:lnTo>
                <a:lnTo>
                  <a:pt x="719340" y="38100"/>
                </a:lnTo>
                <a:close/>
              </a:path>
              <a:path w="778509" h="76200">
                <a:moveTo>
                  <a:pt x="778014" y="37337"/>
                </a:moveTo>
                <a:lnTo>
                  <a:pt x="701814" y="0"/>
                </a:lnTo>
                <a:lnTo>
                  <a:pt x="701814" y="32792"/>
                </a:lnTo>
                <a:lnTo>
                  <a:pt x="713994" y="32766"/>
                </a:lnTo>
                <a:lnTo>
                  <a:pt x="717816" y="34289"/>
                </a:lnTo>
                <a:lnTo>
                  <a:pt x="719340" y="38100"/>
                </a:lnTo>
                <a:lnTo>
                  <a:pt x="719340" y="67261"/>
                </a:lnTo>
                <a:lnTo>
                  <a:pt x="778014" y="37337"/>
                </a:lnTo>
                <a:close/>
              </a:path>
              <a:path w="778509" h="76200">
                <a:moveTo>
                  <a:pt x="719340" y="67261"/>
                </a:moveTo>
                <a:lnTo>
                  <a:pt x="719340" y="38100"/>
                </a:lnTo>
                <a:lnTo>
                  <a:pt x="717816" y="41148"/>
                </a:lnTo>
                <a:lnTo>
                  <a:pt x="714768" y="42672"/>
                </a:lnTo>
                <a:lnTo>
                  <a:pt x="701814" y="42699"/>
                </a:lnTo>
                <a:lnTo>
                  <a:pt x="701814" y="76200"/>
                </a:lnTo>
                <a:lnTo>
                  <a:pt x="719340" y="672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701937" y="6851142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5" h="297179">
                <a:moveTo>
                  <a:pt x="0" y="0"/>
                </a:moveTo>
                <a:lnTo>
                  <a:pt x="0" y="297179"/>
                </a:lnTo>
                <a:lnTo>
                  <a:pt x="433578" y="297179"/>
                </a:lnTo>
                <a:lnTo>
                  <a:pt x="433578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135515" y="6851142"/>
            <a:ext cx="429895" cy="297180"/>
          </a:xfrm>
          <a:custGeom>
            <a:avLst/>
            <a:gdLst/>
            <a:ahLst/>
            <a:cxnLst/>
            <a:rect l="l" t="t" r="r" b="b"/>
            <a:pathLst>
              <a:path w="429895" h="297179">
                <a:moveTo>
                  <a:pt x="0" y="0"/>
                </a:moveTo>
                <a:lnTo>
                  <a:pt x="0" y="297179"/>
                </a:lnTo>
                <a:lnTo>
                  <a:pt x="429768" y="297179"/>
                </a:lnTo>
                <a:lnTo>
                  <a:pt x="429768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66045" y="6851142"/>
            <a:ext cx="433070" cy="297180"/>
          </a:xfrm>
          <a:custGeom>
            <a:avLst/>
            <a:gdLst/>
            <a:ahLst/>
            <a:cxnLst/>
            <a:rect l="l" t="t" r="r" b="b"/>
            <a:pathLst>
              <a:path w="433070" h="297179">
                <a:moveTo>
                  <a:pt x="0" y="0"/>
                </a:moveTo>
                <a:lnTo>
                  <a:pt x="0" y="297179"/>
                </a:lnTo>
                <a:lnTo>
                  <a:pt x="432815" y="297179"/>
                </a:lnTo>
                <a:lnTo>
                  <a:pt x="432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65283" y="6851142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578743" y="6851142"/>
            <a:ext cx="433070" cy="297180"/>
          </a:xfrm>
          <a:custGeom>
            <a:avLst/>
            <a:gdLst/>
            <a:ahLst/>
            <a:cxnLst/>
            <a:rect l="l" t="t" r="r" b="b"/>
            <a:pathLst>
              <a:path w="433070" h="297179">
                <a:moveTo>
                  <a:pt x="0" y="0"/>
                </a:moveTo>
                <a:lnTo>
                  <a:pt x="0" y="297179"/>
                </a:lnTo>
                <a:lnTo>
                  <a:pt x="432815" y="297179"/>
                </a:lnTo>
                <a:lnTo>
                  <a:pt x="43281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011559" y="6851142"/>
            <a:ext cx="432434" cy="297180"/>
          </a:xfrm>
          <a:custGeom>
            <a:avLst/>
            <a:gdLst/>
            <a:ahLst/>
            <a:cxnLst/>
            <a:rect l="l" t="t" r="r" b="b"/>
            <a:pathLst>
              <a:path w="432435" h="297179">
                <a:moveTo>
                  <a:pt x="0" y="0"/>
                </a:moveTo>
                <a:lnTo>
                  <a:pt x="0" y="297179"/>
                </a:lnTo>
                <a:lnTo>
                  <a:pt x="432053" y="297179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443613" y="6851142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443613" y="6851142"/>
            <a:ext cx="433705" cy="297180"/>
          </a:xfrm>
          <a:custGeom>
            <a:avLst/>
            <a:gdLst/>
            <a:ahLst/>
            <a:cxnLst/>
            <a:rect l="l" t="t" r="r" b="b"/>
            <a:pathLst>
              <a:path w="433704" h="297179">
                <a:moveTo>
                  <a:pt x="0" y="0"/>
                </a:moveTo>
                <a:lnTo>
                  <a:pt x="0" y="297179"/>
                </a:lnTo>
                <a:lnTo>
                  <a:pt x="433577" y="297179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343772" y="6825995"/>
            <a:ext cx="433705" cy="295275"/>
          </a:xfrm>
          <a:custGeom>
            <a:avLst/>
            <a:gdLst/>
            <a:ahLst/>
            <a:cxnLst/>
            <a:rect l="l" t="t" r="r" b="b"/>
            <a:pathLst>
              <a:path w="433704" h="295275">
                <a:moveTo>
                  <a:pt x="0" y="0"/>
                </a:moveTo>
                <a:lnTo>
                  <a:pt x="0" y="294894"/>
                </a:lnTo>
                <a:lnTo>
                  <a:pt x="433577" y="294894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777351" y="6825995"/>
            <a:ext cx="432434" cy="295275"/>
          </a:xfrm>
          <a:custGeom>
            <a:avLst/>
            <a:gdLst/>
            <a:ahLst/>
            <a:cxnLst/>
            <a:rect l="l" t="t" r="r" b="b"/>
            <a:pathLst>
              <a:path w="432434" h="295275">
                <a:moveTo>
                  <a:pt x="0" y="0"/>
                </a:moveTo>
                <a:lnTo>
                  <a:pt x="0" y="294894"/>
                </a:lnTo>
                <a:lnTo>
                  <a:pt x="432053" y="294894"/>
                </a:lnTo>
                <a:lnTo>
                  <a:pt x="43205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9209417" y="6825995"/>
            <a:ext cx="431800" cy="295910"/>
          </a:xfrm>
          <a:custGeom>
            <a:avLst/>
            <a:gdLst/>
            <a:ahLst/>
            <a:cxnLst/>
            <a:rect l="l" t="t" r="r" b="b"/>
            <a:pathLst>
              <a:path w="431800" h="295909">
                <a:moveTo>
                  <a:pt x="0" y="0"/>
                </a:moveTo>
                <a:lnTo>
                  <a:pt x="0" y="295655"/>
                </a:lnTo>
                <a:lnTo>
                  <a:pt x="431292" y="295655"/>
                </a:lnTo>
                <a:lnTo>
                  <a:pt x="43129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9209417" y="6825995"/>
            <a:ext cx="431800" cy="295275"/>
          </a:xfrm>
          <a:custGeom>
            <a:avLst/>
            <a:gdLst/>
            <a:ahLst/>
            <a:cxnLst/>
            <a:rect l="l" t="t" r="r" b="b"/>
            <a:pathLst>
              <a:path w="431800" h="295275">
                <a:moveTo>
                  <a:pt x="0" y="0"/>
                </a:moveTo>
                <a:lnTo>
                  <a:pt x="0" y="294894"/>
                </a:lnTo>
                <a:lnTo>
                  <a:pt x="431292" y="294894"/>
                </a:lnTo>
                <a:lnTo>
                  <a:pt x="43129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02265" y="6987540"/>
            <a:ext cx="776605" cy="76200"/>
          </a:xfrm>
          <a:custGeom>
            <a:avLst/>
            <a:gdLst/>
            <a:ahLst/>
            <a:cxnLst/>
            <a:rect l="l" t="t" r="r" b="b"/>
            <a:pathLst>
              <a:path w="776604" h="76200">
                <a:moveTo>
                  <a:pt x="717803" y="38100"/>
                </a:moveTo>
                <a:lnTo>
                  <a:pt x="716279" y="35051"/>
                </a:lnTo>
                <a:lnTo>
                  <a:pt x="712469" y="33527"/>
                </a:lnTo>
                <a:lnTo>
                  <a:pt x="4571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1" y="43433"/>
                </a:lnTo>
                <a:lnTo>
                  <a:pt x="712469" y="43433"/>
                </a:lnTo>
                <a:lnTo>
                  <a:pt x="716279" y="41909"/>
                </a:lnTo>
                <a:lnTo>
                  <a:pt x="717803" y="38100"/>
                </a:lnTo>
                <a:close/>
              </a:path>
              <a:path w="776604" h="76200">
                <a:moveTo>
                  <a:pt x="776477" y="38100"/>
                </a:moveTo>
                <a:lnTo>
                  <a:pt x="700277" y="0"/>
                </a:lnTo>
                <a:lnTo>
                  <a:pt x="700277" y="33527"/>
                </a:lnTo>
                <a:lnTo>
                  <a:pt x="712469" y="33527"/>
                </a:lnTo>
                <a:lnTo>
                  <a:pt x="716279" y="35051"/>
                </a:lnTo>
                <a:lnTo>
                  <a:pt x="717803" y="38100"/>
                </a:lnTo>
                <a:lnTo>
                  <a:pt x="717803" y="67437"/>
                </a:lnTo>
                <a:lnTo>
                  <a:pt x="776477" y="38100"/>
                </a:lnTo>
                <a:close/>
              </a:path>
              <a:path w="776604" h="76200">
                <a:moveTo>
                  <a:pt x="717803" y="67437"/>
                </a:moveTo>
                <a:lnTo>
                  <a:pt x="717803" y="38100"/>
                </a:lnTo>
                <a:lnTo>
                  <a:pt x="716279" y="41909"/>
                </a:lnTo>
                <a:lnTo>
                  <a:pt x="712469" y="43433"/>
                </a:lnTo>
                <a:lnTo>
                  <a:pt x="700277" y="43433"/>
                </a:lnTo>
                <a:lnTo>
                  <a:pt x="700277" y="76200"/>
                </a:lnTo>
                <a:lnTo>
                  <a:pt x="71780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692787" y="6969252"/>
            <a:ext cx="778510" cy="76200"/>
          </a:xfrm>
          <a:custGeom>
            <a:avLst/>
            <a:gdLst/>
            <a:ahLst/>
            <a:cxnLst/>
            <a:rect l="l" t="t" r="r" b="b"/>
            <a:pathLst>
              <a:path w="778510" h="76200">
                <a:moveTo>
                  <a:pt x="719328" y="38100"/>
                </a:moveTo>
                <a:lnTo>
                  <a:pt x="717804" y="34290"/>
                </a:lnTo>
                <a:lnTo>
                  <a:pt x="714756" y="32766"/>
                </a:lnTo>
                <a:lnTo>
                  <a:pt x="4572" y="34290"/>
                </a:lnTo>
                <a:lnTo>
                  <a:pt x="1524" y="35814"/>
                </a:lnTo>
                <a:lnTo>
                  <a:pt x="0" y="39624"/>
                </a:lnTo>
                <a:lnTo>
                  <a:pt x="1524" y="42672"/>
                </a:lnTo>
                <a:lnTo>
                  <a:pt x="4572" y="44196"/>
                </a:lnTo>
                <a:lnTo>
                  <a:pt x="714756" y="42672"/>
                </a:lnTo>
                <a:lnTo>
                  <a:pt x="717804" y="41148"/>
                </a:lnTo>
                <a:lnTo>
                  <a:pt x="719328" y="38100"/>
                </a:lnTo>
                <a:close/>
              </a:path>
              <a:path w="778510" h="76200">
                <a:moveTo>
                  <a:pt x="777989" y="37338"/>
                </a:moveTo>
                <a:lnTo>
                  <a:pt x="701789" y="0"/>
                </a:lnTo>
                <a:lnTo>
                  <a:pt x="701789" y="32793"/>
                </a:lnTo>
                <a:lnTo>
                  <a:pt x="714756" y="32766"/>
                </a:lnTo>
                <a:lnTo>
                  <a:pt x="717804" y="34290"/>
                </a:lnTo>
                <a:lnTo>
                  <a:pt x="719328" y="38100"/>
                </a:lnTo>
                <a:lnTo>
                  <a:pt x="719328" y="67255"/>
                </a:lnTo>
                <a:lnTo>
                  <a:pt x="777989" y="37338"/>
                </a:lnTo>
                <a:close/>
              </a:path>
              <a:path w="778510" h="76200">
                <a:moveTo>
                  <a:pt x="719328" y="67255"/>
                </a:moveTo>
                <a:lnTo>
                  <a:pt x="719328" y="38100"/>
                </a:lnTo>
                <a:lnTo>
                  <a:pt x="717804" y="41148"/>
                </a:lnTo>
                <a:lnTo>
                  <a:pt x="714756" y="42672"/>
                </a:lnTo>
                <a:lnTo>
                  <a:pt x="701789" y="42699"/>
                </a:lnTo>
                <a:lnTo>
                  <a:pt x="701789" y="76200"/>
                </a:lnTo>
                <a:lnTo>
                  <a:pt x="719328" y="67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564246" y="6967728"/>
            <a:ext cx="778510" cy="76200"/>
          </a:xfrm>
          <a:custGeom>
            <a:avLst/>
            <a:gdLst/>
            <a:ahLst/>
            <a:cxnLst/>
            <a:rect l="l" t="t" r="r" b="b"/>
            <a:pathLst>
              <a:path w="778509" h="76200">
                <a:moveTo>
                  <a:pt x="719327" y="38100"/>
                </a:moveTo>
                <a:lnTo>
                  <a:pt x="717803" y="34290"/>
                </a:lnTo>
                <a:lnTo>
                  <a:pt x="714768" y="32766"/>
                </a:lnTo>
                <a:lnTo>
                  <a:pt x="5346" y="34290"/>
                </a:lnTo>
                <a:lnTo>
                  <a:pt x="1524" y="35814"/>
                </a:lnTo>
                <a:lnTo>
                  <a:pt x="0" y="39624"/>
                </a:lnTo>
                <a:lnTo>
                  <a:pt x="1524" y="42672"/>
                </a:lnTo>
                <a:lnTo>
                  <a:pt x="5346" y="44196"/>
                </a:lnTo>
                <a:lnTo>
                  <a:pt x="714768" y="42672"/>
                </a:lnTo>
                <a:lnTo>
                  <a:pt x="717803" y="41148"/>
                </a:lnTo>
                <a:lnTo>
                  <a:pt x="719327" y="38100"/>
                </a:lnTo>
                <a:close/>
              </a:path>
              <a:path w="778509" h="76200">
                <a:moveTo>
                  <a:pt x="778001" y="37338"/>
                </a:moveTo>
                <a:lnTo>
                  <a:pt x="701801" y="0"/>
                </a:lnTo>
                <a:lnTo>
                  <a:pt x="701801" y="32793"/>
                </a:lnTo>
                <a:lnTo>
                  <a:pt x="714768" y="32766"/>
                </a:lnTo>
                <a:lnTo>
                  <a:pt x="717803" y="34290"/>
                </a:lnTo>
                <a:lnTo>
                  <a:pt x="719327" y="38100"/>
                </a:lnTo>
                <a:lnTo>
                  <a:pt x="719327" y="67261"/>
                </a:lnTo>
                <a:lnTo>
                  <a:pt x="778001" y="37338"/>
                </a:lnTo>
                <a:close/>
              </a:path>
              <a:path w="778509" h="76200">
                <a:moveTo>
                  <a:pt x="719327" y="67261"/>
                </a:moveTo>
                <a:lnTo>
                  <a:pt x="719327" y="38100"/>
                </a:lnTo>
                <a:lnTo>
                  <a:pt x="717803" y="41148"/>
                </a:lnTo>
                <a:lnTo>
                  <a:pt x="714768" y="42672"/>
                </a:lnTo>
                <a:lnTo>
                  <a:pt x="701801" y="42699"/>
                </a:lnTo>
                <a:lnTo>
                  <a:pt x="701801" y="76200"/>
                </a:lnTo>
                <a:lnTo>
                  <a:pt x="719327" y="672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765670" y="6976871"/>
            <a:ext cx="41910" cy="51435"/>
          </a:xfrm>
          <a:custGeom>
            <a:avLst/>
            <a:gdLst/>
            <a:ahLst/>
            <a:cxnLst/>
            <a:rect l="l" t="t" r="r" b="b"/>
            <a:pathLst>
              <a:path w="41909" h="51434">
                <a:moveTo>
                  <a:pt x="41922" y="25146"/>
                </a:moveTo>
                <a:lnTo>
                  <a:pt x="40313" y="15430"/>
                </a:lnTo>
                <a:lnTo>
                  <a:pt x="35917" y="7429"/>
                </a:lnTo>
                <a:lnTo>
                  <a:pt x="29380" y="2000"/>
                </a:lnTo>
                <a:lnTo>
                  <a:pt x="21348" y="0"/>
                </a:lnTo>
                <a:lnTo>
                  <a:pt x="13185" y="2000"/>
                </a:lnTo>
                <a:lnTo>
                  <a:pt x="6383" y="7429"/>
                </a:lnTo>
                <a:lnTo>
                  <a:pt x="1726" y="15430"/>
                </a:lnTo>
                <a:lnTo>
                  <a:pt x="0" y="25146"/>
                </a:lnTo>
                <a:lnTo>
                  <a:pt x="1726" y="35302"/>
                </a:lnTo>
                <a:lnTo>
                  <a:pt x="6383" y="43529"/>
                </a:lnTo>
                <a:lnTo>
                  <a:pt x="13185" y="49041"/>
                </a:lnTo>
                <a:lnTo>
                  <a:pt x="21348" y="51053"/>
                </a:lnTo>
                <a:lnTo>
                  <a:pt x="29380" y="49041"/>
                </a:lnTo>
                <a:lnTo>
                  <a:pt x="35917" y="43529"/>
                </a:lnTo>
                <a:lnTo>
                  <a:pt x="40313" y="35302"/>
                </a:lnTo>
                <a:lnTo>
                  <a:pt x="41922" y="25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765670" y="6976871"/>
            <a:ext cx="41910" cy="51435"/>
          </a:xfrm>
          <a:custGeom>
            <a:avLst/>
            <a:gdLst/>
            <a:ahLst/>
            <a:cxnLst/>
            <a:rect l="l" t="t" r="r" b="b"/>
            <a:pathLst>
              <a:path w="41909" h="51434">
                <a:moveTo>
                  <a:pt x="21348" y="0"/>
                </a:moveTo>
                <a:lnTo>
                  <a:pt x="13185" y="2000"/>
                </a:lnTo>
                <a:lnTo>
                  <a:pt x="6383" y="7429"/>
                </a:lnTo>
                <a:lnTo>
                  <a:pt x="1726" y="15430"/>
                </a:lnTo>
                <a:lnTo>
                  <a:pt x="0" y="25146"/>
                </a:lnTo>
                <a:lnTo>
                  <a:pt x="1726" y="35302"/>
                </a:lnTo>
                <a:lnTo>
                  <a:pt x="6383" y="43529"/>
                </a:lnTo>
                <a:lnTo>
                  <a:pt x="13185" y="49041"/>
                </a:lnTo>
                <a:lnTo>
                  <a:pt x="21348" y="51053"/>
                </a:lnTo>
                <a:lnTo>
                  <a:pt x="29380" y="49041"/>
                </a:lnTo>
                <a:lnTo>
                  <a:pt x="35917" y="43529"/>
                </a:lnTo>
                <a:lnTo>
                  <a:pt x="40313" y="35302"/>
                </a:lnTo>
                <a:lnTo>
                  <a:pt x="41922" y="25146"/>
                </a:lnTo>
                <a:lnTo>
                  <a:pt x="40313" y="15430"/>
                </a:lnTo>
                <a:lnTo>
                  <a:pt x="35917" y="7429"/>
                </a:lnTo>
                <a:lnTo>
                  <a:pt x="29380" y="2000"/>
                </a:lnTo>
                <a:lnTo>
                  <a:pt x="21348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973696" y="6976871"/>
            <a:ext cx="43815" cy="51435"/>
          </a:xfrm>
          <a:custGeom>
            <a:avLst/>
            <a:gdLst/>
            <a:ahLst/>
            <a:cxnLst/>
            <a:rect l="l" t="t" r="r" b="b"/>
            <a:pathLst>
              <a:path w="43815" h="51434">
                <a:moveTo>
                  <a:pt x="43446" y="25146"/>
                </a:moveTo>
                <a:lnTo>
                  <a:pt x="41718" y="15430"/>
                </a:lnTo>
                <a:lnTo>
                  <a:pt x="37060" y="7429"/>
                </a:lnTo>
                <a:lnTo>
                  <a:pt x="30261" y="2000"/>
                </a:lnTo>
                <a:lnTo>
                  <a:pt x="22110" y="0"/>
                </a:lnTo>
                <a:lnTo>
                  <a:pt x="13512" y="2000"/>
                </a:lnTo>
                <a:lnTo>
                  <a:pt x="6483" y="7429"/>
                </a:lnTo>
                <a:lnTo>
                  <a:pt x="1740" y="15430"/>
                </a:lnTo>
                <a:lnTo>
                  <a:pt x="0" y="25146"/>
                </a:lnTo>
                <a:lnTo>
                  <a:pt x="1740" y="35302"/>
                </a:lnTo>
                <a:lnTo>
                  <a:pt x="6483" y="43529"/>
                </a:lnTo>
                <a:lnTo>
                  <a:pt x="13512" y="49041"/>
                </a:lnTo>
                <a:lnTo>
                  <a:pt x="22110" y="51053"/>
                </a:lnTo>
                <a:lnTo>
                  <a:pt x="30261" y="49041"/>
                </a:lnTo>
                <a:lnTo>
                  <a:pt x="37060" y="43529"/>
                </a:lnTo>
                <a:lnTo>
                  <a:pt x="41718" y="35302"/>
                </a:lnTo>
                <a:lnTo>
                  <a:pt x="43446" y="25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973696" y="6976871"/>
            <a:ext cx="43815" cy="51435"/>
          </a:xfrm>
          <a:custGeom>
            <a:avLst/>
            <a:gdLst/>
            <a:ahLst/>
            <a:cxnLst/>
            <a:rect l="l" t="t" r="r" b="b"/>
            <a:pathLst>
              <a:path w="43815" h="51434">
                <a:moveTo>
                  <a:pt x="22110" y="0"/>
                </a:moveTo>
                <a:lnTo>
                  <a:pt x="13512" y="2000"/>
                </a:lnTo>
                <a:lnTo>
                  <a:pt x="6483" y="7429"/>
                </a:lnTo>
                <a:lnTo>
                  <a:pt x="1740" y="15430"/>
                </a:lnTo>
                <a:lnTo>
                  <a:pt x="0" y="25146"/>
                </a:lnTo>
                <a:lnTo>
                  <a:pt x="1740" y="35302"/>
                </a:lnTo>
                <a:lnTo>
                  <a:pt x="6483" y="43529"/>
                </a:lnTo>
                <a:lnTo>
                  <a:pt x="13512" y="49041"/>
                </a:lnTo>
                <a:lnTo>
                  <a:pt x="22110" y="51053"/>
                </a:lnTo>
                <a:lnTo>
                  <a:pt x="30261" y="49041"/>
                </a:lnTo>
                <a:lnTo>
                  <a:pt x="37060" y="43529"/>
                </a:lnTo>
                <a:lnTo>
                  <a:pt x="41718" y="35302"/>
                </a:lnTo>
                <a:lnTo>
                  <a:pt x="43446" y="25146"/>
                </a:lnTo>
                <a:lnTo>
                  <a:pt x="41718" y="15430"/>
                </a:lnTo>
                <a:lnTo>
                  <a:pt x="37060" y="7429"/>
                </a:lnTo>
                <a:lnTo>
                  <a:pt x="30261" y="2000"/>
                </a:lnTo>
                <a:lnTo>
                  <a:pt x="2211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183246" y="6976871"/>
            <a:ext cx="41910" cy="51435"/>
          </a:xfrm>
          <a:custGeom>
            <a:avLst/>
            <a:gdLst/>
            <a:ahLst/>
            <a:cxnLst/>
            <a:rect l="l" t="t" r="r" b="b"/>
            <a:pathLst>
              <a:path w="41909" h="51434">
                <a:moveTo>
                  <a:pt x="41922" y="25146"/>
                </a:moveTo>
                <a:lnTo>
                  <a:pt x="40194" y="15430"/>
                </a:lnTo>
                <a:lnTo>
                  <a:pt x="35534" y="7429"/>
                </a:lnTo>
                <a:lnTo>
                  <a:pt x="28731" y="2000"/>
                </a:lnTo>
                <a:lnTo>
                  <a:pt x="20574" y="0"/>
                </a:lnTo>
                <a:lnTo>
                  <a:pt x="12864" y="2000"/>
                </a:lnTo>
                <a:lnTo>
                  <a:pt x="6291" y="7429"/>
                </a:lnTo>
                <a:lnTo>
                  <a:pt x="1716" y="15430"/>
                </a:lnTo>
                <a:lnTo>
                  <a:pt x="0" y="25146"/>
                </a:lnTo>
                <a:lnTo>
                  <a:pt x="1716" y="35302"/>
                </a:lnTo>
                <a:lnTo>
                  <a:pt x="6291" y="43529"/>
                </a:lnTo>
                <a:lnTo>
                  <a:pt x="12864" y="49041"/>
                </a:lnTo>
                <a:lnTo>
                  <a:pt x="20574" y="51053"/>
                </a:lnTo>
                <a:lnTo>
                  <a:pt x="28731" y="49041"/>
                </a:lnTo>
                <a:lnTo>
                  <a:pt x="35534" y="43529"/>
                </a:lnTo>
                <a:lnTo>
                  <a:pt x="40194" y="35302"/>
                </a:lnTo>
                <a:lnTo>
                  <a:pt x="41922" y="25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183246" y="6976871"/>
            <a:ext cx="41910" cy="51435"/>
          </a:xfrm>
          <a:custGeom>
            <a:avLst/>
            <a:gdLst/>
            <a:ahLst/>
            <a:cxnLst/>
            <a:rect l="l" t="t" r="r" b="b"/>
            <a:pathLst>
              <a:path w="41909" h="51434">
                <a:moveTo>
                  <a:pt x="20574" y="0"/>
                </a:moveTo>
                <a:lnTo>
                  <a:pt x="12864" y="2000"/>
                </a:lnTo>
                <a:lnTo>
                  <a:pt x="6291" y="7429"/>
                </a:lnTo>
                <a:lnTo>
                  <a:pt x="1716" y="15430"/>
                </a:lnTo>
                <a:lnTo>
                  <a:pt x="0" y="25146"/>
                </a:lnTo>
                <a:lnTo>
                  <a:pt x="1716" y="35302"/>
                </a:lnTo>
                <a:lnTo>
                  <a:pt x="6291" y="43529"/>
                </a:lnTo>
                <a:lnTo>
                  <a:pt x="12864" y="49041"/>
                </a:lnTo>
                <a:lnTo>
                  <a:pt x="20574" y="51053"/>
                </a:lnTo>
                <a:lnTo>
                  <a:pt x="28731" y="49041"/>
                </a:lnTo>
                <a:lnTo>
                  <a:pt x="35534" y="43529"/>
                </a:lnTo>
                <a:lnTo>
                  <a:pt x="40194" y="35302"/>
                </a:lnTo>
                <a:lnTo>
                  <a:pt x="41922" y="25146"/>
                </a:lnTo>
                <a:lnTo>
                  <a:pt x="40194" y="15430"/>
                </a:lnTo>
                <a:lnTo>
                  <a:pt x="35534" y="7429"/>
                </a:lnTo>
                <a:lnTo>
                  <a:pt x="28731" y="2000"/>
                </a:lnTo>
                <a:lnTo>
                  <a:pt x="20574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741297" y="6765797"/>
            <a:ext cx="34671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av</a:t>
            </a:r>
            <a:endParaRPr sz="240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2208161" y="6986016"/>
            <a:ext cx="524510" cy="76200"/>
          </a:xfrm>
          <a:custGeom>
            <a:avLst/>
            <a:gdLst/>
            <a:ahLst/>
            <a:cxnLst/>
            <a:rect l="l" t="t" r="r" b="b"/>
            <a:pathLst>
              <a:path w="524510" h="76200">
                <a:moveTo>
                  <a:pt x="465581" y="38100"/>
                </a:moveTo>
                <a:lnTo>
                  <a:pt x="464057" y="35051"/>
                </a:lnTo>
                <a:lnTo>
                  <a:pt x="460247" y="33527"/>
                </a:lnTo>
                <a:lnTo>
                  <a:pt x="4571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1" y="43433"/>
                </a:lnTo>
                <a:lnTo>
                  <a:pt x="460247" y="43433"/>
                </a:lnTo>
                <a:lnTo>
                  <a:pt x="464057" y="41909"/>
                </a:lnTo>
                <a:lnTo>
                  <a:pt x="465581" y="38100"/>
                </a:lnTo>
                <a:close/>
              </a:path>
              <a:path w="524510" h="76200">
                <a:moveTo>
                  <a:pt x="524256" y="38100"/>
                </a:moveTo>
                <a:lnTo>
                  <a:pt x="448056" y="0"/>
                </a:lnTo>
                <a:lnTo>
                  <a:pt x="448056" y="33527"/>
                </a:lnTo>
                <a:lnTo>
                  <a:pt x="460247" y="33527"/>
                </a:lnTo>
                <a:lnTo>
                  <a:pt x="464057" y="35051"/>
                </a:lnTo>
                <a:lnTo>
                  <a:pt x="465581" y="38100"/>
                </a:lnTo>
                <a:lnTo>
                  <a:pt x="465581" y="67437"/>
                </a:lnTo>
                <a:lnTo>
                  <a:pt x="524256" y="38100"/>
                </a:lnTo>
                <a:close/>
              </a:path>
              <a:path w="524510" h="76200">
                <a:moveTo>
                  <a:pt x="465581" y="67437"/>
                </a:moveTo>
                <a:lnTo>
                  <a:pt x="465581" y="38100"/>
                </a:lnTo>
                <a:lnTo>
                  <a:pt x="464057" y="41909"/>
                </a:lnTo>
                <a:lnTo>
                  <a:pt x="460247" y="43433"/>
                </a:lnTo>
                <a:lnTo>
                  <a:pt x="448056" y="43433"/>
                </a:lnTo>
                <a:lnTo>
                  <a:pt x="448056" y="76200"/>
                </a:lnTo>
                <a:lnTo>
                  <a:pt x="465581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775339" y="5576315"/>
            <a:ext cx="0" cy="562610"/>
          </a:xfrm>
          <a:custGeom>
            <a:avLst/>
            <a:gdLst/>
            <a:ahLst/>
            <a:cxnLst/>
            <a:rect l="l" t="t" r="r" b="b"/>
            <a:pathLst>
              <a:path h="562610">
                <a:moveTo>
                  <a:pt x="0" y="0"/>
                </a:moveTo>
                <a:lnTo>
                  <a:pt x="0" y="562356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916059" y="6138671"/>
            <a:ext cx="1859280" cy="0"/>
          </a:xfrm>
          <a:custGeom>
            <a:avLst/>
            <a:gdLst/>
            <a:ahLst/>
            <a:cxnLst/>
            <a:rect l="l" t="t" r="r" b="b"/>
            <a:pathLst>
              <a:path w="1859279">
                <a:moveTo>
                  <a:pt x="185928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2877959" y="6134100"/>
            <a:ext cx="76200" cy="704850"/>
          </a:xfrm>
          <a:custGeom>
            <a:avLst/>
            <a:gdLst/>
            <a:ahLst/>
            <a:cxnLst/>
            <a:rect l="l" t="t" r="r" b="b"/>
            <a:pathLst>
              <a:path w="76200" h="704850">
                <a:moveTo>
                  <a:pt x="43434" y="32765"/>
                </a:moveTo>
                <a:lnTo>
                  <a:pt x="43434" y="4572"/>
                </a:lnTo>
                <a:lnTo>
                  <a:pt x="41910" y="762"/>
                </a:lnTo>
                <a:lnTo>
                  <a:pt x="38100" y="0"/>
                </a:lnTo>
                <a:lnTo>
                  <a:pt x="35052" y="762"/>
                </a:lnTo>
                <a:lnTo>
                  <a:pt x="33528" y="4572"/>
                </a:lnTo>
                <a:lnTo>
                  <a:pt x="33528" y="32765"/>
                </a:lnTo>
                <a:lnTo>
                  <a:pt x="35052" y="36575"/>
                </a:lnTo>
                <a:lnTo>
                  <a:pt x="38100" y="38100"/>
                </a:lnTo>
                <a:lnTo>
                  <a:pt x="41910" y="36575"/>
                </a:lnTo>
                <a:lnTo>
                  <a:pt x="43434" y="32765"/>
                </a:lnTo>
                <a:close/>
              </a:path>
              <a:path w="76200" h="704850">
                <a:moveTo>
                  <a:pt x="43434" y="99822"/>
                </a:moveTo>
                <a:lnTo>
                  <a:pt x="43434" y="70865"/>
                </a:lnTo>
                <a:lnTo>
                  <a:pt x="41910" y="67817"/>
                </a:lnTo>
                <a:lnTo>
                  <a:pt x="38100" y="66294"/>
                </a:lnTo>
                <a:lnTo>
                  <a:pt x="35052" y="67817"/>
                </a:lnTo>
                <a:lnTo>
                  <a:pt x="33528" y="70865"/>
                </a:lnTo>
                <a:lnTo>
                  <a:pt x="33528" y="99822"/>
                </a:lnTo>
                <a:lnTo>
                  <a:pt x="35052" y="102870"/>
                </a:lnTo>
                <a:lnTo>
                  <a:pt x="38100" y="104394"/>
                </a:lnTo>
                <a:lnTo>
                  <a:pt x="41910" y="102870"/>
                </a:lnTo>
                <a:lnTo>
                  <a:pt x="43434" y="99822"/>
                </a:lnTo>
                <a:close/>
              </a:path>
              <a:path w="76200" h="704850">
                <a:moveTo>
                  <a:pt x="43434" y="166115"/>
                </a:moveTo>
                <a:lnTo>
                  <a:pt x="43434" y="137922"/>
                </a:lnTo>
                <a:lnTo>
                  <a:pt x="41910" y="134112"/>
                </a:lnTo>
                <a:lnTo>
                  <a:pt x="38100" y="133350"/>
                </a:lnTo>
                <a:lnTo>
                  <a:pt x="35052" y="134112"/>
                </a:lnTo>
                <a:lnTo>
                  <a:pt x="33528" y="137922"/>
                </a:lnTo>
                <a:lnTo>
                  <a:pt x="33528" y="166115"/>
                </a:lnTo>
                <a:lnTo>
                  <a:pt x="35052" y="169925"/>
                </a:lnTo>
                <a:lnTo>
                  <a:pt x="38100" y="171450"/>
                </a:lnTo>
                <a:lnTo>
                  <a:pt x="41910" y="169925"/>
                </a:lnTo>
                <a:lnTo>
                  <a:pt x="43434" y="166115"/>
                </a:lnTo>
                <a:close/>
              </a:path>
              <a:path w="76200" h="704850">
                <a:moveTo>
                  <a:pt x="43434" y="233172"/>
                </a:moveTo>
                <a:lnTo>
                  <a:pt x="43434" y="204215"/>
                </a:lnTo>
                <a:lnTo>
                  <a:pt x="41910" y="201167"/>
                </a:lnTo>
                <a:lnTo>
                  <a:pt x="38100" y="199644"/>
                </a:lnTo>
                <a:lnTo>
                  <a:pt x="35052" y="201167"/>
                </a:lnTo>
                <a:lnTo>
                  <a:pt x="33528" y="204215"/>
                </a:lnTo>
                <a:lnTo>
                  <a:pt x="33528" y="233172"/>
                </a:lnTo>
                <a:lnTo>
                  <a:pt x="35052" y="236220"/>
                </a:lnTo>
                <a:lnTo>
                  <a:pt x="38100" y="237744"/>
                </a:lnTo>
                <a:lnTo>
                  <a:pt x="41910" y="236220"/>
                </a:lnTo>
                <a:lnTo>
                  <a:pt x="43434" y="233172"/>
                </a:lnTo>
                <a:close/>
              </a:path>
              <a:path w="76200" h="704850">
                <a:moveTo>
                  <a:pt x="43434" y="299465"/>
                </a:moveTo>
                <a:lnTo>
                  <a:pt x="43434" y="271272"/>
                </a:lnTo>
                <a:lnTo>
                  <a:pt x="41910" y="267462"/>
                </a:lnTo>
                <a:lnTo>
                  <a:pt x="38100" y="266700"/>
                </a:lnTo>
                <a:lnTo>
                  <a:pt x="35052" y="267462"/>
                </a:lnTo>
                <a:lnTo>
                  <a:pt x="33528" y="271272"/>
                </a:lnTo>
                <a:lnTo>
                  <a:pt x="33528" y="299465"/>
                </a:lnTo>
                <a:lnTo>
                  <a:pt x="35052" y="303275"/>
                </a:lnTo>
                <a:lnTo>
                  <a:pt x="38100" y="304800"/>
                </a:lnTo>
                <a:lnTo>
                  <a:pt x="41910" y="303275"/>
                </a:lnTo>
                <a:lnTo>
                  <a:pt x="43434" y="299465"/>
                </a:lnTo>
                <a:close/>
              </a:path>
              <a:path w="76200" h="704850">
                <a:moveTo>
                  <a:pt x="43434" y="366522"/>
                </a:moveTo>
                <a:lnTo>
                  <a:pt x="43434" y="337565"/>
                </a:lnTo>
                <a:lnTo>
                  <a:pt x="41910" y="334517"/>
                </a:lnTo>
                <a:lnTo>
                  <a:pt x="38100" y="332994"/>
                </a:lnTo>
                <a:lnTo>
                  <a:pt x="35052" y="334517"/>
                </a:lnTo>
                <a:lnTo>
                  <a:pt x="33528" y="337565"/>
                </a:lnTo>
                <a:lnTo>
                  <a:pt x="33528" y="366522"/>
                </a:lnTo>
                <a:lnTo>
                  <a:pt x="35052" y="369570"/>
                </a:lnTo>
                <a:lnTo>
                  <a:pt x="38100" y="371094"/>
                </a:lnTo>
                <a:lnTo>
                  <a:pt x="41910" y="369570"/>
                </a:lnTo>
                <a:lnTo>
                  <a:pt x="43434" y="366522"/>
                </a:lnTo>
                <a:close/>
              </a:path>
              <a:path w="76200" h="704850">
                <a:moveTo>
                  <a:pt x="43434" y="432816"/>
                </a:moveTo>
                <a:lnTo>
                  <a:pt x="43434" y="404622"/>
                </a:lnTo>
                <a:lnTo>
                  <a:pt x="41910" y="400811"/>
                </a:lnTo>
                <a:lnTo>
                  <a:pt x="38100" y="400050"/>
                </a:lnTo>
                <a:lnTo>
                  <a:pt x="35052" y="400811"/>
                </a:lnTo>
                <a:lnTo>
                  <a:pt x="33528" y="404622"/>
                </a:lnTo>
                <a:lnTo>
                  <a:pt x="33528" y="432816"/>
                </a:lnTo>
                <a:lnTo>
                  <a:pt x="35052" y="436625"/>
                </a:lnTo>
                <a:lnTo>
                  <a:pt x="38100" y="438150"/>
                </a:lnTo>
                <a:lnTo>
                  <a:pt x="41910" y="436625"/>
                </a:lnTo>
                <a:lnTo>
                  <a:pt x="43434" y="432816"/>
                </a:lnTo>
                <a:close/>
              </a:path>
              <a:path w="76200" h="704850">
                <a:moveTo>
                  <a:pt x="43434" y="499872"/>
                </a:moveTo>
                <a:lnTo>
                  <a:pt x="43434" y="470916"/>
                </a:lnTo>
                <a:lnTo>
                  <a:pt x="41910" y="467868"/>
                </a:lnTo>
                <a:lnTo>
                  <a:pt x="38100" y="466344"/>
                </a:lnTo>
                <a:lnTo>
                  <a:pt x="35052" y="467868"/>
                </a:lnTo>
                <a:lnTo>
                  <a:pt x="33528" y="470916"/>
                </a:lnTo>
                <a:lnTo>
                  <a:pt x="33528" y="499872"/>
                </a:lnTo>
                <a:lnTo>
                  <a:pt x="35052" y="502920"/>
                </a:lnTo>
                <a:lnTo>
                  <a:pt x="38100" y="504444"/>
                </a:lnTo>
                <a:lnTo>
                  <a:pt x="41910" y="502920"/>
                </a:lnTo>
                <a:lnTo>
                  <a:pt x="43434" y="499872"/>
                </a:lnTo>
                <a:close/>
              </a:path>
              <a:path w="76200" h="704850">
                <a:moveTo>
                  <a:pt x="43434" y="566166"/>
                </a:moveTo>
                <a:lnTo>
                  <a:pt x="43434" y="537972"/>
                </a:lnTo>
                <a:lnTo>
                  <a:pt x="41910" y="534161"/>
                </a:lnTo>
                <a:lnTo>
                  <a:pt x="38100" y="533400"/>
                </a:lnTo>
                <a:lnTo>
                  <a:pt x="35052" y="534161"/>
                </a:lnTo>
                <a:lnTo>
                  <a:pt x="33528" y="537972"/>
                </a:lnTo>
                <a:lnTo>
                  <a:pt x="33528" y="566166"/>
                </a:lnTo>
                <a:lnTo>
                  <a:pt x="35052" y="569976"/>
                </a:lnTo>
                <a:lnTo>
                  <a:pt x="38100" y="571500"/>
                </a:lnTo>
                <a:lnTo>
                  <a:pt x="41910" y="569976"/>
                </a:lnTo>
                <a:lnTo>
                  <a:pt x="43434" y="566166"/>
                </a:lnTo>
                <a:close/>
              </a:path>
              <a:path w="76200" h="704850">
                <a:moveTo>
                  <a:pt x="76200" y="628650"/>
                </a:moveTo>
                <a:lnTo>
                  <a:pt x="0" y="628650"/>
                </a:lnTo>
                <a:lnTo>
                  <a:pt x="33528" y="695705"/>
                </a:lnTo>
                <a:lnTo>
                  <a:pt x="33528" y="633222"/>
                </a:lnTo>
                <a:lnTo>
                  <a:pt x="35052" y="636270"/>
                </a:lnTo>
                <a:lnTo>
                  <a:pt x="38100" y="637794"/>
                </a:lnTo>
                <a:lnTo>
                  <a:pt x="41910" y="636270"/>
                </a:lnTo>
                <a:lnTo>
                  <a:pt x="43434" y="633222"/>
                </a:lnTo>
                <a:lnTo>
                  <a:pt x="43434" y="694181"/>
                </a:lnTo>
                <a:lnTo>
                  <a:pt x="76200" y="628650"/>
                </a:lnTo>
                <a:close/>
              </a:path>
              <a:path w="76200" h="704850">
                <a:moveTo>
                  <a:pt x="43434" y="628650"/>
                </a:moveTo>
                <a:lnTo>
                  <a:pt x="43434" y="604266"/>
                </a:lnTo>
                <a:lnTo>
                  <a:pt x="41910" y="601218"/>
                </a:lnTo>
                <a:lnTo>
                  <a:pt x="38100" y="599694"/>
                </a:lnTo>
                <a:lnTo>
                  <a:pt x="35052" y="601218"/>
                </a:lnTo>
                <a:lnTo>
                  <a:pt x="33528" y="604266"/>
                </a:lnTo>
                <a:lnTo>
                  <a:pt x="33528" y="628650"/>
                </a:lnTo>
                <a:lnTo>
                  <a:pt x="43434" y="628650"/>
                </a:lnTo>
                <a:close/>
              </a:path>
              <a:path w="76200" h="704850">
                <a:moveTo>
                  <a:pt x="43434" y="694181"/>
                </a:moveTo>
                <a:lnTo>
                  <a:pt x="43434" y="633222"/>
                </a:lnTo>
                <a:lnTo>
                  <a:pt x="41910" y="636270"/>
                </a:lnTo>
                <a:lnTo>
                  <a:pt x="38100" y="637794"/>
                </a:lnTo>
                <a:lnTo>
                  <a:pt x="35052" y="636270"/>
                </a:lnTo>
                <a:lnTo>
                  <a:pt x="33528" y="633222"/>
                </a:lnTo>
                <a:lnTo>
                  <a:pt x="33528" y="695705"/>
                </a:lnTo>
                <a:lnTo>
                  <a:pt x="38100" y="704850"/>
                </a:lnTo>
                <a:lnTo>
                  <a:pt x="43434" y="6941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5776848" y="5879591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659259" y="5718047"/>
            <a:ext cx="76200" cy="425450"/>
          </a:xfrm>
          <a:custGeom>
            <a:avLst/>
            <a:gdLst/>
            <a:ahLst/>
            <a:cxnLst/>
            <a:rect l="l" t="t" r="r" b="b"/>
            <a:pathLst>
              <a:path w="76200" h="425450">
                <a:moveTo>
                  <a:pt x="43434" y="420624"/>
                </a:moveTo>
                <a:lnTo>
                  <a:pt x="43434" y="391667"/>
                </a:lnTo>
                <a:lnTo>
                  <a:pt x="41910" y="388619"/>
                </a:lnTo>
                <a:lnTo>
                  <a:pt x="38100" y="387096"/>
                </a:lnTo>
                <a:lnTo>
                  <a:pt x="35052" y="388619"/>
                </a:lnTo>
                <a:lnTo>
                  <a:pt x="33528" y="391667"/>
                </a:lnTo>
                <a:lnTo>
                  <a:pt x="33528" y="420624"/>
                </a:lnTo>
                <a:lnTo>
                  <a:pt x="35052" y="423672"/>
                </a:lnTo>
                <a:lnTo>
                  <a:pt x="38100" y="425196"/>
                </a:lnTo>
                <a:lnTo>
                  <a:pt x="41910" y="423672"/>
                </a:lnTo>
                <a:lnTo>
                  <a:pt x="43434" y="420624"/>
                </a:lnTo>
                <a:close/>
              </a:path>
              <a:path w="76200" h="425450">
                <a:moveTo>
                  <a:pt x="43434" y="353567"/>
                </a:moveTo>
                <a:lnTo>
                  <a:pt x="43434" y="325374"/>
                </a:lnTo>
                <a:lnTo>
                  <a:pt x="41910" y="321563"/>
                </a:lnTo>
                <a:lnTo>
                  <a:pt x="38100" y="320801"/>
                </a:lnTo>
                <a:lnTo>
                  <a:pt x="35052" y="321563"/>
                </a:lnTo>
                <a:lnTo>
                  <a:pt x="33528" y="325374"/>
                </a:lnTo>
                <a:lnTo>
                  <a:pt x="33528" y="353567"/>
                </a:lnTo>
                <a:lnTo>
                  <a:pt x="35052" y="357377"/>
                </a:lnTo>
                <a:lnTo>
                  <a:pt x="38100" y="358901"/>
                </a:lnTo>
                <a:lnTo>
                  <a:pt x="41910" y="357377"/>
                </a:lnTo>
                <a:lnTo>
                  <a:pt x="43434" y="353567"/>
                </a:lnTo>
                <a:close/>
              </a:path>
              <a:path w="76200" h="425450">
                <a:moveTo>
                  <a:pt x="43434" y="287274"/>
                </a:moveTo>
                <a:lnTo>
                  <a:pt x="43434" y="258317"/>
                </a:lnTo>
                <a:lnTo>
                  <a:pt x="41910" y="255269"/>
                </a:lnTo>
                <a:lnTo>
                  <a:pt x="38100" y="253746"/>
                </a:lnTo>
                <a:lnTo>
                  <a:pt x="35052" y="255269"/>
                </a:lnTo>
                <a:lnTo>
                  <a:pt x="33528" y="258317"/>
                </a:lnTo>
                <a:lnTo>
                  <a:pt x="33528" y="287274"/>
                </a:lnTo>
                <a:lnTo>
                  <a:pt x="35052" y="290322"/>
                </a:lnTo>
                <a:lnTo>
                  <a:pt x="38100" y="291846"/>
                </a:lnTo>
                <a:lnTo>
                  <a:pt x="41910" y="290322"/>
                </a:lnTo>
                <a:lnTo>
                  <a:pt x="43434" y="287274"/>
                </a:lnTo>
                <a:close/>
              </a:path>
              <a:path w="76200" h="425450">
                <a:moveTo>
                  <a:pt x="43434" y="220217"/>
                </a:moveTo>
                <a:lnTo>
                  <a:pt x="43434" y="192024"/>
                </a:lnTo>
                <a:lnTo>
                  <a:pt x="41910" y="188213"/>
                </a:lnTo>
                <a:lnTo>
                  <a:pt x="38100" y="187451"/>
                </a:lnTo>
                <a:lnTo>
                  <a:pt x="35052" y="188213"/>
                </a:lnTo>
                <a:lnTo>
                  <a:pt x="33528" y="192024"/>
                </a:lnTo>
                <a:lnTo>
                  <a:pt x="33528" y="220217"/>
                </a:lnTo>
                <a:lnTo>
                  <a:pt x="35052" y="224027"/>
                </a:lnTo>
                <a:lnTo>
                  <a:pt x="38100" y="225551"/>
                </a:lnTo>
                <a:lnTo>
                  <a:pt x="41910" y="224027"/>
                </a:lnTo>
                <a:lnTo>
                  <a:pt x="43434" y="220217"/>
                </a:lnTo>
                <a:close/>
              </a:path>
              <a:path w="76200" h="425450">
                <a:moveTo>
                  <a:pt x="43434" y="153924"/>
                </a:moveTo>
                <a:lnTo>
                  <a:pt x="43434" y="124967"/>
                </a:lnTo>
                <a:lnTo>
                  <a:pt x="41910" y="121919"/>
                </a:lnTo>
                <a:lnTo>
                  <a:pt x="38100" y="120396"/>
                </a:lnTo>
                <a:lnTo>
                  <a:pt x="35051" y="121919"/>
                </a:lnTo>
                <a:lnTo>
                  <a:pt x="33527" y="124967"/>
                </a:lnTo>
                <a:lnTo>
                  <a:pt x="33527" y="153924"/>
                </a:lnTo>
                <a:lnTo>
                  <a:pt x="35051" y="156972"/>
                </a:lnTo>
                <a:lnTo>
                  <a:pt x="38100" y="158496"/>
                </a:lnTo>
                <a:lnTo>
                  <a:pt x="41910" y="156972"/>
                </a:lnTo>
                <a:lnTo>
                  <a:pt x="43434" y="153924"/>
                </a:lnTo>
                <a:close/>
              </a:path>
              <a:path w="76200" h="4254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3246"/>
                </a:lnTo>
                <a:lnTo>
                  <a:pt x="35051" y="60198"/>
                </a:lnTo>
                <a:lnTo>
                  <a:pt x="38100" y="58674"/>
                </a:lnTo>
                <a:lnTo>
                  <a:pt x="41910" y="60198"/>
                </a:lnTo>
                <a:lnTo>
                  <a:pt x="43434" y="63246"/>
                </a:lnTo>
                <a:lnTo>
                  <a:pt x="43434" y="76200"/>
                </a:lnTo>
                <a:lnTo>
                  <a:pt x="76200" y="76200"/>
                </a:lnTo>
                <a:close/>
              </a:path>
              <a:path w="76200" h="425450">
                <a:moveTo>
                  <a:pt x="43434" y="76200"/>
                </a:moveTo>
                <a:lnTo>
                  <a:pt x="43434" y="63246"/>
                </a:lnTo>
                <a:lnTo>
                  <a:pt x="41910" y="60198"/>
                </a:lnTo>
                <a:lnTo>
                  <a:pt x="38100" y="58674"/>
                </a:lnTo>
                <a:lnTo>
                  <a:pt x="35051" y="60198"/>
                </a:lnTo>
                <a:lnTo>
                  <a:pt x="33527" y="63246"/>
                </a:lnTo>
                <a:lnTo>
                  <a:pt x="33527" y="76200"/>
                </a:lnTo>
                <a:lnTo>
                  <a:pt x="43434" y="76200"/>
                </a:lnTo>
                <a:close/>
              </a:path>
              <a:path w="76200" h="425450">
                <a:moveTo>
                  <a:pt x="43434" y="86867"/>
                </a:moveTo>
                <a:lnTo>
                  <a:pt x="43434" y="76200"/>
                </a:lnTo>
                <a:lnTo>
                  <a:pt x="33527" y="76200"/>
                </a:lnTo>
                <a:lnTo>
                  <a:pt x="33527" y="86867"/>
                </a:lnTo>
                <a:lnTo>
                  <a:pt x="35051" y="90677"/>
                </a:lnTo>
                <a:lnTo>
                  <a:pt x="38100" y="92201"/>
                </a:lnTo>
                <a:lnTo>
                  <a:pt x="41910" y="90677"/>
                </a:lnTo>
                <a:lnTo>
                  <a:pt x="43434" y="868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3544951" y="6112764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281801" y="5740146"/>
            <a:ext cx="92710" cy="474980"/>
          </a:xfrm>
          <a:custGeom>
            <a:avLst/>
            <a:gdLst/>
            <a:ahLst/>
            <a:cxnLst/>
            <a:rect l="l" t="t" r="r" b="b"/>
            <a:pathLst>
              <a:path w="92710" h="474979">
                <a:moveTo>
                  <a:pt x="92214" y="469391"/>
                </a:moveTo>
                <a:lnTo>
                  <a:pt x="88404" y="441198"/>
                </a:lnTo>
                <a:lnTo>
                  <a:pt x="86880" y="437388"/>
                </a:lnTo>
                <a:lnTo>
                  <a:pt x="83070" y="436625"/>
                </a:lnTo>
                <a:lnTo>
                  <a:pt x="80022" y="438912"/>
                </a:lnTo>
                <a:lnTo>
                  <a:pt x="79248" y="441959"/>
                </a:lnTo>
                <a:lnTo>
                  <a:pt x="82308" y="470153"/>
                </a:lnTo>
                <a:lnTo>
                  <a:pt x="84582" y="473963"/>
                </a:lnTo>
                <a:lnTo>
                  <a:pt x="87642" y="474725"/>
                </a:lnTo>
                <a:lnTo>
                  <a:pt x="91452" y="473201"/>
                </a:lnTo>
                <a:lnTo>
                  <a:pt x="92214" y="469391"/>
                </a:lnTo>
                <a:close/>
              </a:path>
              <a:path w="92710" h="474979">
                <a:moveTo>
                  <a:pt x="83820" y="403098"/>
                </a:moveTo>
                <a:lnTo>
                  <a:pt x="80022" y="374903"/>
                </a:lnTo>
                <a:lnTo>
                  <a:pt x="78486" y="371855"/>
                </a:lnTo>
                <a:lnTo>
                  <a:pt x="74676" y="370331"/>
                </a:lnTo>
                <a:lnTo>
                  <a:pt x="71640" y="372617"/>
                </a:lnTo>
                <a:lnTo>
                  <a:pt x="70878" y="375665"/>
                </a:lnTo>
                <a:lnTo>
                  <a:pt x="74676" y="404621"/>
                </a:lnTo>
                <a:lnTo>
                  <a:pt x="76200" y="407669"/>
                </a:lnTo>
                <a:lnTo>
                  <a:pt x="80022" y="408431"/>
                </a:lnTo>
                <a:lnTo>
                  <a:pt x="83070" y="406907"/>
                </a:lnTo>
                <a:lnTo>
                  <a:pt x="83820" y="403098"/>
                </a:lnTo>
                <a:close/>
              </a:path>
              <a:path w="92710" h="474979">
                <a:moveTo>
                  <a:pt x="75438" y="336803"/>
                </a:moveTo>
                <a:lnTo>
                  <a:pt x="72402" y="308609"/>
                </a:lnTo>
                <a:lnTo>
                  <a:pt x="70116" y="305562"/>
                </a:lnTo>
                <a:lnTo>
                  <a:pt x="67056" y="304800"/>
                </a:lnTo>
                <a:lnTo>
                  <a:pt x="63258" y="306324"/>
                </a:lnTo>
                <a:lnTo>
                  <a:pt x="62496" y="310133"/>
                </a:lnTo>
                <a:lnTo>
                  <a:pt x="66294" y="338327"/>
                </a:lnTo>
                <a:lnTo>
                  <a:pt x="67830" y="341375"/>
                </a:lnTo>
                <a:lnTo>
                  <a:pt x="71640" y="342138"/>
                </a:lnTo>
                <a:lnTo>
                  <a:pt x="74676" y="340613"/>
                </a:lnTo>
                <a:lnTo>
                  <a:pt x="75438" y="336803"/>
                </a:lnTo>
                <a:close/>
              </a:path>
              <a:path w="92710" h="474979">
                <a:moveTo>
                  <a:pt x="67056" y="270509"/>
                </a:moveTo>
                <a:lnTo>
                  <a:pt x="64020" y="242315"/>
                </a:lnTo>
                <a:lnTo>
                  <a:pt x="61734" y="239267"/>
                </a:lnTo>
                <a:lnTo>
                  <a:pt x="58674" y="238505"/>
                </a:lnTo>
                <a:lnTo>
                  <a:pt x="54876" y="240029"/>
                </a:lnTo>
                <a:lnTo>
                  <a:pt x="54114" y="243839"/>
                </a:lnTo>
                <a:lnTo>
                  <a:pt x="57912" y="272033"/>
                </a:lnTo>
                <a:lnTo>
                  <a:pt x="59436" y="275081"/>
                </a:lnTo>
                <a:lnTo>
                  <a:pt x="63258" y="275843"/>
                </a:lnTo>
                <a:lnTo>
                  <a:pt x="66294" y="274319"/>
                </a:lnTo>
                <a:lnTo>
                  <a:pt x="67056" y="270509"/>
                </a:lnTo>
                <a:close/>
              </a:path>
              <a:path w="92710" h="474979">
                <a:moveTo>
                  <a:pt x="58674" y="204977"/>
                </a:moveTo>
                <a:lnTo>
                  <a:pt x="55626" y="176021"/>
                </a:lnTo>
                <a:lnTo>
                  <a:pt x="53352" y="172974"/>
                </a:lnTo>
                <a:lnTo>
                  <a:pt x="50304" y="172212"/>
                </a:lnTo>
                <a:lnTo>
                  <a:pt x="47244" y="173736"/>
                </a:lnTo>
                <a:lnTo>
                  <a:pt x="45720" y="177545"/>
                </a:lnTo>
                <a:lnTo>
                  <a:pt x="49542" y="205739"/>
                </a:lnTo>
                <a:lnTo>
                  <a:pt x="51066" y="208787"/>
                </a:lnTo>
                <a:lnTo>
                  <a:pt x="54876" y="210312"/>
                </a:lnTo>
                <a:lnTo>
                  <a:pt x="57912" y="208025"/>
                </a:lnTo>
                <a:lnTo>
                  <a:pt x="58674" y="204977"/>
                </a:lnTo>
                <a:close/>
              </a:path>
              <a:path w="92710" h="474979">
                <a:moveTo>
                  <a:pt x="51066" y="138683"/>
                </a:moveTo>
                <a:lnTo>
                  <a:pt x="47244" y="110489"/>
                </a:lnTo>
                <a:lnTo>
                  <a:pt x="45720" y="106679"/>
                </a:lnTo>
                <a:lnTo>
                  <a:pt x="41922" y="105917"/>
                </a:lnTo>
                <a:lnTo>
                  <a:pt x="38862" y="108203"/>
                </a:lnTo>
                <a:lnTo>
                  <a:pt x="38100" y="111251"/>
                </a:lnTo>
                <a:lnTo>
                  <a:pt x="41148" y="139445"/>
                </a:lnTo>
                <a:lnTo>
                  <a:pt x="43446" y="142493"/>
                </a:lnTo>
                <a:lnTo>
                  <a:pt x="46482" y="144017"/>
                </a:lnTo>
                <a:lnTo>
                  <a:pt x="49542" y="141731"/>
                </a:lnTo>
                <a:lnTo>
                  <a:pt x="51066" y="138683"/>
                </a:lnTo>
                <a:close/>
              </a:path>
              <a:path w="92710" h="474979">
                <a:moveTo>
                  <a:pt x="76200" y="70865"/>
                </a:moveTo>
                <a:lnTo>
                  <a:pt x="28956" y="0"/>
                </a:lnTo>
                <a:lnTo>
                  <a:pt x="0" y="80009"/>
                </a:lnTo>
                <a:lnTo>
                  <a:pt x="32016" y="76167"/>
                </a:lnTo>
                <a:lnTo>
                  <a:pt x="32016" y="63245"/>
                </a:lnTo>
                <a:lnTo>
                  <a:pt x="32778" y="60198"/>
                </a:lnTo>
                <a:lnTo>
                  <a:pt x="35826" y="57912"/>
                </a:lnTo>
                <a:lnTo>
                  <a:pt x="39624" y="59436"/>
                </a:lnTo>
                <a:lnTo>
                  <a:pt x="41148" y="62483"/>
                </a:lnTo>
                <a:lnTo>
                  <a:pt x="42684" y="72389"/>
                </a:lnTo>
                <a:lnTo>
                  <a:pt x="42684" y="74887"/>
                </a:lnTo>
                <a:lnTo>
                  <a:pt x="76200" y="70865"/>
                </a:lnTo>
                <a:close/>
              </a:path>
              <a:path w="92710" h="474979">
                <a:moveTo>
                  <a:pt x="42684" y="72389"/>
                </a:moveTo>
                <a:lnTo>
                  <a:pt x="41148" y="62483"/>
                </a:lnTo>
                <a:lnTo>
                  <a:pt x="39624" y="59436"/>
                </a:lnTo>
                <a:lnTo>
                  <a:pt x="35826" y="57912"/>
                </a:lnTo>
                <a:lnTo>
                  <a:pt x="32778" y="60198"/>
                </a:lnTo>
                <a:lnTo>
                  <a:pt x="32016" y="63245"/>
                </a:lnTo>
                <a:lnTo>
                  <a:pt x="32778" y="73151"/>
                </a:lnTo>
                <a:lnTo>
                  <a:pt x="34415" y="75880"/>
                </a:lnTo>
                <a:lnTo>
                  <a:pt x="41625" y="75014"/>
                </a:lnTo>
                <a:lnTo>
                  <a:pt x="42684" y="72389"/>
                </a:lnTo>
                <a:close/>
              </a:path>
              <a:path w="92710" h="474979">
                <a:moveTo>
                  <a:pt x="34415" y="75880"/>
                </a:moveTo>
                <a:lnTo>
                  <a:pt x="32778" y="73151"/>
                </a:lnTo>
                <a:lnTo>
                  <a:pt x="32016" y="63245"/>
                </a:lnTo>
                <a:lnTo>
                  <a:pt x="32016" y="76167"/>
                </a:lnTo>
                <a:lnTo>
                  <a:pt x="34415" y="75880"/>
                </a:lnTo>
                <a:close/>
              </a:path>
              <a:path w="92710" h="474979">
                <a:moveTo>
                  <a:pt x="41625" y="75014"/>
                </a:moveTo>
                <a:lnTo>
                  <a:pt x="34415" y="75880"/>
                </a:lnTo>
                <a:lnTo>
                  <a:pt x="35064" y="76962"/>
                </a:lnTo>
                <a:lnTo>
                  <a:pt x="38100" y="77724"/>
                </a:lnTo>
                <a:lnTo>
                  <a:pt x="41148" y="76200"/>
                </a:lnTo>
                <a:lnTo>
                  <a:pt x="41625" y="75014"/>
                </a:lnTo>
                <a:close/>
              </a:path>
              <a:path w="92710" h="474979">
                <a:moveTo>
                  <a:pt x="42684" y="74887"/>
                </a:moveTo>
                <a:lnTo>
                  <a:pt x="42684" y="72389"/>
                </a:lnTo>
                <a:lnTo>
                  <a:pt x="41625" y="75014"/>
                </a:lnTo>
                <a:lnTo>
                  <a:pt x="42684" y="748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6487033" y="5378195"/>
            <a:ext cx="2652395" cy="755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539" algn="ctr">
              <a:lnSpc>
                <a:spcPct val="100000"/>
              </a:lnSpc>
              <a:tabLst>
                <a:tab pos="561340" algn="l"/>
              </a:tabLst>
            </a:pPr>
            <a:r>
              <a:rPr sz="2400" spc="-5" dirty="0">
                <a:latin typeface="Arial"/>
                <a:cs typeface="Arial"/>
              </a:rPr>
              <a:t>1	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39060" algn="l"/>
              </a:tabLst>
            </a:pPr>
            <a:r>
              <a:rPr sz="2400" b="1" u="heavy" spc="-5" dirty="0">
                <a:solidFill>
                  <a:srgbClr val="003365"/>
                </a:solidFill>
                <a:latin typeface="Arial"/>
                <a:cs typeface="Arial"/>
              </a:rPr>
              <a:t>3	</a:t>
            </a:r>
            <a:endParaRPr sz="24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165725" y="6093714"/>
            <a:ext cx="1437005" cy="448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second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3600" spc="-15" baseline="-13888" dirty="0">
                <a:latin typeface="Arial"/>
                <a:cs typeface="Arial"/>
              </a:rPr>
              <a:t>av</a:t>
            </a:r>
            <a:endParaRPr sz="3600" baseline="-13888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8548751" y="5089397"/>
            <a:ext cx="0" cy="485775"/>
          </a:xfrm>
          <a:custGeom>
            <a:avLst/>
            <a:gdLst/>
            <a:ahLst/>
            <a:cxnLst/>
            <a:rect l="l" t="t" r="r" b="b"/>
            <a:pathLst>
              <a:path h="485775">
                <a:moveTo>
                  <a:pt x="0" y="485393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960761" y="5087873"/>
            <a:ext cx="76200" cy="333375"/>
          </a:xfrm>
          <a:custGeom>
            <a:avLst/>
            <a:gdLst/>
            <a:ahLst/>
            <a:cxnLst/>
            <a:rect l="l" t="t" r="r" b="b"/>
            <a:pathLst>
              <a:path w="76200" h="333375">
                <a:moveTo>
                  <a:pt x="76200" y="256793"/>
                </a:moveTo>
                <a:lnTo>
                  <a:pt x="0" y="256793"/>
                </a:lnTo>
                <a:lnTo>
                  <a:pt x="33528" y="323850"/>
                </a:lnTo>
                <a:lnTo>
                  <a:pt x="33528" y="269748"/>
                </a:lnTo>
                <a:lnTo>
                  <a:pt x="35051" y="272796"/>
                </a:lnTo>
                <a:lnTo>
                  <a:pt x="38100" y="274320"/>
                </a:lnTo>
                <a:lnTo>
                  <a:pt x="41910" y="272796"/>
                </a:lnTo>
                <a:lnTo>
                  <a:pt x="42672" y="269748"/>
                </a:lnTo>
                <a:lnTo>
                  <a:pt x="42672" y="323849"/>
                </a:lnTo>
                <a:lnTo>
                  <a:pt x="76200" y="256793"/>
                </a:lnTo>
                <a:close/>
              </a:path>
              <a:path w="76200" h="333375">
                <a:moveTo>
                  <a:pt x="42672" y="256793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8" y="4572"/>
                </a:lnTo>
                <a:lnTo>
                  <a:pt x="33528" y="256793"/>
                </a:lnTo>
                <a:lnTo>
                  <a:pt x="42672" y="256793"/>
                </a:lnTo>
                <a:close/>
              </a:path>
              <a:path w="76200" h="333375">
                <a:moveTo>
                  <a:pt x="42672" y="323849"/>
                </a:moveTo>
                <a:lnTo>
                  <a:pt x="42672" y="269748"/>
                </a:lnTo>
                <a:lnTo>
                  <a:pt x="41910" y="272796"/>
                </a:lnTo>
                <a:lnTo>
                  <a:pt x="38100" y="274320"/>
                </a:lnTo>
                <a:lnTo>
                  <a:pt x="35051" y="272796"/>
                </a:lnTo>
                <a:lnTo>
                  <a:pt x="33528" y="269748"/>
                </a:lnTo>
                <a:lnTo>
                  <a:pt x="33528" y="323850"/>
                </a:lnTo>
                <a:lnTo>
                  <a:pt x="38100" y="332993"/>
                </a:lnTo>
                <a:lnTo>
                  <a:pt x="42672" y="3238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9143872" y="4863846"/>
            <a:ext cx="0" cy="1264920"/>
          </a:xfrm>
          <a:custGeom>
            <a:avLst/>
            <a:gdLst/>
            <a:ahLst/>
            <a:cxnLst/>
            <a:rect l="l" t="t" r="r" b="b"/>
            <a:pathLst>
              <a:path h="1264920">
                <a:moveTo>
                  <a:pt x="0" y="1264919"/>
                </a:moveTo>
                <a:lnTo>
                  <a:pt x="0" y="0"/>
                </a:lnTo>
              </a:path>
            </a:pathLst>
          </a:custGeom>
          <a:ln w="28575">
            <a:solidFill>
              <a:srgbClr val="66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256167" y="4872990"/>
            <a:ext cx="0" cy="1845310"/>
          </a:xfrm>
          <a:custGeom>
            <a:avLst/>
            <a:gdLst/>
            <a:ahLst/>
            <a:cxnLst/>
            <a:rect l="l" t="t" r="r" b="b"/>
            <a:pathLst>
              <a:path h="1845309">
                <a:moveTo>
                  <a:pt x="0" y="1844802"/>
                </a:moveTo>
                <a:lnTo>
                  <a:pt x="0" y="0"/>
                </a:lnTo>
              </a:path>
            </a:pathLst>
          </a:custGeom>
          <a:ln w="28575">
            <a:solidFill>
              <a:srgbClr val="66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257691" y="6643878"/>
            <a:ext cx="528320" cy="132715"/>
          </a:xfrm>
          <a:custGeom>
            <a:avLst/>
            <a:gdLst/>
            <a:ahLst/>
            <a:cxnLst/>
            <a:rect l="l" t="t" r="r" b="b"/>
            <a:pathLst>
              <a:path w="528319" h="132715">
                <a:moveTo>
                  <a:pt x="471980" y="66200"/>
                </a:moveTo>
                <a:lnTo>
                  <a:pt x="447351" y="51816"/>
                </a:lnTo>
                <a:lnTo>
                  <a:pt x="0" y="51816"/>
                </a:lnTo>
                <a:lnTo>
                  <a:pt x="0" y="80772"/>
                </a:lnTo>
                <a:lnTo>
                  <a:pt x="446649" y="80772"/>
                </a:lnTo>
                <a:lnTo>
                  <a:pt x="471980" y="66200"/>
                </a:lnTo>
                <a:close/>
              </a:path>
              <a:path w="528319" h="132715">
                <a:moveTo>
                  <a:pt x="528066" y="66294"/>
                </a:moveTo>
                <a:lnTo>
                  <a:pt x="421386" y="3810"/>
                </a:lnTo>
                <a:lnTo>
                  <a:pt x="414528" y="0"/>
                </a:lnTo>
                <a:lnTo>
                  <a:pt x="406146" y="2286"/>
                </a:lnTo>
                <a:lnTo>
                  <a:pt x="401574" y="9144"/>
                </a:lnTo>
                <a:lnTo>
                  <a:pt x="397764" y="16001"/>
                </a:lnTo>
                <a:lnTo>
                  <a:pt x="400050" y="24383"/>
                </a:lnTo>
                <a:lnTo>
                  <a:pt x="406908" y="28194"/>
                </a:lnTo>
                <a:lnTo>
                  <a:pt x="447351" y="51816"/>
                </a:lnTo>
                <a:lnTo>
                  <a:pt x="499871" y="51816"/>
                </a:lnTo>
                <a:lnTo>
                  <a:pt x="499871" y="82807"/>
                </a:lnTo>
                <a:lnTo>
                  <a:pt x="528066" y="66294"/>
                </a:lnTo>
                <a:close/>
              </a:path>
              <a:path w="528319" h="132715">
                <a:moveTo>
                  <a:pt x="499871" y="82807"/>
                </a:moveTo>
                <a:lnTo>
                  <a:pt x="499871" y="80772"/>
                </a:lnTo>
                <a:lnTo>
                  <a:pt x="446649" y="80772"/>
                </a:lnTo>
                <a:lnTo>
                  <a:pt x="406908" y="103631"/>
                </a:lnTo>
                <a:lnTo>
                  <a:pt x="400050" y="108203"/>
                </a:lnTo>
                <a:lnTo>
                  <a:pt x="397764" y="116586"/>
                </a:lnTo>
                <a:lnTo>
                  <a:pt x="401574" y="123444"/>
                </a:lnTo>
                <a:lnTo>
                  <a:pt x="406146" y="130301"/>
                </a:lnTo>
                <a:lnTo>
                  <a:pt x="414528" y="132588"/>
                </a:lnTo>
                <a:lnTo>
                  <a:pt x="421386" y="128777"/>
                </a:lnTo>
                <a:lnTo>
                  <a:pt x="499871" y="82807"/>
                </a:lnTo>
                <a:close/>
              </a:path>
              <a:path w="528319" h="132715">
                <a:moveTo>
                  <a:pt x="493014" y="80772"/>
                </a:moveTo>
                <a:lnTo>
                  <a:pt x="493014" y="78486"/>
                </a:lnTo>
                <a:lnTo>
                  <a:pt x="471980" y="66200"/>
                </a:lnTo>
                <a:lnTo>
                  <a:pt x="446649" y="80772"/>
                </a:lnTo>
                <a:lnTo>
                  <a:pt x="493014" y="80772"/>
                </a:lnTo>
                <a:close/>
              </a:path>
              <a:path w="528319" h="132715">
                <a:moveTo>
                  <a:pt x="499871" y="80772"/>
                </a:moveTo>
                <a:lnTo>
                  <a:pt x="499871" y="51816"/>
                </a:lnTo>
                <a:lnTo>
                  <a:pt x="447351" y="51816"/>
                </a:lnTo>
                <a:lnTo>
                  <a:pt x="471980" y="66200"/>
                </a:lnTo>
                <a:lnTo>
                  <a:pt x="493014" y="54101"/>
                </a:lnTo>
                <a:lnTo>
                  <a:pt x="493014" y="80772"/>
                </a:lnTo>
                <a:lnTo>
                  <a:pt x="499871" y="80772"/>
                </a:lnTo>
                <a:close/>
              </a:path>
              <a:path w="528319" h="132715">
                <a:moveTo>
                  <a:pt x="493014" y="78486"/>
                </a:moveTo>
                <a:lnTo>
                  <a:pt x="493014" y="54101"/>
                </a:lnTo>
                <a:lnTo>
                  <a:pt x="471980" y="66200"/>
                </a:lnTo>
                <a:lnTo>
                  <a:pt x="493014" y="78486"/>
                </a:lnTo>
                <a:close/>
              </a:path>
            </a:pathLst>
          </a:custGeom>
          <a:solidFill>
            <a:srgbClr val="66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005719" y="5073396"/>
            <a:ext cx="4541520" cy="0"/>
          </a:xfrm>
          <a:custGeom>
            <a:avLst/>
            <a:gdLst/>
            <a:ahLst/>
            <a:cxnLst/>
            <a:rect l="l" t="t" r="r" b="b"/>
            <a:pathLst>
              <a:path w="4541520">
                <a:moveTo>
                  <a:pt x="0" y="0"/>
                </a:moveTo>
                <a:lnTo>
                  <a:pt x="45415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250833" y="4863846"/>
            <a:ext cx="6888480" cy="0"/>
          </a:xfrm>
          <a:custGeom>
            <a:avLst/>
            <a:gdLst/>
            <a:ahLst/>
            <a:cxnLst/>
            <a:rect l="l" t="t" r="r" b="b"/>
            <a:pathLst>
              <a:path w="6888480">
                <a:moveTo>
                  <a:pt x="0" y="0"/>
                </a:moveTo>
                <a:lnTo>
                  <a:pt x="6888467" y="0"/>
                </a:lnTo>
              </a:path>
            </a:pathLst>
          </a:custGeom>
          <a:ln w="28575">
            <a:solidFill>
              <a:srgbClr val="66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44929" y="983996"/>
            <a:ext cx="279209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0" u="heavy" spc="-10" dirty="0">
                <a:solidFill>
                  <a:srgbClr val="000000"/>
                </a:solidFill>
                <a:latin typeface="Courier New"/>
                <a:cs typeface="Courier New"/>
              </a:rPr>
              <a:t>Program</a:t>
            </a:r>
            <a:r>
              <a:rPr sz="2800" b="1" i="0" u="heavy" spc="-9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800" b="1" i="0" u="heavy" spc="-10" dirty="0">
                <a:solidFill>
                  <a:srgbClr val="000000"/>
                </a:solidFill>
                <a:latin typeface="Courier New"/>
                <a:cs typeface="Courier New"/>
              </a:rPr>
              <a:t>4.23: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86567" y="1368805"/>
            <a:ext cx="108902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3365CC"/>
                </a:solidFill>
                <a:latin typeface="Courier New"/>
                <a:cs typeface="Courier New"/>
              </a:rPr>
              <a:t>class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4929" y="1417573"/>
            <a:ext cx="2155190" cy="798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3020"/>
              </a:lnSpc>
            </a:pPr>
            <a:r>
              <a:rPr sz="2800" b="1" spc="-10" dirty="0">
                <a:solidFill>
                  <a:srgbClr val="3365CC"/>
                </a:solidFill>
                <a:latin typeface="Courier New"/>
                <a:cs typeface="Courier New"/>
              </a:rPr>
              <a:t>template</a:t>
            </a:r>
            <a:r>
              <a:rPr sz="2800" b="1" spc="-8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&lt;  </a:t>
            </a:r>
            <a:r>
              <a:rPr sz="2800" b="1" spc="-10" dirty="0">
                <a:latin typeface="Courier New"/>
                <a:cs typeface="Courier New"/>
              </a:rPr>
              <a:t>ListNode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0277" y="1752841"/>
            <a:ext cx="1515110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&lt;Type&gt;*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2825" y="1417573"/>
            <a:ext cx="4069079" cy="798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635">
              <a:lnSpc>
                <a:spcPts val="3020"/>
              </a:lnSpc>
            </a:pPr>
            <a:r>
              <a:rPr sz="2800" b="1" spc="-10" dirty="0">
                <a:latin typeface="Courier New"/>
                <a:cs typeface="Courier New"/>
              </a:rPr>
              <a:t>Type&gt;  CircList::GetNode()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4929" y="2136876"/>
            <a:ext cx="2153920" cy="1231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800" b="1" spc="-5" dirty="0">
                <a:latin typeface="Courier New"/>
                <a:cs typeface="Courier New"/>
              </a:rPr>
              <a:t>//</a:t>
            </a:r>
            <a:r>
              <a:rPr sz="2800" b="1" spc="-11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Provide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025"/>
              </a:lnSpc>
            </a:pP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ts val="3190"/>
              </a:lnSpc>
            </a:pPr>
            <a:r>
              <a:rPr sz="2800" b="1" spc="-10" dirty="0">
                <a:latin typeface="Courier New"/>
                <a:cs typeface="Courier New"/>
              </a:rPr>
              <a:t>ListNode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5665" y="2136876"/>
            <a:ext cx="3004820" cy="1231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a </a:t>
            </a:r>
            <a:r>
              <a:rPr sz="2800" b="1" spc="-10" dirty="0">
                <a:latin typeface="Courier New"/>
                <a:cs typeface="Courier New"/>
              </a:rPr>
              <a:t>node for</a:t>
            </a:r>
            <a:r>
              <a:rPr sz="2800" b="1" spc="-10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use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&lt;Type&gt;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*x;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0886" y="3336747"/>
            <a:ext cx="1941830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7515" marR="5080" indent="-425450">
              <a:lnSpc>
                <a:spcPts val="3030"/>
              </a:lnSpc>
            </a:pPr>
            <a:r>
              <a:rPr sz="2800" b="1" spc="-10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800" b="1" spc="-10" dirty="0">
                <a:latin typeface="Courier New"/>
                <a:cs typeface="Courier New"/>
              </a:rPr>
              <a:t>( </a:t>
            </a:r>
            <a:r>
              <a:rPr sz="2800" b="1" spc="-5" dirty="0">
                <a:latin typeface="Courier New"/>
                <a:cs typeface="Courier New"/>
              </a:rPr>
              <a:t>!av</a:t>
            </a:r>
            <a:r>
              <a:rPr sz="2800" b="1" spc="-95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)  x</a:t>
            </a:r>
            <a:r>
              <a:rPr sz="2800" b="1" spc="-114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8011" y="3673818"/>
            <a:ext cx="406971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solidFill>
                  <a:srgbClr val="3365CC"/>
                </a:solidFill>
                <a:latin typeface="Courier New"/>
                <a:cs typeface="Courier New"/>
              </a:rPr>
              <a:t>new</a:t>
            </a:r>
            <a:r>
              <a:rPr sz="2800" b="1" spc="-8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ListNode&lt;Type&gt;;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4967" y="4057853"/>
            <a:ext cx="4281805" cy="276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0">
              <a:lnSpc>
                <a:spcPts val="3190"/>
              </a:lnSpc>
            </a:pPr>
            <a:r>
              <a:rPr sz="2800" b="1" spc="-10" dirty="0">
                <a:solidFill>
                  <a:srgbClr val="3365CC"/>
                </a:solidFill>
                <a:latin typeface="Courier New"/>
                <a:cs typeface="Courier New"/>
              </a:rPr>
              <a:t>else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ts val="3025"/>
              </a:lnSpc>
            </a:pP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863600">
              <a:lnSpc>
                <a:spcPts val="3025"/>
              </a:lnSpc>
            </a:pPr>
            <a:r>
              <a:rPr sz="2800" b="1" dirty="0">
                <a:latin typeface="Courier New"/>
                <a:cs typeface="Courier New"/>
              </a:rPr>
              <a:t>x =</a:t>
            </a:r>
            <a:r>
              <a:rPr sz="2800" b="1" spc="-12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av;</a:t>
            </a:r>
            <a:endParaRPr sz="2800">
              <a:latin typeface="Courier New"/>
              <a:cs typeface="Courier New"/>
            </a:endParaRPr>
          </a:p>
          <a:p>
            <a:pPr marL="863600">
              <a:lnSpc>
                <a:spcPts val="3025"/>
              </a:lnSpc>
            </a:pPr>
            <a:r>
              <a:rPr sz="2800" b="1" spc="-5" dirty="0">
                <a:latin typeface="Courier New"/>
                <a:cs typeface="Courier New"/>
              </a:rPr>
              <a:t>av </a:t>
            </a:r>
            <a:r>
              <a:rPr sz="2800" b="1" dirty="0">
                <a:latin typeface="Courier New"/>
                <a:cs typeface="Courier New"/>
              </a:rPr>
              <a:t>= </a:t>
            </a:r>
            <a:r>
              <a:rPr sz="2800" b="1" spc="-5" dirty="0">
                <a:latin typeface="Courier New"/>
                <a:cs typeface="Courier New"/>
              </a:rPr>
              <a:t>av -&gt;</a:t>
            </a:r>
            <a:r>
              <a:rPr sz="2800" b="1" spc="-120" dirty="0">
                <a:latin typeface="Courier New"/>
                <a:cs typeface="Courier New"/>
              </a:rPr>
              <a:t> </a:t>
            </a:r>
            <a:r>
              <a:rPr sz="2800" b="1" spc="-5" dirty="0">
                <a:latin typeface="Courier New"/>
                <a:cs typeface="Courier New"/>
              </a:rPr>
              <a:t>link;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ts val="3025"/>
              </a:lnSpc>
            </a:pPr>
            <a:r>
              <a:rPr sz="2800" b="1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438150">
              <a:lnSpc>
                <a:spcPts val="3025"/>
              </a:lnSpc>
            </a:pPr>
            <a:r>
              <a:rPr sz="2800" b="1" spc="-10" dirty="0">
                <a:solidFill>
                  <a:srgbClr val="3365CC"/>
                </a:solidFill>
                <a:latin typeface="Courier New"/>
                <a:cs typeface="Courier New"/>
              </a:rPr>
              <a:t>return</a:t>
            </a:r>
            <a:r>
              <a:rPr sz="2800" b="1" spc="-9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x;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ts val="3190"/>
              </a:lnSpc>
            </a:pPr>
            <a:r>
              <a:rPr sz="2800" b="1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317" y="1605026"/>
            <a:ext cx="109029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Type&gt;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28926" y="1006429"/>
            <a:ext cx="3218815" cy="1573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100"/>
              </a:lnSpc>
            </a:pPr>
            <a:r>
              <a:rPr sz="2800" b="1" i="0" u="heavy" spc="-10" dirty="0">
                <a:solidFill>
                  <a:srgbClr val="000000"/>
                </a:solidFill>
                <a:latin typeface="Courier New"/>
                <a:cs typeface="Courier New"/>
              </a:rPr>
              <a:t>Program 4.24:  </a:t>
            </a:r>
            <a:r>
              <a:rPr sz="2800" b="1" i="0" spc="-10" dirty="0">
                <a:solidFill>
                  <a:srgbClr val="3365CC"/>
                </a:solidFill>
                <a:latin typeface="Courier New"/>
                <a:cs typeface="Courier New"/>
              </a:rPr>
              <a:t>template</a:t>
            </a:r>
            <a:r>
              <a:rPr sz="2800" b="1" i="0" spc="-8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8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&lt;</a:t>
            </a:r>
            <a:r>
              <a:rPr sz="2800" b="1" i="0" spc="-5" dirty="0">
                <a:solidFill>
                  <a:srgbClr val="3365CC"/>
                </a:solidFill>
                <a:latin typeface="Courier New"/>
                <a:cs typeface="Courier New"/>
              </a:rPr>
              <a:t>class  </a:t>
            </a:r>
            <a:r>
              <a:rPr sz="2800" b="1" i="0" spc="-10" dirty="0">
                <a:solidFill>
                  <a:srgbClr val="3365CC"/>
                </a:solidFill>
                <a:latin typeface="Courier New"/>
                <a:cs typeface="Courier New"/>
              </a:rPr>
              <a:t>void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71839" y="2544584"/>
            <a:ext cx="513270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CircList&lt;Type&gt;::RetNode(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1607" y="2544584"/>
            <a:ext cx="1941195" cy="140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ListNode&lt;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Times New Roman"/>
              <a:cs typeface="Times New Roman"/>
            </a:endParaRPr>
          </a:p>
          <a:p>
            <a:pPr marL="94615">
              <a:lnSpc>
                <a:spcPct val="100000"/>
              </a:lnSpc>
            </a:pPr>
            <a:r>
              <a:rPr sz="2800" b="1" spc="-5" dirty="0">
                <a:latin typeface="Courier New"/>
                <a:cs typeface="Courier New"/>
              </a:rPr>
              <a:t>by</a:t>
            </a:r>
            <a:r>
              <a:rPr sz="2800" b="1" spc="-114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x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28926" y="2971291"/>
            <a:ext cx="5558155" cy="2513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sz="2800" b="1" spc="-10" dirty="0">
                <a:latin typeface="Courier New"/>
                <a:cs typeface="Courier New"/>
              </a:rPr>
              <a:t>Type&gt;</a:t>
            </a:r>
            <a:r>
              <a:rPr sz="2800" b="1" spc="-10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*x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latin typeface="Courier New"/>
                <a:cs typeface="Courier New"/>
              </a:rPr>
              <a:t>//Free the node pointed</a:t>
            </a:r>
            <a:r>
              <a:rPr sz="2800" b="1" spc="-7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to</a:t>
            </a:r>
            <a:endParaRPr sz="2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438150" marR="4258945">
              <a:lnSpc>
                <a:spcPct val="120200"/>
              </a:lnSpc>
            </a:pPr>
            <a:r>
              <a:rPr sz="2800" b="1" dirty="0">
                <a:latin typeface="Courier New"/>
                <a:cs typeface="Courier New"/>
              </a:rPr>
              <a:t>x</a:t>
            </a:r>
            <a:r>
              <a:rPr sz="2800" b="1" spc="-110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-&gt;  </a:t>
            </a:r>
            <a:r>
              <a:rPr sz="2800" b="1" spc="-5" dirty="0">
                <a:latin typeface="Courier New"/>
                <a:cs typeface="Courier New"/>
              </a:rPr>
              <a:t>av</a:t>
            </a:r>
            <a:r>
              <a:rPr sz="2800" b="1" spc="-110" dirty="0">
                <a:latin typeface="Courier New"/>
                <a:cs typeface="Courier New"/>
              </a:rPr>
              <a:t> </a:t>
            </a:r>
            <a:r>
              <a:rPr sz="2800" b="1" dirty="0">
                <a:latin typeface="Courier New"/>
                <a:cs typeface="Courier New"/>
              </a:rPr>
              <a:t>=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8497" y="4423559"/>
            <a:ext cx="2152650" cy="1061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20200"/>
              </a:lnSpc>
            </a:pPr>
            <a:r>
              <a:rPr sz="2800" b="1" spc="-10" dirty="0">
                <a:latin typeface="Courier New"/>
                <a:cs typeface="Courier New"/>
              </a:rPr>
              <a:t>link </a:t>
            </a:r>
            <a:r>
              <a:rPr sz="2800" b="1" dirty="0">
                <a:latin typeface="Courier New"/>
                <a:cs typeface="Courier New"/>
              </a:rPr>
              <a:t>=</a:t>
            </a:r>
            <a:r>
              <a:rPr sz="2800" b="1" spc="-10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av;  x;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8926" y="5535396"/>
            <a:ext cx="239395" cy="462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Head</a:t>
            </a:r>
            <a:r>
              <a:rPr spc="-70" dirty="0"/>
              <a:t> </a:t>
            </a:r>
            <a:r>
              <a:rPr spc="-5" dirty="0"/>
              <a:t>Node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686371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Represent polynomial </a:t>
            </a:r>
            <a:r>
              <a:rPr sz="3200" spc="-5" dirty="0">
                <a:latin typeface="Arial"/>
                <a:cs typeface="Arial"/>
              </a:rPr>
              <a:t>as </a:t>
            </a:r>
            <a:r>
              <a:rPr sz="3200" spc="-10" dirty="0">
                <a:latin typeface="Arial"/>
                <a:cs typeface="Arial"/>
              </a:rPr>
              <a:t>circular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list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Zero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08867" y="3521202"/>
            <a:ext cx="1644650" cy="321945"/>
          </a:xfrm>
          <a:custGeom>
            <a:avLst/>
            <a:gdLst/>
            <a:ahLst/>
            <a:cxnLst/>
            <a:rect l="l" t="t" r="r" b="b"/>
            <a:pathLst>
              <a:path w="1644650" h="321945">
                <a:moveTo>
                  <a:pt x="0" y="0"/>
                </a:moveTo>
                <a:lnTo>
                  <a:pt x="0" y="321564"/>
                </a:lnTo>
                <a:lnTo>
                  <a:pt x="1644395" y="321563"/>
                </a:lnTo>
                <a:lnTo>
                  <a:pt x="1644395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08867" y="3520440"/>
            <a:ext cx="1644650" cy="322580"/>
          </a:xfrm>
          <a:custGeom>
            <a:avLst/>
            <a:gdLst/>
            <a:ahLst/>
            <a:cxnLst/>
            <a:rect l="l" t="t" r="r" b="b"/>
            <a:pathLst>
              <a:path w="1644650" h="322579">
                <a:moveTo>
                  <a:pt x="0" y="0"/>
                </a:moveTo>
                <a:lnTo>
                  <a:pt x="0" y="322326"/>
                </a:lnTo>
                <a:lnTo>
                  <a:pt x="1644395" y="322325"/>
                </a:lnTo>
                <a:lnTo>
                  <a:pt x="1644395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27789" y="351434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94717" y="3514344"/>
            <a:ext cx="5080" cy="334010"/>
          </a:xfrm>
          <a:custGeom>
            <a:avLst/>
            <a:gdLst/>
            <a:ahLst/>
            <a:cxnLst/>
            <a:rect l="l" t="t" r="r" b="b"/>
            <a:pathLst>
              <a:path w="5079" h="334010">
                <a:moveTo>
                  <a:pt x="4572" y="0"/>
                </a:moveTo>
                <a:lnTo>
                  <a:pt x="0" y="33375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63666" y="3489197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319663" y="3664458"/>
            <a:ext cx="487680" cy="76200"/>
          </a:xfrm>
          <a:custGeom>
            <a:avLst/>
            <a:gdLst/>
            <a:ahLst/>
            <a:cxnLst/>
            <a:rect l="l" t="t" r="r" b="b"/>
            <a:pathLst>
              <a:path w="487679" h="76200">
                <a:moveTo>
                  <a:pt x="411480" y="38100"/>
                </a:moveTo>
                <a:lnTo>
                  <a:pt x="402380" y="31309"/>
                </a:lnTo>
                <a:lnTo>
                  <a:pt x="0" y="34289"/>
                </a:lnTo>
                <a:lnTo>
                  <a:pt x="0" y="46481"/>
                </a:lnTo>
                <a:lnTo>
                  <a:pt x="403250" y="44241"/>
                </a:lnTo>
                <a:lnTo>
                  <a:pt x="411480" y="38100"/>
                </a:lnTo>
                <a:close/>
              </a:path>
              <a:path w="487679" h="76200">
                <a:moveTo>
                  <a:pt x="487680" y="37337"/>
                </a:moveTo>
                <a:lnTo>
                  <a:pt x="360426" y="0"/>
                </a:lnTo>
                <a:lnTo>
                  <a:pt x="402380" y="31309"/>
                </a:lnTo>
                <a:lnTo>
                  <a:pt x="411480" y="31241"/>
                </a:lnTo>
                <a:lnTo>
                  <a:pt x="411480" y="60608"/>
                </a:lnTo>
                <a:lnTo>
                  <a:pt x="487680" y="37337"/>
                </a:lnTo>
                <a:close/>
              </a:path>
              <a:path w="487679" h="76200">
                <a:moveTo>
                  <a:pt x="411480" y="60608"/>
                </a:moveTo>
                <a:lnTo>
                  <a:pt x="411480" y="44195"/>
                </a:lnTo>
                <a:lnTo>
                  <a:pt x="403250" y="44241"/>
                </a:lnTo>
                <a:lnTo>
                  <a:pt x="360426" y="76200"/>
                </a:lnTo>
                <a:lnTo>
                  <a:pt x="411480" y="60608"/>
                </a:lnTo>
                <a:close/>
              </a:path>
              <a:path w="487679" h="76200">
                <a:moveTo>
                  <a:pt x="411480" y="38100"/>
                </a:moveTo>
                <a:lnTo>
                  <a:pt x="411480" y="31241"/>
                </a:lnTo>
                <a:lnTo>
                  <a:pt x="402380" y="31309"/>
                </a:lnTo>
                <a:lnTo>
                  <a:pt x="411480" y="38100"/>
                </a:lnTo>
                <a:close/>
              </a:path>
              <a:path w="487679" h="76200">
                <a:moveTo>
                  <a:pt x="411480" y="44195"/>
                </a:moveTo>
                <a:lnTo>
                  <a:pt x="411480" y="38100"/>
                </a:lnTo>
                <a:lnTo>
                  <a:pt x="403250" y="44241"/>
                </a:lnTo>
                <a:lnTo>
                  <a:pt x="411480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04089" y="3704844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>
                <a:moveTo>
                  <a:pt x="0" y="0"/>
                </a:moveTo>
                <a:lnTo>
                  <a:pt x="502907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18427" y="3347465"/>
            <a:ext cx="0" cy="357505"/>
          </a:xfrm>
          <a:custGeom>
            <a:avLst/>
            <a:gdLst/>
            <a:ahLst/>
            <a:cxnLst/>
            <a:rect l="l" t="t" r="r" b="b"/>
            <a:pathLst>
              <a:path h="357504">
                <a:moveTo>
                  <a:pt x="0" y="357378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319663" y="3347465"/>
            <a:ext cx="2387600" cy="0"/>
          </a:xfrm>
          <a:custGeom>
            <a:avLst/>
            <a:gdLst/>
            <a:ahLst/>
            <a:cxnLst/>
            <a:rect l="l" t="t" r="r" b="b"/>
            <a:pathLst>
              <a:path w="2387600">
                <a:moveTo>
                  <a:pt x="2387333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19663" y="3347465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319663" y="3511296"/>
            <a:ext cx="463550" cy="76200"/>
          </a:xfrm>
          <a:custGeom>
            <a:avLst/>
            <a:gdLst/>
            <a:ahLst/>
            <a:cxnLst/>
            <a:rect l="l" t="t" r="r" b="b"/>
            <a:pathLst>
              <a:path w="463550" h="76200">
                <a:moveTo>
                  <a:pt x="387096" y="38100"/>
                </a:moveTo>
                <a:lnTo>
                  <a:pt x="379049" y="32004"/>
                </a:lnTo>
                <a:lnTo>
                  <a:pt x="0" y="32004"/>
                </a:lnTo>
                <a:lnTo>
                  <a:pt x="0" y="44195"/>
                </a:lnTo>
                <a:lnTo>
                  <a:pt x="379049" y="44195"/>
                </a:lnTo>
                <a:lnTo>
                  <a:pt x="387096" y="38100"/>
                </a:lnTo>
                <a:close/>
              </a:path>
              <a:path w="463550" h="76200">
                <a:moveTo>
                  <a:pt x="463296" y="38100"/>
                </a:moveTo>
                <a:lnTo>
                  <a:pt x="336804" y="0"/>
                </a:lnTo>
                <a:lnTo>
                  <a:pt x="379049" y="32004"/>
                </a:lnTo>
                <a:lnTo>
                  <a:pt x="387096" y="32004"/>
                </a:lnTo>
                <a:lnTo>
                  <a:pt x="387096" y="61051"/>
                </a:lnTo>
                <a:lnTo>
                  <a:pt x="463296" y="38100"/>
                </a:lnTo>
                <a:close/>
              </a:path>
              <a:path w="463550" h="76200">
                <a:moveTo>
                  <a:pt x="387096" y="61051"/>
                </a:moveTo>
                <a:lnTo>
                  <a:pt x="387096" y="44195"/>
                </a:lnTo>
                <a:lnTo>
                  <a:pt x="379049" y="44195"/>
                </a:lnTo>
                <a:lnTo>
                  <a:pt x="336804" y="76200"/>
                </a:lnTo>
                <a:lnTo>
                  <a:pt x="387096" y="61051"/>
                </a:lnTo>
                <a:close/>
              </a:path>
              <a:path w="463550" h="76200">
                <a:moveTo>
                  <a:pt x="387096" y="44195"/>
                </a:moveTo>
                <a:lnTo>
                  <a:pt x="387096" y="38100"/>
                </a:lnTo>
                <a:lnTo>
                  <a:pt x="379049" y="44195"/>
                </a:lnTo>
                <a:lnTo>
                  <a:pt x="387096" y="44195"/>
                </a:lnTo>
                <a:close/>
              </a:path>
              <a:path w="463550" h="76200">
                <a:moveTo>
                  <a:pt x="387096" y="38100"/>
                </a:moveTo>
                <a:lnTo>
                  <a:pt x="387096" y="32004"/>
                </a:lnTo>
                <a:lnTo>
                  <a:pt x="379049" y="32004"/>
                </a:lnTo>
                <a:lnTo>
                  <a:pt x="38709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069207" y="34853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84247" y="4071366"/>
            <a:ext cx="4138295" cy="843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55164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Zero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polynomial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Others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39759" y="5373623"/>
            <a:ext cx="1644014" cy="322580"/>
          </a:xfrm>
          <a:custGeom>
            <a:avLst/>
            <a:gdLst/>
            <a:ahLst/>
            <a:cxnLst/>
            <a:rect l="l" t="t" r="r" b="b"/>
            <a:pathLst>
              <a:path w="1644014" h="322579">
                <a:moveTo>
                  <a:pt x="0" y="0"/>
                </a:moveTo>
                <a:lnTo>
                  <a:pt x="0" y="322325"/>
                </a:lnTo>
                <a:lnTo>
                  <a:pt x="1643633" y="322325"/>
                </a:lnTo>
                <a:lnTo>
                  <a:pt x="1643633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39759" y="5373623"/>
            <a:ext cx="1644014" cy="322580"/>
          </a:xfrm>
          <a:custGeom>
            <a:avLst/>
            <a:gdLst/>
            <a:ahLst/>
            <a:cxnLst/>
            <a:rect l="l" t="t" r="r" b="b"/>
            <a:pathLst>
              <a:path w="1644014" h="322579">
                <a:moveTo>
                  <a:pt x="0" y="0"/>
                </a:moveTo>
                <a:lnTo>
                  <a:pt x="0" y="322325"/>
                </a:lnTo>
                <a:lnTo>
                  <a:pt x="1643633" y="322325"/>
                </a:lnTo>
                <a:lnTo>
                  <a:pt x="1643633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4030611" y="5352796"/>
          <a:ext cx="164515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8922"/>
                <a:gridCol w="573786"/>
                <a:gridCol w="552449"/>
              </a:tblGrid>
              <a:tr h="322325">
                <a:tc>
                  <a:txBody>
                    <a:bodyPr/>
                    <a:lstStyle/>
                    <a:p>
                      <a:pPr marL="126364">
                        <a:lnSpc>
                          <a:spcPts val="264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699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ts val="2640"/>
                        </a:lnSpc>
                      </a:pPr>
                      <a:r>
                        <a:rPr sz="2400" spc="-10" dirty="0">
                          <a:latin typeface="Arial"/>
                          <a:cs typeface="Arial"/>
                        </a:rPr>
                        <a:t>14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699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5953391" y="5368290"/>
            <a:ext cx="1644650" cy="322580"/>
          </a:xfrm>
          <a:custGeom>
            <a:avLst/>
            <a:gdLst/>
            <a:ahLst/>
            <a:cxnLst/>
            <a:rect l="l" t="t" r="r" b="b"/>
            <a:pathLst>
              <a:path w="1644650" h="322579">
                <a:moveTo>
                  <a:pt x="0" y="0"/>
                </a:moveTo>
                <a:lnTo>
                  <a:pt x="0" y="322325"/>
                </a:lnTo>
                <a:lnTo>
                  <a:pt x="1644395" y="322325"/>
                </a:lnTo>
                <a:lnTo>
                  <a:pt x="1644395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472301" y="536219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43801" y="536067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965820" y="5356097"/>
            <a:ext cx="1644014" cy="322580"/>
          </a:xfrm>
          <a:custGeom>
            <a:avLst/>
            <a:gdLst/>
            <a:ahLst/>
            <a:cxnLst/>
            <a:rect l="l" t="t" r="r" b="b"/>
            <a:pathLst>
              <a:path w="1644015" h="322579">
                <a:moveTo>
                  <a:pt x="0" y="0"/>
                </a:moveTo>
                <a:lnTo>
                  <a:pt x="0" y="322325"/>
                </a:lnTo>
                <a:lnTo>
                  <a:pt x="1643633" y="322325"/>
                </a:lnTo>
                <a:lnTo>
                  <a:pt x="1643633" y="0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483993" y="5349240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9057017" y="534924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25909" y="5507735"/>
            <a:ext cx="464184" cy="76200"/>
          </a:xfrm>
          <a:custGeom>
            <a:avLst/>
            <a:gdLst/>
            <a:ahLst/>
            <a:cxnLst/>
            <a:rect l="l" t="t" r="r" b="b"/>
            <a:pathLst>
              <a:path w="464185" h="76200">
                <a:moveTo>
                  <a:pt x="387858" y="38099"/>
                </a:moveTo>
                <a:lnTo>
                  <a:pt x="378811" y="31348"/>
                </a:lnTo>
                <a:lnTo>
                  <a:pt x="0" y="35813"/>
                </a:lnTo>
                <a:lnTo>
                  <a:pt x="0" y="48005"/>
                </a:lnTo>
                <a:lnTo>
                  <a:pt x="379705" y="44276"/>
                </a:lnTo>
                <a:lnTo>
                  <a:pt x="387858" y="38099"/>
                </a:lnTo>
                <a:close/>
              </a:path>
              <a:path w="464185" h="76200">
                <a:moveTo>
                  <a:pt x="464058" y="37337"/>
                </a:moveTo>
                <a:lnTo>
                  <a:pt x="336803" y="0"/>
                </a:lnTo>
                <a:lnTo>
                  <a:pt x="378811" y="31348"/>
                </a:lnTo>
                <a:lnTo>
                  <a:pt x="387858" y="31241"/>
                </a:lnTo>
                <a:lnTo>
                  <a:pt x="387858" y="60748"/>
                </a:lnTo>
                <a:lnTo>
                  <a:pt x="464058" y="37337"/>
                </a:lnTo>
                <a:close/>
              </a:path>
              <a:path w="464185" h="76200">
                <a:moveTo>
                  <a:pt x="387858" y="60748"/>
                </a:moveTo>
                <a:lnTo>
                  <a:pt x="387858" y="44195"/>
                </a:lnTo>
                <a:lnTo>
                  <a:pt x="379705" y="44276"/>
                </a:lnTo>
                <a:lnTo>
                  <a:pt x="337565" y="76200"/>
                </a:lnTo>
                <a:lnTo>
                  <a:pt x="387858" y="60748"/>
                </a:lnTo>
                <a:close/>
              </a:path>
              <a:path w="464185" h="76200">
                <a:moveTo>
                  <a:pt x="387858" y="38099"/>
                </a:moveTo>
                <a:lnTo>
                  <a:pt x="387858" y="31241"/>
                </a:lnTo>
                <a:lnTo>
                  <a:pt x="378811" y="31348"/>
                </a:lnTo>
                <a:lnTo>
                  <a:pt x="387858" y="38099"/>
                </a:lnTo>
                <a:close/>
              </a:path>
              <a:path w="464185" h="76200">
                <a:moveTo>
                  <a:pt x="387858" y="44195"/>
                </a:moveTo>
                <a:lnTo>
                  <a:pt x="387858" y="38099"/>
                </a:lnTo>
                <a:lnTo>
                  <a:pt x="379705" y="44276"/>
                </a:lnTo>
                <a:lnTo>
                  <a:pt x="387858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370698" y="5502402"/>
            <a:ext cx="607060" cy="76200"/>
          </a:xfrm>
          <a:custGeom>
            <a:avLst/>
            <a:gdLst/>
            <a:ahLst/>
            <a:cxnLst/>
            <a:rect l="l" t="t" r="r" b="b"/>
            <a:pathLst>
              <a:path w="607059" h="76200">
                <a:moveTo>
                  <a:pt x="530351" y="38862"/>
                </a:moveTo>
                <a:lnTo>
                  <a:pt x="521395" y="31939"/>
                </a:lnTo>
                <a:lnTo>
                  <a:pt x="0" y="28194"/>
                </a:lnTo>
                <a:lnTo>
                  <a:pt x="0" y="41148"/>
                </a:lnTo>
                <a:lnTo>
                  <a:pt x="522097" y="44898"/>
                </a:lnTo>
                <a:lnTo>
                  <a:pt x="530351" y="38862"/>
                </a:lnTo>
                <a:close/>
              </a:path>
              <a:path w="607059" h="76200">
                <a:moveTo>
                  <a:pt x="530351" y="61525"/>
                </a:moveTo>
                <a:lnTo>
                  <a:pt x="530351" y="44958"/>
                </a:lnTo>
                <a:lnTo>
                  <a:pt x="522097" y="44898"/>
                </a:lnTo>
                <a:lnTo>
                  <a:pt x="479298" y="76200"/>
                </a:lnTo>
                <a:lnTo>
                  <a:pt x="530351" y="61525"/>
                </a:lnTo>
                <a:close/>
              </a:path>
              <a:path w="607059" h="76200">
                <a:moveTo>
                  <a:pt x="606551" y="39624"/>
                </a:moveTo>
                <a:lnTo>
                  <a:pt x="480072" y="0"/>
                </a:lnTo>
                <a:lnTo>
                  <a:pt x="521395" y="31939"/>
                </a:lnTo>
                <a:lnTo>
                  <a:pt x="530351" y="32003"/>
                </a:lnTo>
                <a:lnTo>
                  <a:pt x="530351" y="61525"/>
                </a:lnTo>
                <a:lnTo>
                  <a:pt x="606551" y="39624"/>
                </a:lnTo>
                <a:close/>
              </a:path>
              <a:path w="607059" h="76200">
                <a:moveTo>
                  <a:pt x="530351" y="38862"/>
                </a:moveTo>
                <a:lnTo>
                  <a:pt x="530351" y="32003"/>
                </a:lnTo>
                <a:lnTo>
                  <a:pt x="521395" y="31939"/>
                </a:lnTo>
                <a:lnTo>
                  <a:pt x="530351" y="38862"/>
                </a:lnTo>
                <a:close/>
              </a:path>
              <a:path w="607059" h="76200">
                <a:moveTo>
                  <a:pt x="530351" y="44958"/>
                </a:moveTo>
                <a:lnTo>
                  <a:pt x="530351" y="38862"/>
                </a:lnTo>
                <a:lnTo>
                  <a:pt x="522097" y="44898"/>
                </a:lnTo>
                <a:lnTo>
                  <a:pt x="530351" y="449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488296" y="5520690"/>
            <a:ext cx="386715" cy="3810"/>
          </a:xfrm>
          <a:custGeom>
            <a:avLst/>
            <a:gdLst/>
            <a:ahLst/>
            <a:cxnLst/>
            <a:rect l="l" t="t" r="r" b="b"/>
            <a:pathLst>
              <a:path w="386715" h="3810">
                <a:moveTo>
                  <a:pt x="0" y="0"/>
                </a:moveTo>
                <a:lnTo>
                  <a:pt x="386346" y="381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96859" y="5588508"/>
            <a:ext cx="403860" cy="76200"/>
          </a:xfrm>
          <a:custGeom>
            <a:avLst/>
            <a:gdLst/>
            <a:ahLst/>
            <a:cxnLst/>
            <a:rect l="l" t="t" r="r" b="b"/>
            <a:pathLst>
              <a:path w="403860" h="76200">
                <a:moveTo>
                  <a:pt x="327660" y="37337"/>
                </a:moveTo>
                <a:lnTo>
                  <a:pt x="319377" y="31280"/>
                </a:lnTo>
                <a:lnTo>
                  <a:pt x="0" y="32765"/>
                </a:lnTo>
                <a:lnTo>
                  <a:pt x="0" y="44957"/>
                </a:lnTo>
                <a:lnTo>
                  <a:pt x="318622" y="44217"/>
                </a:lnTo>
                <a:lnTo>
                  <a:pt x="327660" y="37337"/>
                </a:lnTo>
                <a:close/>
              </a:path>
              <a:path w="403860" h="76200">
                <a:moveTo>
                  <a:pt x="403860" y="37337"/>
                </a:moveTo>
                <a:lnTo>
                  <a:pt x="276606" y="0"/>
                </a:lnTo>
                <a:lnTo>
                  <a:pt x="319377" y="31280"/>
                </a:lnTo>
                <a:lnTo>
                  <a:pt x="327660" y="31241"/>
                </a:lnTo>
                <a:lnTo>
                  <a:pt x="327660" y="60608"/>
                </a:lnTo>
                <a:lnTo>
                  <a:pt x="403860" y="37337"/>
                </a:lnTo>
                <a:close/>
              </a:path>
              <a:path w="403860" h="76200">
                <a:moveTo>
                  <a:pt x="327660" y="60608"/>
                </a:moveTo>
                <a:lnTo>
                  <a:pt x="327660" y="44195"/>
                </a:lnTo>
                <a:lnTo>
                  <a:pt x="318622" y="44217"/>
                </a:lnTo>
                <a:lnTo>
                  <a:pt x="276606" y="76200"/>
                </a:lnTo>
                <a:lnTo>
                  <a:pt x="327660" y="60608"/>
                </a:lnTo>
                <a:close/>
              </a:path>
              <a:path w="403860" h="76200">
                <a:moveTo>
                  <a:pt x="327660" y="44195"/>
                </a:moveTo>
                <a:lnTo>
                  <a:pt x="327660" y="37337"/>
                </a:lnTo>
                <a:lnTo>
                  <a:pt x="318622" y="44217"/>
                </a:lnTo>
                <a:lnTo>
                  <a:pt x="327660" y="44195"/>
                </a:lnTo>
                <a:close/>
              </a:path>
              <a:path w="403860" h="76200">
                <a:moveTo>
                  <a:pt x="327660" y="37337"/>
                </a:moveTo>
                <a:lnTo>
                  <a:pt x="327660" y="31241"/>
                </a:lnTo>
                <a:lnTo>
                  <a:pt x="319377" y="31280"/>
                </a:lnTo>
                <a:lnTo>
                  <a:pt x="327660" y="373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115177" y="5324094"/>
            <a:ext cx="702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0065" algn="l"/>
              </a:tabLst>
            </a:pPr>
            <a:r>
              <a:rPr sz="2400" spc="-5" dirty="0">
                <a:latin typeface="Arial"/>
                <a:cs typeface="Arial"/>
              </a:rPr>
              <a:t>2	8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168340" y="5324094"/>
            <a:ext cx="702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0065" algn="l"/>
              </a:tabLst>
            </a:pPr>
            <a:r>
              <a:rPr sz="2400" spc="-5" dirty="0">
                <a:latin typeface="Arial"/>
                <a:cs typeface="Arial"/>
              </a:rPr>
              <a:t>1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40137" y="5474208"/>
            <a:ext cx="489584" cy="76200"/>
          </a:xfrm>
          <a:custGeom>
            <a:avLst/>
            <a:gdLst/>
            <a:ahLst/>
            <a:cxnLst/>
            <a:rect l="l" t="t" r="r" b="b"/>
            <a:pathLst>
              <a:path w="489585" h="76200">
                <a:moveTo>
                  <a:pt x="413004" y="38100"/>
                </a:moveTo>
                <a:lnTo>
                  <a:pt x="404774" y="31958"/>
                </a:lnTo>
                <a:lnTo>
                  <a:pt x="0" y="29717"/>
                </a:lnTo>
                <a:lnTo>
                  <a:pt x="0" y="41909"/>
                </a:lnTo>
                <a:lnTo>
                  <a:pt x="403904" y="44890"/>
                </a:lnTo>
                <a:lnTo>
                  <a:pt x="413004" y="38100"/>
                </a:lnTo>
                <a:close/>
              </a:path>
              <a:path w="489585" h="76200">
                <a:moveTo>
                  <a:pt x="489204" y="38862"/>
                </a:moveTo>
                <a:lnTo>
                  <a:pt x="361950" y="0"/>
                </a:lnTo>
                <a:lnTo>
                  <a:pt x="404774" y="31958"/>
                </a:lnTo>
                <a:lnTo>
                  <a:pt x="413004" y="32003"/>
                </a:lnTo>
                <a:lnTo>
                  <a:pt x="413004" y="61220"/>
                </a:lnTo>
                <a:lnTo>
                  <a:pt x="489204" y="38862"/>
                </a:lnTo>
                <a:close/>
              </a:path>
              <a:path w="489585" h="76200">
                <a:moveTo>
                  <a:pt x="413004" y="61220"/>
                </a:moveTo>
                <a:lnTo>
                  <a:pt x="413004" y="44957"/>
                </a:lnTo>
                <a:lnTo>
                  <a:pt x="403904" y="44890"/>
                </a:lnTo>
                <a:lnTo>
                  <a:pt x="361950" y="76200"/>
                </a:lnTo>
                <a:lnTo>
                  <a:pt x="413004" y="61220"/>
                </a:lnTo>
                <a:close/>
              </a:path>
              <a:path w="489585" h="76200">
                <a:moveTo>
                  <a:pt x="413004" y="44957"/>
                </a:moveTo>
                <a:lnTo>
                  <a:pt x="413004" y="38100"/>
                </a:lnTo>
                <a:lnTo>
                  <a:pt x="403904" y="44890"/>
                </a:lnTo>
                <a:lnTo>
                  <a:pt x="413004" y="44957"/>
                </a:lnTo>
                <a:close/>
              </a:path>
              <a:path w="489585" h="76200">
                <a:moveTo>
                  <a:pt x="413004" y="38100"/>
                </a:moveTo>
                <a:lnTo>
                  <a:pt x="413004" y="32003"/>
                </a:lnTo>
                <a:lnTo>
                  <a:pt x="404774" y="31958"/>
                </a:lnTo>
                <a:lnTo>
                  <a:pt x="41300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08289" y="5839967"/>
            <a:ext cx="8178800" cy="0"/>
          </a:xfrm>
          <a:custGeom>
            <a:avLst/>
            <a:gdLst/>
            <a:ahLst/>
            <a:cxnLst/>
            <a:rect l="l" t="t" r="r" b="b"/>
            <a:pathLst>
              <a:path w="8178800">
                <a:moveTo>
                  <a:pt x="0" y="0"/>
                </a:moveTo>
                <a:lnTo>
                  <a:pt x="81785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885298" y="5522976"/>
            <a:ext cx="1905" cy="334645"/>
          </a:xfrm>
          <a:custGeom>
            <a:avLst/>
            <a:gdLst/>
            <a:ahLst/>
            <a:cxnLst/>
            <a:rect l="l" t="t" r="r" b="b"/>
            <a:pathLst>
              <a:path w="1904" h="334645">
                <a:moveTo>
                  <a:pt x="0" y="0"/>
                </a:moveTo>
                <a:lnTo>
                  <a:pt x="1524" y="33451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693811" y="5643371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0"/>
                </a:moveTo>
                <a:lnTo>
                  <a:pt x="0" y="20116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622425" y="5116067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573159" y="5370576"/>
            <a:ext cx="0" cy="320040"/>
          </a:xfrm>
          <a:custGeom>
            <a:avLst/>
            <a:gdLst/>
            <a:ahLst/>
            <a:cxnLst/>
            <a:rect l="l" t="t" r="r" b="b"/>
            <a:pathLst>
              <a:path h="320039">
                <a:moveTo>
                  <a:pt x="0" y="0"/>
                </a:moveTo>
                <a:lnTo>
                  <a:pt x="0" y="32003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38563" y="5368290"/>
            <a:ext cx="5080" cy="334010"/>
          </a:xfrm>
          <a:custGeom>
            <a:avLst/>
            <a:gdLst/>
            <a:ahLst/>
            <a:cxnLst/>
            <a:rect l="l" t="t" r="r" b="b"/>
            <a:pathLst>
              <a:path w="5080" h="334010">
                <a:moveTo>
                  <a:pt x="4572" y="0"/>
                </a:moveTo>
                <a:lnTo>
                  <a:pt x="0" y="33375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2675508" y="5346192"/>
            <a:ext cx="2965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549793" y="5446014"/>
            <a:ext cx="488950" cy="76200"/>
          </a:xfrm>
          <a:custGeom>
            <a:avLst/>
            <a:gdLst/>
            <a:ahLst/>
            <a:cxnLst/>
            <a:rect l="l" t="t" r="r" b="b"/>
            <a:pathLst>
              <a:path w="488950" h="76200">
                <a:moveTo>
                  <a:pt x="412242" y="37337"/>
                </a:moveTo>
                <a:lnTo>
                  <a:pt x="403969" y="31287"/>
                </a:lnTo>
                <a:lnTo>
                  <a:pt x="0" y="33527"/>
                </a:lnTo>
                <a:lnTo>
                  <a:pt x="0" y="46482"/>
                </a:lnTo>
                <a:lnTo>
                  <a:pt x="404276" y="43492"/>
                </a:lnTo>
                <a:lnTo>
                  <a:pt x="412242" y="37337"/>
                </a:lnTo>
                <a:close/>
              </a:path>
              <a:path w="488950" h="76200">
                <a:moveTo>
                  <a:pt x="488442" y="36575"/>
                </a:moveTo>
                <a:lnTo>
                  <a:pt x="361188" y="0"/>
                </a:lnTo>
                <a:lnTo>
                  <a:pt x="403969" y="31287"/>
                </a:lnTo>
                <a:lnTo>
                  <a:pt x="412242" y="31241"/>
                </a:lnTo>
                <a:lnTo>
                  <a:pt x="412242" y="60445"/>
                </a:lnTo>
                <a:lnTo>
                  <a:pt x="488442" y="36575"/>
                </a:lnTo>
                <a:close/>
              </a:path>
              <a:path w="488950" h="76200">
                <a:moveTo>
                  <a:pt x="412242" y="60445"/>
                </a:moveTo>
                <a:lnTo>
                  <a:pt x="412242" y="43434"/>
                </a:lnTo>
                <a:lnTo>
                  <a:pt x="404276" y="43492"/>
                </a:lnTo>
                <a:lnTo>
                  <a:pt x="361950" y="76200"/>
                </a:lnTo>
                <a:lnTo>
                  <a:pt x="412242" y="60445"/>
                </a:lnTo>
                <a:close/>
              </a:path>
              <a:path w="488950" h="76200">
                <a:moveTo>
                  <a:pt x="412242" y="37337"/>
                </a:moveTo>
                <a:lnTo>
                  <a:pt x="412242" y="31241"/>
                </a:lnTo>
                <a:lnTo>
                  <a:pt x="403969" y="31287"/>
                </a:lnTo>
                <a:lnTo>
                  <a:pt x="412242" y="37337"/>
                </a:lnTo>
                <a:close/>
              </a:path>
              <a:path w="488950" h="76200">
                <a:moveTo>
                  <a:pt x="412242" y="43434"/>
                </a:moveTo>
                <a:lnTo>
                  <a:pt x="412242" y="37337"/>
                </a:lnTo>
                <a:lnTo>
                  <a:pt x="404276" y="43492"/>
                </a:lnTo>
                <a:lnTo>
                  <a:pt x="412242" y="434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156075" y="6382766"/>
            <a:ext cx="3089910" cy="438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  <a:tab pos="720090" algn="l"/>
                <a:tab pos="1869439" algn="l"/>
              </a:tabLst>
            </a:pPr>
            <a:r>
              <a:rPr sz="2800" i="1" spc="10" dirty="0">
                <a:latin typeface="Times New Roman"/>
                <a:cs typeface="Times New Roman"/>
              </a:rPr>
              <a:t>a	</a:t>
            </a:r>
            <a:r>
              <a:rPr sz="2800" spc="10" dirty="0">
                <a:latin typeface="Symbol"/>
                <a:cs typeface="Symbol"/>
              </a:rPr>
              <a:t></a:t>
            </a:r>
            <a:r>
              <a:rPr sz="2800" spc="10" dirty="0">
                <a:latin typeface="Times New Roman"/>
                <a:cs typeface="Times New Roman"/>
              </a:rPr>
              <a:t>	3 </a:t>
            </a:r>
            <a:r>
              <a:rPr sz="2800" i="1" spc="10" dirty="0">
                <a:latin typeface="Times New Roman"/>
                <a:cs typeface="Times New Roman"/>
              </a:rPr>
              <a:t>x</a:t>
            </a:r>
            <a:r>
              <a:rPr sz="2800" i="1" spc="-509" dirty="0">
                <a:latin typeface="Times New Roman"/>
                <a:cs typeface="Times New Roman"/>
              </a:rPr>
              <a:t> </a:t>
            </a:r>
            <a:r>
              <a:rPr sz="2100" spc="150" baseline="49603" dirty="0">
                <a:latin typeface="Times New Roman"/>
                <a:cs typeface="Times New Roman"/>
              </a:rPr>
              <a:t>14</a:t>
            </a:r>
            <a:r>
              <a:rPr sz="2100" spc="532" baseline="49603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Symbol"/>
                <a:cs typeface="Symbol"/>
              </a:rPr>
              <a:t></a:t>
            </a:r>
            <a:r>
              <a:rPr sz="2800" spc="10" dirty="0">
                <a:latin typeface="Times New Roman"/>
                <a:cs typeface="Times New Roman"/>
              </a:rPr>
              <a:t>	2 </a:t>
            </a:r>
            <a:r>
              <a:rPr sz="2800" i="1" spc="10" dirty="0">
                <a:latin typeface="Times New Roman"/>
                <a:cs typeface="Times New Roman"/>
              </a:rPr>
              <a:t>x </a:t>
            </a:r>
            <a:r>
              <a:rPr sz="2100" spc="7" baseline="49603" dirty="0">
                <a:latin typeface="Times New Roman"/>
                <a:cs typeface="Times New Roman"/>
              </a:rPr>
              <a:t>8  </a:t>
            </a:r>
            <a:r>
              <a:rPr sz="2800" spc="10" dirty="0">
                <a:latin typeface="Symbol"/>
                <a:cs typeface="Symbol"/>
              </a:rPr>
              <a:t></a:t>
            </a:r>
            <a:r>
              <a:rPr sz="2800" spc="-370" dirty="0">
                <a:latin typeface="Times New Roman"/>
                <a:cs typeface="Times New Roman"/>
              </a:rPr>
              <a:t> </a:t>
            </a:r>
            <a:r>
              <a:rPr sz="2800" spc="10" dirty="0"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Equivalence</a:t>
            </a:r>
            <a:r>
              <a:rPr spc="-25" dirty="0"/>
              <a:t> </a:t>
            </a:r>
            <a:r>
              <a:rPr spc="-5" dirty="0"/>
              <a:t>Relations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296921"/>
            <a:ext cx="7492365" cy="3922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For an arbitrary relation by the symbol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PMingLiU"/>
                <a:cs typeface="PMingLiU"/>
              </a:rPr>
              <a:t>≣</a:t>
            </a:r>
            <a:endParaRPr sz="2800">
              <a:latin typeface="PMingLiU"/>
              <a:cs typeface="PMingLiU"/>
            </a:endParaRPr>
          </a:p>
          <a:p>
            <a:pPr marL="355600" indent="-342900">
              <a:lnSpc>
                <a:spcPts val="3354"/>
              </a:lnSpc>
              <a:spcBef>
                <a:spcPts val="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Reflexive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If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PMingLiU"/>
                <a:cs typeface="PMingLiU"/>
              </a:rPr>
              <a:t>≣</a:t>
            </a:r>
            <a:r>
              <a:rPr sz="2400" spc="-5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3354"/>
              </a:lnSpc>
              <a:spcBef>
                <a:spcPts val="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Symmetric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If x</a:t>
            </a:r>
            <a:r>
              <a:rPr sz="2400" spc="-5" dirty="0">
                <a:latin typeface="PMingLiU"/>
                <a:cs typeface="PMingLiU"/>
              </a:rPr>
              <a:t>≣</a:t>
            </a:r>
            <a:r>
              <a:rPr sz="2400" spc="-5" dirty="0">
                <a:latin typeface="Arial"/>
                <a:cs typeface="Arial"/>
              </a:rPr>
              <a:t>y, then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dirty="0">
                <a:latin typeface="PMingLiU"/>
                <a:cs typeface="PMingLiU"/>
              </a:rPr>
              <a:t>≣</a:t>
            </a:r>
            <a:r>
              <a:rPr sz="240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3354"/>
              </a:lnSpc>
              <a:spcBef>
                <a:spcPts val="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Transitive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ts val="2875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If x</a:t>
            </a:r>
            <a:r>
              <a:rPr sz="2400" spc="-5" dirty="0">
                <a:latin typeface="PMingLiU"/>
                <a:cs typeface="PMingLiU"/>
              </a:rPr>
              <a:t>≣</a:t>
            </a:r>
            <a:r>
              <a:rPr sz="2400" spc="-5" dirty="0">
                <a:latin typeface="Arial"/>
                <a:cs typeface="Arial"/>
              </a:rPr>
              <a:t>y and y</a:t>
            </a:r>
            <a:r>
              <a:rPr sz="2400" spc="-5" dirty="0">
                <a:latin typeface="PMingLiU"/>
                <a:cs typeface="PMingLiU"/>
              </a:rPr>
              <a:t>≣</a:t>
            </a:r>
            <a:r>
              <a:rPr sz="2400" spc="-5" dirty="0">
                <a:latin typeface="Arial"/>
                <a:cs typeface="Arial"/>
              </a:rPr>
              <a:t>z, then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PMingLiU"/>
                <a:cs typeface="PMingLiU"/>
              </a:rPr>
              <a:t>≣</a:t>
            </a:r>
            <a:r>
              <a:rPr sz="2400" spc="-5" dirty="0">
                <a:latin typeface="Arial"/>
                <a:cs typeface="Arial"/>
              </a:rPr>
              <a:t>z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79900"/>
              </a:lnSpc>
              <a:spcBef>
                <a:spcPts val="69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relation over a set, </a:t>
            </a:r>
            <a:r>
              <a:rPr sz="2800" i="1" spc="-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, is said to be an  </a:t>
            </a:r>
            <a:r>
              <a:rPr sz="2800" dirty="0">
                <a:latin typeface="Arial"/>
                <a:cs typeface="Arial"/>
              </a:rPr>
              <a:t>equivalence relation over </a:t>
            </a:r>
            <a:r>
              <a:rPr sz="2800" i="1" dirty="0">
                <a:latin typeface="Arial"/>
                <a:cs typeface="Arial"/>
              </a:rPr>
              <a:t>S </a:t>
            </a:r>
            <a:r>
              <a:rPr sz="2800" spc="-5" dirty="0">
                <a:latin typeface="Arial"/>
                <a:cs typeface="Arial"/>
              </a:rPr>
              <a:t>iff it is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symmetric</a:t>
            </a:r>
            <a:r>
              <a:rPr sz="2800" dirty="0">
                <a:latin typeface="Arial"/>
                <a:cs typeface="Arial"/>
              </a:rPr>
              <a:t>, 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reflexive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transitive </a:t>
            </a:r>
            <a:r>
              <a:rPr sz="2800" dirty="0">
                <a:latin typeface="Arial"/>
                <a:cs typeface="Arial"/>
              </a:rPr>
              <a:t>over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i="1" spc="-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Examples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7355840" cy="397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457325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 “equal to” (=) relationship is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  equivalence relation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since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x=x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x=y </a:t>
            </a:r>
            <a:r>
              <a:rPr sz="2400" spc="-5" dirty="0">
                <a:latin typeface="Arial"/>
                <a:cs typeface="Arial"/>
              </a:rPr>
              <a:t>implies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y=x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x=y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y=z </a:t>
            </a:r>
            <a:r>
              <a:rPr sz="2400" spc="-5" dirty="0">
                <a:latin typeface="Arial"/>
                <a:cs typeface="Arial"/>
              </a:rPr>
              <a:t>implies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x=z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An equivalence relation is to partition the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set  </a:t>
            </a:r>
            <a:r>
              <a:rPr sz="2800" i="1" dirty="0">
                <a:latin typeface="Arial"/>
                <a:cs typeface="Arial"/>
              </a:rPr>
              <a:t>S </a:t>
            </a:r>
            <a:r>
              <a:rPr sz="2800" dirty="0">
                <a:latin typeface="Arial"/>
                <a:cs typeface="Arial"/>
              </a:rPr>
              <a:t>into equivalence classes such that two  members x and y of </a:t>
            </a:r>
            <a:r>
              <a:rPr sz="2800" i="1" dirty="0">
                <a:latin typeface="Arial"/>
                <a:cs typeface="Arial"/>
              </a:rPr>
              <a:t>S </a:t>
            </a:r>
            <a:r>
              <a:rPr sz="2800" dirty="0">
                <a:latin typeface="Arial"/>
                <a:cs typeface="Arial"/>
              </a:rPr>
              <a:t>are in the same  equivalence iff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x</a:t>
            </a:r>
            <a:r>
              <a:rPr sz="2800" spc="-5" dirty="0">
                <a:latin typeface="PMingLiU"/>
                <a:cs typeface="PMingLiU"/>
              </a:rPr>
              <a:t>≣</a:t>
            </a:r>
            <a:r>
              <a:rPr sz="2800" spc="-5" dirty="0"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Examples</a:t>
            </a:r>
            <a:r>
              <a:rPr spc="-4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4994"/>
            <a:ext cx="5895340" cy="3549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</a:pPr>
            <a:r>
              <a:rPr sz="2200" spc="310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3200" spc="-5" dirty="0">
                <a:latin typeface="Arial"/>
                <a:cs typeface="Arial"/>
              </a:rPr>
              <a:t>0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4, 3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1, 6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10, 8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9, 7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4</a:t>
            </a:r>
            <a:r>
              <a:rPr sz="3200" spc="-5" dirty="0" smtClean="0">
                <a:latin typeface="Arial"/>
                <a:cs typeface="Arial"/>
              </a:rPr>
              <a:t>,  </a:t>
            </a:r>
            <a:r>
              <a:rPr sz="3200" spc="-5" dirty="0">
                <a:latin typeface="Arial"/>
                <a:cs typeface="Arial"/>
              </a:rPr>
              <a:t>6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8, 3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5, 2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>
                <a:latin typeface="Arial"/>
                <a:cs typeface="Arial"/>
              </a:rPr>
              <a:t>11,</a:t>
            </a:r>
            <a:r>
              <a:rPr sz="3200" spc="-8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11</a:t>
            </a:r>
            <a:r>
              <a:rPr sz="3200" spc="-5" dirty="0">
                <a:latin typeface="PMingLiU"/>
                <a:cs typeface="PMingLiU"/>
              </a:rPr>
              <a:t>≣</a:t>
            </a:r>
            <a:r>
              <a:rPr sz="3200" spc="-5" dirty="0" smtClean="0">
                <a:latin typeface="Arial"/>
                <a:cs typeface="Arial"/>
              </a:rPr>
              <a:t>0</a:t>
            </a:r>
            <a:endParaRPr sz="3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three equivalent classes</a:t>
            </a:r>
            <a:endParaRPr sz="32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3200" spc="-10" dirty="0">
                <a:latin typeface="Arial"/>
                <a:cs typeface="Arial"/>
              </a:rPr>
              <a:t>{0,2,4,7,11}; {1,3,5};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{6,8,9,10</a:t>
            </a:r>
            <a:r>
              <a:rPr sz="3200" spc="-10" dirty="0" smtClean="0">
                <a:latin typeface="Arial"/>
                <a:cs typeface="Arial"/>
              </a:rPr>
              <a:t>}</a:t>
            </a:r>
            <a:endParaRPr lang="en-US" sz="3200" spc="-10" dirty="0" smtClean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endParaRPr lang="en-US" sz="3200" spc="-1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endParaRPr lang="en-US" sz="3200" spc="-10" dirty="0" smtClean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lang="en-US" sz="3200" spc="-10" dirty="0" smtClean="0">
                <a:latin typeface="Arial"/>
                <a:cs typeface="Arial"/>
              </a:rPr>
              <a:t>Note the transitivity!</a:t>
            </a: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558419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A </a:t>
            </a:r>
            <a:r>
              <a:rPr sz="4000" spc="-5" dirty="0"/>
              <a:t>Rough Algorithm to</a:t>
            </a:r>
            <a:r>
              <a:rPr sz="4000" spc="-90" dirty="0"/>
              <a:t> </a:t>
            </a:r>
            <a:r>
              <a:rPr sz="4000" spc="-5" dirty="0"/>
              <a:t>Find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421640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Equivalence</a:t>
            </a:r>
            <a:r>
              <a:rPr sz="4000" i="1" spc="-100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spc="-5" dirty="0">
                <a:solidFill>
                  <a:srgbClr val="003365"/>
                </a:solidFill>
                <a:latin typeface="Times New Roman"/>
                <a:cs typeface="Times New Roman"/>
              </a:rPr>
              <a:t>Classes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5680" y="2241041"/>
            <a:ext cx="3310254" cy="654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5"/>
              </a:lnSpc>
            </a:pPr>
            <a:r>
              <a:rPr sz="2400" b="1" spc="-5" dirty="0">
                <a:latin typeface="Courier New"/>
                <a:cs typeface="Courier New"/>
              </a:rPr>
              <a:t>void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equivalence()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4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5676" y="2752344"/>
            <a:ext cx="3857625" cy="654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45"/>
              </a:lnSpc>
            </a:pPr>
            <a:r>
              <a:rPr sz="2400" b="1" spc="-10" dirty="0">
                <a:latin typeface="Courier New"/>
                <a:cs typeface="Courier New"/>
              </a:rPr>
              <a:t>initialize;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445"/>
              </a:lnSpc>
            </a:pPr>
            <a:r>
              <a:rPr sz="2400" b="1" spc="-5" dirty="0">
                <a:latin typeface="Courier New"/>
                <a:cs typeface="Courier New"/>
              </a:rPr>
              <a:t>while (there are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more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10136" y="3007614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pairs)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5673" y="3263646"/>
            <a:ext cx="45866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read the next pair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&lt;i,j&gt;;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5673" y="3518915"/>
            <a:ext cx="33096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process this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pair;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95676" y="3774185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95676" y="4140677"/>
            <a:ext cx="4040504" cy="543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69800"/>
              </a:lnSpc>
            </a:pPr>
            <a:r>
              <a:rPr sz="2400" b="1" spc="-5" dirty="0">
                <a:latin typeface="Courier New"/>
                <a:cs typeface="Courier New"/>
              </a:rPr>
              <a:t>initialize the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output;  </a:t>
            </a:r>
            <a:r>
              <a:rPr sz="2400" b="1" spc="-5" dirty="0">
                <a:latin typeface="Courier New"/>
                <a:cs typeface="Courier New"/>
              </a:rPr>
              <a:t>do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25673" y="4541520"/>
            <a:ext cx="44049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output a new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equivalence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87858" y="4541520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class;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5676" y="4796790"/>
            <a:ext cx="34925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 while (not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done);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65680" y="5052821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00476" y="5972047"/>
            <a:ext cx="683387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What kinds of data structures are</a:t>
            </a:r>
            <a:r>
              <a:rPr sz="28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adopted?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75217" y="2894076"/>
            <a:ext cx="158750" cy="0"/>
          </a:xfrm>
          <a:custGeom>
            <a:avLst/>
            <a:gdLst/>
            <a:ahLst/>
            <a:cxnLst/>
            <a:rect l="l" t="t" r="r" b="b"/>
            <a:pathLst>
              <a:path w="158750">
                <a:moveTo>
                  <a:pt x="15849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275217" y="2894076"/>
            <a:ext cx="0" cy="1200150"/>
          </a:xfrm>
          <a:custGeom>
            <a:avLst/>
            <a:gdLst/>
            <a:ahLst/>
            <a:cxnLst/>
            <a:rect l="l" t="t" r="r" b="b"/>
            <a:pathLst>
              <a:path h="1200150">
                <a:moveTo>
                  <a:pt x="0" y="0"/>
                </a:moveTo>
                <a:lnTo>
                  <a:pt x="0" y="120015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275217" y="4076700"/>
            <a:ext cx="104775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303411" y="4204715"/>
            <a:ext cx="159385" cy="0"/>
          </a:xfrm>
          <a:custGeom>
            <a:avLst/>
            <a:gdLst/>
            <a:ahLst/>
            <a:cxnLst/>
            <a:rect l="l" t="t" r="r" b="b"/>
            <a:pathLst>
              <a:path w="159385">
                <a:moveTo>
                  <a:pt x="159257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303411" y="4204715"/>
            <a:ext cx="0" cy="1200150"/>
          </a:xfrm>
          <a:custGeom>
            <a:avLst/>
            <a:gdLst/>
            <a:ahLst/>
            <a:cxnLst/>
            <a:rect l="l" t="t" r="r" b="b"/>
            <a:pathLst>
              <a:path h="1200150">
                <a:moveTo>
                  <a:pt x="0" y="0"/>
                </a:moveTo>
                <a:lnTo>
                  <a:pt x="0" y="120015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03411" y="5387340"/>
            <a:ext cx="105410" cy="0"/>
          </a:xfrm>
          <a:custGeom>
            <a:avLst/>
            <a:gdLst/>
            <a:ahLst/>
            <a:cxnLst/>
            <a:rect l="l" t="t" r="r" b="b"/>
            <a:pathLst>
              <a:path w="105410">
                <a:moveTo>
                  <a:pt x="0" y="0"/>
                </a:moveTo>
                <a:lnTo>
                  <a:pt x="105156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850358" y="2987294"/>
            <a:ext cx="330200" cy="89026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Phase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41715" y="3920490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15306" y="4346702"/>
            <a:ext cx="330200" cy="890269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Phase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06651" y="5279897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1967" y="358902"/>
            <a:ext cx="23971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u="heavy" spc="-5" dirty="0">
                <a:latin typeface="Courier New"/>
                <a:cs typeface="Courier New"/>
              </a:rPr>
              <a:t>Program</a:t>
            </a:r>
            <a:r>
              <a:rPr sz="2400" b="1" u="heavy" spc="-85" dirty="0">
                <a:latin typeface="Courier New"/>
                <a:cs typeface="Courier New"/>
              </a:rPr>
              <a:t> </a:t>
            </a:r>
            <a:r>
              <a:rPr sz="2400" b="1" u="heavy" spc="-10" dirty="0">
                <a:latin typeface="Courier New"/>
                <a:cs typeface="Courier New"/>
              </a:rPr>
              <a:t>4.28: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1967" y="723900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84630" y="723900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equivalence()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1967" y="1088897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7714" y="1453896"/>
            <a:ext cx="27628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read n; //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read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7333" y="1453896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number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2048" y="1453896"/>
            <a:ext cx="185038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of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objects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7714" y="1818894"/>
            <a:ext cx="31280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initialize seq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to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2483" y="1818894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0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7630" y="1818894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out to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FASLE;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38811" y="2183891"/>
            <a:ext cx="25793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input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pairs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7714" y="2183891"/>
            <a:ext cx="2944495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while more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pairs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read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14308" y="2914650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the next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pair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392426" y="3325648"/>
          <a:ext cx="3875570" cy="768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0735"/>
                <a:gridCol w="365135"/>
                <a:gridCol w="547100"/>
                <a:gridCol w="1277020"/>
                <a:gridCol w="1025580"/>
              </a:tblGrid>
              <a:tr h="369696">
                <a:tc>
                  <a:txBody>
                    <a:bodyPr/>
                    <a:lstStyle/>
                    <a:p>
                      <a:pPr marL="22225">
                        <a:lnSpc>
                          <a:spcPts val="252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put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j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on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seq[i]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52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list;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8399">
                <a:tc>
                  <a:txBody>
                    <a:bodyPr/>
                    <a:lstStyle/>
                    <a:p>
                      <a:pPr marL="22225">
                        <a:lnSpc>
                          <a:spcPts val="248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put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dirty="0">
                          <a:latin typeface="Courier New"/>
                          <a:cs typeface="Courier New"/>
                        </a:rPr>
                        <a:t>i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on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0"/>
                        </a:lnSpc>
                      </a:pPr>
                      <a:r>
                        <a:rPr sz="2400" b="1" spc="-10" dirty="0">
                          <a:latin typeface="Courier New"/>
                          <a:cs typeface="Courier New"/>
                        </a:rPr>
                        <a:t>seq[j]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480"/>
                        </a:lnSpc>
                      </a:pPr>
                      <a:r>
                        <a:rPr sz="2400" b="1" spc="-5" dirty="0">
                          <a:latin typeface="Courier New"/>
                          <a:cs typeface="Courier New"/>
                        </a:rPr>
                        <a:t>list;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2037714" y="4009644"/>
            <a:ext cx="440563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376555" marR="5080" indent="-364490">
              <a:lnSpc>
                <a:spcPts val="2880"/>
              </a:lnSpc>
              <a:spcBef>
                <a:spcPts val="90"/>
              </a:spcBef>
            </a:pPr>
            <a:r>
              <a:rPr sz="2400" b="1" spc="-5" dirty="0">
                <a:latin typeface="Courier New"/>
                <a:cs typeface="Courier New"/>
              </a:rPr>
              <a:t>for( i = 0; i &lt; n; i++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)  </a:t>
            </a:r>
            <a:r>
              <a:rPr sz="2400" b="1" spc="-10" dirty="0">
                <a:latin typeface="Courier New"/>
                <a:cs typeface="Courier New"/>
              </a:rPr>
              <a:t>if(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131764" y="4740402"/>
            <a:ext cx="31273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out[i] ==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FALSE){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45127" y="5105400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TRUE;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44914" y="5470397"/>
            <a:ext cx="2762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the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equivalence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23799" y="5835396"/>
            <a:ext cx="2762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contains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object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43417" y="5470397"/>
            <a:ext cx="1971039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2065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class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that  </a:t>
            </a:r>
            <a:r>
              <a:rPr sz="2400" b="1" spc="-5" dirty="0">
                <a:latin typeface="Courier New"/>
                <a:cs typeface="Courier New"/>
              </a:rPr>
              <a:t>i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81567" y="5105400"/>
            <a:ext cx="1606550" cy="1493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98475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out[i]  output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0"/>
              </a:lnSpc>
            </a:pPr>
            <a:r>
              <a:rPr sz="2400" b="1" spc="-10" dirty="0">
                <a:latin typeface="Courier New"/>
                <a:cs typeface="Courier New"/>
              </a:rPr>
              <a:t>contains</a:t>
            </a:r>
            <a:endParaRPr sz="2400">
              <a:latin typeface="Courier New"/>
              <a:cs typeface="Courier New"/>
            </a:endParaRPr>
          </a:p>
          <a:p>
            <a:pPr marL="13271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967" y="6565392"/>
            <a:ext cx="18497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}// end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68959" y="2914650"/>
            <a:ext cx="3283585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(i,j);</a:t>
            </a:r>
            <a:endParaRPr sz="2400">
              <a:latin typeface="Courier New"/>
              <a:cs typeface="Courier New"/>
            </a:endParaRPr>
          </a:p>
          <a:p>
            <a:pPr marL="810895">
              <a:lnSpc>
                <a:spcPct val="100000"/>
              </a:lnSpc>
              <a:spcBef>
                <a:spcPts val="840"/>
              </a:spcBef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direct</a:t>
            </a:r>
            <a:r>
              <a:rPr sz="2400" spc="-20" dirty="0">
                <a:solidFill>
                  <a:srgbClr val="65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equivalence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29604" y="6325361"/>
            <a:ext cx="40449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Compute indirect</a:t>
            </a:r>
            <a:r>
              <a:rPr sz="2400" spc="25" dirty="0">
                <a:solidFill>
                  <a:srgbClr val="65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equivalence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78344" y="6691121"/>
            <a:ext cx="42462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spc="-7" baseline="23148" dirty="0">
                <a:latin typeface="Courier New"/>
                <a:cs typeface="Courier New"/>
              </a:rPr>
              <a:t>equivalence</a:t>
            </a:r>
            <a:r>
              <a:rPr sz="3600" b="1" spc="-1747" baseline="23148" dirty="0">
                <a:latin typeface="Courier New"/>
                <a:cs typeface="Courier New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using </a:t>
            </a:r>
            <a:r>
              <a:rPr sz="2400" dirty="0">
                <a:solidFill>
                  <a:srgbClr val="CC3300"/>
                </a:solidFill>
                <a:latin typeface="Arial"/>
                <a:cs typeface="Arial"/>
              </a:rPr>
              <a:t>transitivity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7479" rIns="0" bIns="0" rtlCol="0">
            <a:spAutoFit/>
          </a:bodyPr>
          <a:lstStyle/>
          <a:p>
            <a:pPr marL="2432685">
              <a:lnSpc>
                <a:spcPct val="100000"/>
              </a:lnSpc>
            </a:pPr>
            <a:r>
              <a:rPr sz="2800" i="0" dirty="0">
                <a:solidFill>
                  <a:srgbClr val="000000"/>
                </a:solidFill>
                <a:latin typeface="Arial"/>
                <a:cs typeface="Arial"/>
              </a:rPr>
              <a:t>Lists after pairs have been</a:t>
            </a:r>
            <a:r>
              <a:rPr sz="2800" i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i="0" dirty="0">
                <a:solidFill>
                  <a:srgbClr val="000000"/>
                </a:solidFill>
                <a:latin typeface="Arial"/>
                <a:cs typeface="Arial"/>
              </a:rPr>
              <a:t>input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51161" y="2302001"/>
            <a:ext cx="6118225" cy="381000"/>
          </a:xfrm>
          <a:custGeom>
            <a:avLst/>
            <a:gdLst/>
            <a:ahLst/>
            <a:cxnLst/>
            <a:rect l="l" t="t" r="r" b="b"/>
            <a:pathLst>
              <a:path w="6118225" h="381000">
                <a:moveTo>
                  <a:pt x="0" y="0"/>
                </a:moveTo>
                <a:lnTo>
                  <a:pt x="0" y="381000"/>
                </a:lnTo>
                <a:lnTo>
                  <a:pt x="6118098" y="381000"/>
                </a:lnTo>
                <a:lnTo>
                  <a:pt x="6118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51161" y="2301239"/>
            <a:ext cx="6118225" cy="381000"/>
          </a:xfrm>
          <a:custGeom>
            <a:avLst/>
            <a:gdLst/>
            <a:ahLst/>
            <a:cxnLst/>
            <a:rect l="l" t="t" r="r" b="b"/>
            <a:pathLst>
              <a:path w="6118225" h="381000">
                <a:moveTo>
                  <a:pt x="0" y="0"/>
                </a:moveTo>
                <a:lnTo>
                  <a:pt x="0" y="381000"/>
                </a:lnTo>
                <a:lnTo>
                  <a:pt x="6118098" y="381000"/>
                </a:lnTo>
                <a:lnTo>
                  <a:pt x="611809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31983" y="22936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0143" y="2296667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64493" y="22936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78843" y="22936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10719" y="22936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26593" y="2295144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43991" y="2295144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70520" y="2295144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972691" y="22936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88565" y="2293620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991472" y="2295144"/>
            <a:ext cx="0" cy="381000"/>
          </a:xfrm>
          <a:custGeom>
            <a:avLst/>
            <a:gdLst/>
            <a:ahLst/>
            <a:cxnLst/>
            <a:rect l="l" t="t" r="r" b="b"/>
            <a:pathLst>
              <a:path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13125" y="1880615"/>
            <a:ext cx="618934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18795" algn="l"/>
                <a:tab pos="1025525" algn="l"/>
                <a:tab pos="1531620" algn="l"/>
                <a:tab pos="2038350" algn="l"/>
                <a:tab pos="2628900" algn="l"/>
                <a:tab pos="3135630" algn="l"/>
                <a:tab pos="3642360" algn="l"/>
                <a:tab pos="4148454" algn="l"/>
                <a:tab pos="4655185" algn="l"/>
              </a:tabLst>
            </a:pPr>
            <a:r>
              <a:rPr sz="2400" spc="-5" dirty="0">
                <a:latin typeface="Arial"/>
                <a:cs typeface="Arial"/>
              </a:rPr>
              <a:t>[0]	[1]	[2]	[3]	[4]	[5]	[6]	[7]	[8]	[9] [10]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[11]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32075" y="2301240"/>
            <a:ext cx="51752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seq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29469" y="2498598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49"/>
                </a:moveTo>
                <a:lnTo>
                  <a:pt x="0" y="348995"/>
                </a:lnTo>
                <a:lnTo>
                  <a:pt x="31242" y="453344"/>
                </a:lnTo>
                <a:lnTo>
                  <a:pt x="31242" y="400049"/>
                </a:lnTo>
                <a:lnTo>
                  <a:pt x="38100" y="400049"/>
                </a:lnTo>
                <a:close/>
              </a:path>
              <a:path w="76200" h="476250">
                <a:moveTo>
                  <a:pt x="44196" y="391881"/>
                </a:moveTo>
                <a:lnTo>
                  <a:pt x="44196" y="0"/>
                </a:lnTo>
                <a:lnTo>
                  <a:pt x="31242" y="0"/>
                </a:lnTo>
                <a:lnTo>
                  <a:pt x="31242" y="390860"/>
                </a:lnTo>
                <a:lnTo>
                  <a:pt x="38100" y="400049"/>
                </a:lnTo>
                <a:lnTo>
                  <a:pt x="44196" y="391881"/>
                </a:lnTo>
                <a:close/>
              </a:path>
              <a:path w="76200" h="476250">
                <a:moveTo>
                  <a:pt x="44196" y="455889"/>
                </a:moveTo>
                <a:lnTo>
                  <a:pt x="44196" y="400049"/>
                </a:lnTo>
                <a:lnTo>
                  <a:pt x="31242" y="400049"/>
                </a:lnTo>
                <a:lnTo>
                  <a:pt x="31242" y="453344"/>
                </a:lnTo>
                <a:lnTo>
                  <a:pt x="38100" y="476249"/>
                </a:lnTo>
                <a:lnTo>
                  <a:pt x="44196" y="455889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49"/>
                </a:lnTo>
                <a:lnTo>
                  <a:pt x="44196" y="400049"/>
                </a:lnTo>
                <a:lnTo>
                  <a:pt x="44196" y="455889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062869" y="2501645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6"/>
                </a:lnTo>
                <a:lnTo>
                  <a:pt x="31242" y="453344"/>
                </a:lnTo>
                <a:lnTo>
                  <a:pt x="31242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196" y="391881"/>
                </a:moveTo>
                <a:lnTo>
                  <a:pt x="44196" y="0"/>
                </a:lnTo>
                <a:lnTo>
                  <a:pt x="31242" y="0"/>
                </a:lnTo>
                <a:lnTo>
                  <a:pt x="31242" y="390860"/>
                </a:lnTo>
                <a:lnTo>
                  <a:pt x="38100" y="400050"/>
                </a:lnTo>
                <a:lnTo>
                  <a:pt x="44196" y="391881"/>
                </a:lnTo>
                <a:close/>
              </a:path>
              <a:path w="76200" h="476250">
                <a:moveTo>
                  <a:pt x="44196" y="455889"/>
                </a:moveTo>
                <a:lnTo>
                  <a:pt x="44196" y="400050"/>
                </a:lnTo>
                <a:lnTo>
                  <a:pt x="31242" y="400050"/>
                </a:lnTo>
                <a:lnTo>
                  <a:pt x="31242" y="453344"/>
                </a:lnTo>
                <a:lnTo>
                  <a:pt x="38100" y="476250"/>
                </a:lnTo>
                <a:lnTo>
                  <a:pt x="44196" y="455889"/>
                </a:lnTo>
                <a:close/>
              </a:path>
              <a:path w="76200" h="476250">
                <a:moveTo>
                  <a:pt x="76200" y="348996"/>
                </a:moveTo>
                <a:lnTo>
                  <a:pt x="38100" y="400050"/>
                </a:lnTo>
                <a:lnTo>
                  <a:pt x="44196" y="400050"/>
                </a:lnTo>
                <a:lnTo>
                  <a:pt x="44196" y="455889"/>
                </a:lnTo>
                <a:lnTo>
                  <a:pt x="76200" y="348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78743" y="2501645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6"/>
                </a:lnTo>
                <a:lnTo>
                  <a:pt x="31242" y="453344"/>
                </a:lnTo>
                <a:lnTo>
                  <a:pt x="31242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196" y="391881"/>
                </a:moveTo>
                <a:lnTo>
                  <a:pt x="44196" y="0"/>
                </a:lnTo>
                <a:lnTo>
                  <a:pt x="31242" y="0"/>
                </a:lnTo>
                <a:lnTo>
                  <a:pt x="31242" y="390860"/>
                </a:lnTo>
                <a:lnTo>
                  <a:pt x="38100" y="400050"/>
                </a:lnTo>
                <a:lnTo>
                  <a:pt x="44196" y="391881"/>
                </a:lnTo>
                <a:close/>
              </a:path>
              <a:path w="76200" h="476250">
                <a:moveTo>
                  <a:pt x="44196" y="455889"/>
                </a:moveTo>
                <a:lnTo>
                  <a:pt x="44196" y="400050"/>
                </a:lnTo>
                <a:lnTo>
                  <a:pt x="31242" y="400050"/>
                </a:lnTo>
                <a:lnTo>
                  <a:pt x="31242" y="453344"/>
                </a:lnTo>
                <a:lnTo>
                  <a:pt x="38100" y="476250"/>
                </a:lnTo>
                <a:lnTo>
                  <a:pt x="44196" y="455889"/>
                </a:lnTo>
                <a:close/>
              </a:path>
              <a:path w="76200" h="476250">
                <a:moveTo>
                  <a:pt x="76200" y="348996"/>
                </a:moveTo>
                <a:lnTo>
                  <a:pt x="38100" y="400050"/>
                </a:lnTo>
                <a:lnTo>
                  <a:pt x="44196" y="400050"/>
                </a:lnTo>
                <a:lnTo>
                  <a:pt x="44196" y="455889"/>
                </a:lnTo>
                <a:lnTo>
                  <a:pt x="76200" y="348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08333" y="2500122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49"/>
                </a:moveTo>
                <a:lnTo>
                  <a:pt x="0" y="348995"/>
                </a:lnTo>
                <a:lnTo>
                  <a:pt x="32004" y="455889"/>
                </a:lnTo>
                <a:lnTo>
                  <a:pt x="32004" y="400049"/>
                </a:lnTo>
                <a:lnTo>
                  <a:pt x="38100" y="400049"/>
                </a:lnTo>
                <a:close/>
              </a:path>
              <a:path w="76200" h="476250">
                <a:moveTo>
                  <a:pt x="44958" y="390860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91881"/>
                </a:lnTo>
                <a:lnTo>
                  <a:pt x="38100" y="400049"/>
                </a:lnTo>
                <a:lnTo>
                  <a:pt x="44958" y="390860"/>
                </a:lnTo>
                <a:close/>
              </a:path>
              <a:path w="76200" h="476250">
                <a:moveTo>
                  <a:pt x="44958" y="453344"/>
                </a:moveTo>
                <a:lnTo>
                  <a:pt x="44958" y="400049"/>
                </a:lnTo>
                <a:lnTo>
                  <a:pt x="32004" y="400049"/>
                </a:lnTo>
                <a:lnTo>
                  <a:pt x="32004" y="455889"/>
                </a:lnTo>
                <a:lnTo>
                  <a:pt x="38100" y="476249"/>
                </a:lnTo>
                <a:lnTo>
                  <a:pt x="44958" y="453344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49"/>
                </a:lnTo>
                <a:lnTo>
                  <a:pt x="44958" y="400049"/>
                </a:lnTo>
                <a:lnTo>
                  <a:pt x="44958" y="453344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10491" y="2500122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49"/>
                </a:moveTo>
                <a:lnTo>
                  <a:pt x="0" y="348995"/>
                </a:lnTo>
                <a:lnTo>
                  <a:pt x="31241" y="453344"/>
                </a:lnTo>
                <a:lnTo>
                  <a:pt x="31241" y="400049"/>
                </a:lnTo>
                <a:lnTo>
                  <a:pt x="38100" y="400049"/>
                </a:lnTo>
                <a:close/>
              </a:path>
              <a:path w="76200" h="476250">
                <a:moveTo>
                  <a:pt x="44195" y="391881"/>
                </a:moveTo>
                <a:lnTo>
                  <a:pt x="44195" y="0"/>
                </a:lnTo>
                <a:lnTo>
                  <a:pt x="31241" y="0"/>
                </a:lnTo>
                <a:lnTo>
                  <a:pt x="31241" y="390860"/>
                </a:lnTo>
                <a:lnTo>
                  <a:pt x="38100" y="400049"/>
                </a:lnTo>
                <a:lnTo>
                  <a:pt x="44195" y="391881"/>
                </a:lnTo>
                <a:close/>
              </a:path>
              <a:path w="76200" h="476250">
                <a:moveTo>
                  <a:pt x="44195" y="455889"/>
                </a:moveTo>
                <a:lnTo>
                  <a:pt x="44195" y="400049"/>
                </a:lnTo>
                <a:lnTo>
                  <a:pt x="31241" y="400049"/>
                </a:lnTo>
                <a:lnTo>
                  <a:pt x="31241" y="453344"/>
                </a:lnTo>
                <a:lnTo>
                  <a:pt x="38100" y="476249"/>
                </a:lnTo>
                <a:lnTo>
                  <a:pt x="44195" y="455889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49"/>
                </a:lnTo>
                <a:lnTo>
                  <a:pt x="44195" y="400049"/>
                </a:lnTo>
                <a:lnTo>
                  <a:pt x="44195" y="455889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26365" y="2500122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49"/>
                </a:moveTo>
                <a:lnTo>
                  <a:pt x="0" y="348995"/>
                </a:lnTo>
                <a:lnTo>
                  <a:pt x="32003" y="455888"/>
                </a:lnTo>
                <a:lnTo>
                  <a:pt x="32003" y="400049"/>
                </a:lnTo>
                <a:lnTo>
                  <a:pt x="38100" y="400049"/>
                </a:lnTo>
                <a:close/>
              </a:path>
              <a:path w="76200" h="476250">
                <a:moveTo>
                  <a:pt x="44195" y="391881"/>
                </a:moveTo>
                <a:lnTo>
                  <a:pt x="44195" y="0"/>
                </a:lnTo>
                <a:lnTo>
                  <a:pt x="32003" y="0"/>
                </a:lnTo>
                <a:lnTo>
                  <a:pt x="32003" y="391881"/>
                </a:lnTo>
                <a:lnTo>
                  <a:pt x="38100" y="400049"/>
                </a:lnTo>
                <a:lnTo>
                  <a:pt x="44195" y="391881"/>
                </a:lnTo>
                <a:close/>
              </a:path>
              <a:path w="76200" h="476250">
                <a:moveTo>
                  <a:pt x="44195" y="455889"/>
                </a:moveTo>
                <a:lnTo>
                  <a:pt x="44195" y="400049"/>
                </a:lnTo>
                <a:lnTo>
                  <a:pt x="32003" y="400049"/>
                </a:lnTo>
                <a:lnTo>
                  <a:pt x="32003" y="455888"/>
                </a:lnTo>
                <a:lnTo>
                  <a:pt x="38100" y="476249"/>
                </a:lnTo>
                <a:lnTo>
                  <a:pt x="44195" y="455889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49"/>
                </a:lnTo>
                <a:lnTo>
                  <a:pt x="44195" y="400049"/>
                </a:lnTo>
                <a:lnTo>
                  <a:pt x="44195" y="455889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56717" y="2487167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9757"/>
                </a:lnTo>
                <a:lnTo>
                  <a:pt x="31229" y="453439"/>
                </a:lnTo>
                <a:lnTo>
                  <a:pt x="31229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183" y="392020"/>
                </a:moveTo>
                <a:lnTo>
                  <a:pt x="44183" y="0"/>
                </a:lnTo>
                <a:lnTo>
                  <a:pt x="31229" y="0"/>
                </a:lnTo>
                <a:lnTo>
                  <a:pt x="31229" y="390980"/>
                </a:lnTo>
                <a:lnTo>
                  <a:pt x="38100" y="400050"/>
                </a:lnTo>
                <a:lnTo>
                  <a:pt x="44183" y="392020"/>
                </a:lnTo>
                <a:close/>
              </a:path>
              <a:path w="76200" h="476250">
                <a:moveTo>
                  <a:pt x="44183" y="456053"/>
                </a:moveTo>
                <a:lnTo>
                  <a:pt x="44183" y="400050"/>
                </a:lnTo>
                <a:lnTo>
                  <a:pt x="31229" y="400050"/>
                </a:lnTo>
                <a:lnTo>
                  <a:pt x="31229" y="453439"/>
                </a:lnTo>
                <a:lnTo>
                  <a:pt x="38100" y="476250"/>
                </a:lnTo>
                <a:lnTo>
                  <a:pt x="44183" y="456053"/>
                </a:lnTo>
                <a:close/>
              </a:path>
              <a:path w="76200" h="476250">
                <a:moveTo>
                  <a:pt x="76200" y="349757"/>
                </a:moveTo>
                <a:lnTo>
                  <a:pt x="38100" y="400050"/>
                </a:lnTo>
                <a:lnTo>
                  <a:pt x="44183" y="400050"/>
                </a:lnTo>
                <a:lnTo>
                  <a:pt x="44183" y="456053"/>
                </a:lnTo>
                <a:lnTo>
                  <a:pt x="76200" y="3497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172591" y="2488692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9757"/>
                </a:lnTo>
                <a:lnTo>
                  <a:pt x="31229" y="453439"/>
                </a:lnTo>
                <a:lnTo>
                  <a:pt x="31229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183" y="392020"/>
                </a:moveTo>
                <a:lnTo>
                  <a:pt x="44183" y="0"/>
                </a:lnTo>
                <a:lnTo>
                  <a:pt x="31229" y="0"/>
                </a:lnTo>
                <a:lnTo>
                  <a:pt x="31229" y="390980"/>
                </a:lnTo>
                <a:lnTo>
                  <a:pt x="38100" y="400050"/>
                </a:lnTo>
                <a:lnTo>
                  <a:pt x="44183" y="392020"/>
                </a:lnTo>
                <a:close/>
              </a:path>
              <a:path w="76200" h="476250">
                <a:moveTo>
                  <a:pt x="44183" y="456053"/>
                </a:moveTo>
                <a:lnTo>
                  <a:pt x="44183" y="400050"/>
                </a:lnTo>
                <a:lnTo>
                  <a:pt x="31229" y="400050"/>
                </a:lnTo>
                <a:lnTo>
                  <a:pt x="31229" y="453439"/>
                </a:lnTo>
                <a:lnTo>
                  <a:pt x="38100" y="476250"/>
                </a:lnTo>
                <a:lnTo>
                  <a:pt x="44183" y="456053"/>
                </a:lnTo>
                <a:close/>
              </a:path>
              <a:path w="76200" h="476250">
                <a:moveTo>
                  <a:pt x="76200" y="349757"/>
                </a:moveTo>
                <a:lnTo>
                  <a:pt x="38100" y="400050"/>
                </a:lnTo>
                <a:lnTo>
                  <a:pt x="44183" y="400050"/>
                </a:lnTo>
                <a:lnTo>
                  <a:pt x="44183" y="456053"/>
                </a:lnTo>
                <a:lnTo>
                  <a:pt x="76200" y="3497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18170" y="2485644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5"/>
                </a:lnTo>
                <a:lnTo>
                  <a:pt x="32016" y="455931"/>
                </a:lnTo>
                <a:lnTo>
                  <a:pt x="32016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70" y="390843"/>
                </a:moveTo>
                <a:lnTo>
                  <a:pt x="44970" y="0"/>
                </a:lnTo>
                <a:lnTo>
                  <a:pt x="32016" y="0"/>
                </a:lnTo>
                <a:lnTo>
                  <a:pt x="32016" y="391898"/>
                </a:lnTo>
                <a:lnTo>
                  <a:pt x="38100" y="400050"/>
                </a:lnTo>
                <a:lnTo>
                  <a:pt x="44970" y="390843"/>
                </a:lnTo>
                <a:close/>
              </a:path>
              <a:path w="76200" h="476250">
                <a:moveTo>
                  <a:pt x="44970" y="453301"/>
                </a:moveTo>
                <a:lnTo>
                  <a:pt x="44970" y="400050"/>
                </a:lnTo>
                <a:lnTo>
                  <a:pt x="32016" y="400050"/>
                </a:lnTo>
                <a:lnTo>
                  <a:pt x="32016" y="455931"/>
                </a:lnTo>
                <a:lnTo>
                  <a:pt x="38100" y="476250"/>
                </a:lnTo>
                <a:lnTo>
                  <a:pt x="44970" y="453301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50"/>
                </a:lnTo>
                <a:lnTo>
                  <a:pt x="44970" y="400050"/>
                </a:lnTo>
                <a:lnTo>
                  <a:pt x="44970" y="453301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218817" y="2487167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9757"/>
                </a:lnTo>
                <a:lnTo>
                  <a:pt x="31229" y="453439"/>
                </a:lnTo>
                <a:lnTo>
                  <a:pt x="31229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183" y="392020"/>
                </a:moveTo>
                <a:lnTo>
                  <a:pt x="44183" y="0"/>
                </a:lnTo>
                <a:lnTo>
                  <a:pt x="31229" y="0"/>
                </a:lnTo>
                <a:lnTo>
                  <a:pt x="31229" y="390980"/>
                </a:lnTo>
                <a:lnTo>
                  <a:pt x="38100" y="400050"/>
                </a:lnTo>
                <a:lnTo>
                  <a:pt x="44183" y="392020"/>
                </a:lnTo>
                <a:close/>
              </a:path>
              <a:path w="76200" h="476250">
                <a:moveTo>
                  <a:pt x="44183" y="456053"/>
                </a:moveTo>
                <a:lnTo>
                  <a:pt x="44183" y="400050"/>
                </a:lnTo>
                <a:lnTo>
                  <a:pt x="31229" y="400050"/>
                </a:lnTo>
                <a:lnTo>
                  <a:pt x="31229" y="453439"/>
                </a:lnTo>
                <a:lnTo>
                  <a:pt x="38100" y="476250"/>
                </a:lnTo>
                <a:lnTo>
                  <a:pt x="44183" y="456053"/>
                </a:lnTo>
                <a:close/>
              </a:path>
              <a:path w="76200" h="476250">
                <a:moveTo>
                  <a:pt x="76200" y="349757"/>
                </a:moveTo>
                <a:lnTo>
                  <a:pt x="38100" y="400050"/>
                </a:lnTo>
                <a:lnTo>
                  <a:pt x="44183" y="400050"/>
                </a:lnTo>
                <a:lnTo>
                  <a:pt x="44183" y="456053"/>
                </a:lnTo>
                <a:lnTo>
                  <a:pt x="76200" y="3497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20201" y="2500122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49"/>
                </a:moveTo>
                <a:lnTo>
                  <a:pt x="0" y="348995"/>
                </a:lnTo>
                <a:lnTo>
                  <a:pt x="32004" y="455891"/>
                </a:lnTo>
                <a:lnTo>
                  <a:pt x="32004" y="400049"/>
                </a:lnTo>
                <a:lnTo>
                  <a:pt x="38100" y="400049"/>
                </a:lnTo>
                <a:close/>
              </a:path>
              <a:path w="76200" h="476250">
                <a:moveTo>
                  <a:pt x="44196" y="391881"/>
                </a:moveTo>
                <a:lnTo>
                  <a:pt x="44196" y="0"/>
                </a:lnTo>
                <a:lnTo>
                  <a:pt x="32004" y="0"/>
                </a:lnTo>
                <a:lnTo>
                  <a:pt x="32004" y="391882"/>
                </a:lnTo>
                <a:lnTo>
                  <a:pt x="38100" y="400049"/>
                </a:lnTo>
                <a:lnTo>
                  <a:pt x="44196" y="391881"/>
                </a:lnTo>
                <a:close/>
              </a:path>
              <a:path w="76200" h="476250">
                <a:moveTo>
                  <a:pt x="44196" y="455889"/>
                </a:moveTo>
                <a:lnTo>
                  <a:pt x="44196" y="400049"/>
                </a:lnTo>
                <a:lnTo>
                  <a:pt x="32004" y="400049"/>
                </a:lnTo>
                <a:lnTo>
                  <a:pt x="32004" y="455891"/>
                </a:lnTo>
                <a:lnTo>
                  <a:pt x="38100" y="476249"/>
                </a:lnTo>
                <a:lnTo>
                  <a:pt x="44196" y="455889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49"/>
                </a:lnTo>
                <a:lnTo>
                  <a:pt x="44196" y="400049"/>
                </a:lnTo>
                <a:lnTo>
                  <a:pt x="44196" y="455889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20072" y="2488692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9758"/>
                </a:lnTo>
                <a:lnTo>
                  <a:pt x="32016" y="456053"/>
                </a:lnTo>
                <a:lnTo>
                  <a:pt x="32016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70" y="390980"/>
                </a:moveTo>
                <a:lnTo>
                  <a:pt x="44970" y="0"/>
                </a:lnTo>
                <a:lnTo>
                  <a:pt x="32016" y="0"/>
                </a:lnTo>
                <a:lnTo>
                  <a:pt x="32016" y="392020"/>
                </a:lnTo>
                <a:lnTo>
                  <a:pt x="38100" y="400050"/>
                </a:lnTo>
                <a:lnTo>
                  <a:pt x="44970" y="390980"/>
                </a:lnTo>
                <a:close/>
              </a:path>
              <a:path w="76200" h="476250">
                <a:moveTo>
                  <a:pt x="44970" y="453439"/>
                </a:moveTo>
                <a:lnTo>
                  <a:pt x="44970" y="400050"/>
                </a:lnTo>
                <a:lnTo>
                  <a:pt x="32016" y="400050"/>
                </a:lnTo>
                <a:lnTo>
                  <a:pt x="32016" y="456053"/>
                </a:lnTo>
                <a:lnTo>
                  <a:pt x="38100" y="476250"/>
                </a:lnTo>
                <a:lnTo>
                  <a:pt x="44970" y="453439"/>
                </a:lnTo>
                <a:close/>
              </a:path>
              <a:path w="76200" h="476250">
                <a:moveTo>
                  <a:pt x="76200" y="349758"/>
                </a:moveTo>
                <a:lnTo>
                  <a:pt x="38100" y="400050"/>
                </a:lnTo>
                <a:lnTo>
                  <a:pt x="44970" y="400050"/>
                </a:lnTo>
                <a:lnTo>
                  <a:pt x="44970" y="453439"/>
                </a:lnTo>
                <a:lnTo>
                  <a:pt x="76200" y="349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384689" y="3998976"/>
            <a:ext cx="400050" cy="749300"/>
          </a:xfrm>
          <a:custGeom>
            <a:avLst/>
            <a:gdLst/>
            <a:ahLst/>
            <a:cxnLst/>
            <a:rect l="l" t="t" r="r" b="b"/>
            <a:pathLst>
              <a:path w="400050" h="749300">
                <a:moveTo>
                  <a:pt x="0" y="0"/>
                </a:moveTo>
                <a:lnTo>
                  <a:pt x="0" y="749046"/>
                </a:lnTo>
                <a:lnTo>
                  <a:pt x="400050" y="749046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93833" y="4386071"/>
            <a:ext cx="397510" cy="0"/>
          </a:xfrm>
          <a:custGeom>
            <a:avLst/>
            <a:gdLst/>
            <a:ahLst/>
            <a:cxnLst/>
            <a:rect l="l" t="t" r="r" b="b"/>
            <a:pathLst>
              <a:path w="397510">
                <a:moveTo>
                  <a:pt x="0" y="0"/>
                </a:moveTo>
                <a:lnTo>
                  <a:pt x="39700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974983" y="4000500"/>
            <a:ext cx="400050" cy="749300"/>
          </a:xfrm>
          <a:custGeom>
            <a:avLst/>
            <a:gdLst/>
            <a:ahLst/>
            <a:cxnLst/>
            <a:rect l="l" t="t" r="r" b="b"/>
            <a:pathLst>
              <a:path w="400050" h="749300">
                <a:moveTo>
                  <a:pt x="0" y="0"/>
                </a:moveTo>
                <a:lnTo>
                  <a:pt x="0" y="749046"/>
                </a:lnTo>
                <a:lnTo>
                  <a:pt x="400050" y="749046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984889" y="4387596"/>
            <a:ext cx="397510" cy="0"/>
          </a:xfrm>
          <a:custGeom>
            <a:avLst/>
            <a:gdLst/>
            <a:ahLst/>
            <a:cxnLst/>
            <a:rect l="l" t="t" r="r" b="b"/>
            <a:pathLst>
              <a:path w="397510">
                <a:moveTo>
                  <a:pt x="0" y="0"/>
                </a:moveTo>
                <a:lnTo>
                  <a:pt x="39700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491619" y="4000500"/>
            <a:ext cx="400050" cy="749300"/>
          </a:xfrm>
          <a:custGeom>
            <a:avLst/>
            <a:gdLst/>
            <a:ahLst/>
            <a:cxnLst/>
            <a:rect l="l" t="t" r="r" b="b"/>
            <a:pathLst>
              <a:path w="400050" h="749300">
                <a:moveTo>
                  <a:pt x="0" y="0"/>
                </a:moveTo>
                <a:lnTo>
                  <a:pt x="0" y="749046"/>
                </a:lnTo>
                <a:lnTo>
                  <a:pt x="400050" y="749046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00763" y="4387596"/>
            <a:ext cx="397510" cy="0"/>
          </a:xfrm>
          <a:custGeom>
            <a:avLst/>
            <a:gdLst/>
            <a:ahLst/>
            <a:cxnLst/>
            <a:rect l="l" t="t" r="r" b="b"/>
            <a:pathLst>
              <a:path w="397510">
                <a:moveTo>
                  <a:pt x="0" y="0"/>
                </a:moveTo>
                <a:lnTo>
                  <a:pt x="39700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523367" y="4107941"/>
            <a:ext cx="400050" cy="749935"/>
          </a:xfrm>
          <a:custGeom>
            <a:avLst/>
            <a:gdLst/>
            <a:ahLst/>
            <a:cxnLst/>
            <a:rect l="l" t="t" r="r" b="b"/>
            <a:pathLst>
              <a:path w="400050" h="749935">
                <a:moveTo>
                  <a:pt x="0" y="0"/>
                </a:moveTo>
                <a:lnTo>
                  <a:pt x="0" y="749808"/>
                </a:lnTo>
                <a:lnTo>
                  <a:pt x="400050" y="749808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532498" y="4495800"/>
            <a:ext cx="397510" cy="0"/>
          </a:xfrm>
          <a:custGeom>
            <a:avLst/>
            <a:gdLst/>
            <a:ahLst/>
            <a:cxnLst/>
            <a:rect l="l" t="t" r="r" b="b"/>
            <a:pathLst>
              <a:path w="397509">
                <a:moveTo>
                  <a:pt x="0" y="0"/>
                </a:moveTo>
                <a:lnTo>
                  <a:pt x="39700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571117" y="4107941"/>
            <a:ext cx="400050" cy="749935"/>
          </a:xfrm>
          <a:custGeom>
            <a:avLst/>
            <a:gdLst/>
            <a:ahLst/>
            <a:cxnLst/>
            <a:rect l="l" t="t" r="r" b="b"/>
            <a:pathLst>
              <a:path w="400050" h="749935">
                <a:moveTo>
                  <a:pt x="0" y="0"/>
                </a:moveTo>
                <a:lnTo>
                  <a:pt x="0" y="749808"/>
                </a:lnTo>
                <a:lnTo>
                  <a:pt x="400050" y="749808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580248" y="4495800"/>
            <a:ext cx="397510" cy="0"/>
          </a:xfrm>
          <a:custGeom>
            <a:avLst/>
            <a:gdLst/>
            <a:ahLst/>
            <a:cxnLst/>
            <a:rect l="l" t="t" r="r" b="b"/>
            <a:pathLst>
              <a:path w="397509">
                <a:moveTo>
                  <a:pt x="0" y="0"/>
                </a:moveTo>
                <a:lnTo>
                  <a:pt x="39700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9086722" y="4000500"/>
            <a:ext cx="400050" cy="749300"/>
          </a:xfrm>
          <a:custGeom>
            <a:avLst/>
            <a:gdLst/>
            <a:ahLst/>
            <a:cxnLst/>
            <a:rect l="l" t="t" r="r" b="b"/>
            <a:pathLst>
              <a:path w="400050" h="749300">
                <a:moveTo>
                  <a:pt x="0" y="0"/>
                </a:moveTo>
                <a:lnTo>
                  <a:pt x="0" y="749046"/>
                </a:lnTo>
                <a:lnTo>
                  <a:pt x="400050" y="749046"/>
                </a:lnTo>
                <a:lnTo>
                  <a:pt x="4000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096641" y="4387596"/>
            <a:ext cx="397510" cy="0"/>
          </a:xfrm>
          <a:custGeom>
            <a:avLst/>
            <a:gdLst/>
            <a:ahLst/>
            <a:cxnLst/>
            <a:rect l="l" t="t" r="r" b="b"/>
            <a:pathLst>
              <a:path w="397509">
                <a:moveTo>
                  <a:pt x="0" y="0"/>
                </a:moveTo>
                <a:lnTo>
                  <a:pt x="39700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46233" y="3515867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9758"/>
                </a:lnTo>
                <a:lnTo>
                  <a:pt x="32004" y="456011"/>
                </a:lnTo>
                <a:lnTo>
                  <a:pt x="32004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58" y="390997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92003"/>
                </a:lnTo>
                <a:lnTo>
                  <a:pt x="38100" y="400050"/>
                </a:lnTo>
                <a:lnTo>
                  <a:pt x="44958" y="390997"/>
                </a:lnTo>
                <a:close/>
              </a:path>
              <a:path w="76200" h="476250">
                <a:moveTo>
                  <a:pt x="44958" y="453481"/>
                </a:moveTo>
                <a:lnTo>
                  <a:pt x="44958" y="400050"/>
                </a:lnTo>
                <a:lnTo>
                  <a:pt x="32004" y="400050"/>
                </a:lnTo>
                <a:lnTo>
                  <a:pt x="32004" y="456011"/>
                </a:lnTo>
                <a:lnTo>
                  <a:pt x="38100" y="476250"/>
                </a:lnTo>
                <a:lnTo>
                  <a:pt x="44958" y="453481"/>
                </a:lnTo>
                <a:close/>
              </a:path>
              <a:path w="76200" h="476250">
                <a:moveTo>
                  <a:pt x="76200" y="349758"/>
                </a:moveTo>
                <a:lnTo>
                  <a:pt x="38100" y="400050"/>
                </a:lnTo>
                <a:lnTo>
                  <a:pt x="44958" y="400050"/>
                </a:lnTo>
                <a:lnTo>
                  <a:pt x="44958" y="453481"/>
                </a:lnTo>
                <a:lnTo>
                  <a:pt x="76200" y="3497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38813" y="3530346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5"/>
                </a:lnTo>
                <a:lnTo>
                  <a:pt x="32003" y="455888"/>
                </a:lnTo>
                <a:lnTo>
                  <a:pt x="32003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196" y="391881"/>
                </a:moveTo>
                <a:lnTo>
                  <a:pt x="44196" y="0"/>
                </a:lnTo>
                <a:lnTo>
                  <a:pt x="32003" y="0"/>
                </a:lnTo>
                <a:lnTo>
                  <a:pt x="32003" y="391881"/>
                </a:lnTo>
                <a:lnTo>
                  <a:pt x="38100" y="400050"/>
                </a:lnTo>
                <a:lnTo>
                  <a:pt x="44196" y="391881"/>
                </a:lnTo>
                <a:close/>
              </a:path>
              <a:path w="76200" h="476250">
                <a:moveTo>
                  <a:pt x="44196" y="455889"/>
                </a:moveTo>
                <a:lnTo>
                  <a:pt x="44196" y="400050"/>
                </a:lnTo>
                <a:lnTo>
                  <a:pt x="32003" y="400050"/>
                </a:lnTo>
                <a:lnTo>
                  <a:pt x="32003" y="455888"/>
                </a:lnTo>
                <a:lnTo>
                  <a:pt x="38100" y="476250"/>
                </a:lnTo>
                <a:lnTo>
                  <a:pt x="44196" y="455889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50"/>
                </a:lnTo>
                <a:lnTo>
                  <a:pt x="44196" y="400050"/>
                </a:lnTo>
                <a:lnTo>
                  <a:pt x="44196" y="455889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38685" y="3543300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6"/>
                </a:lnTo>
                <a:lnTo>
                  <a:pt x="32004" y="455889"/>
                </a:lnTo>
                <a:lnTo>
                  <a:pt x="32004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58" y="390860"/>
                </a:moveTo>
                <a:lnTo>
                  <a:pt x="44958" y="0"/>
                </a:lnTo>
                <a:lnTo>
                  <a:pt x="32004" y="0"/>
                </a:lnTo>
                <a:lnTo>
                  <a:pt x="32004" y="391881"/>
                </a:lnTo>
                <a:lnTo>
                  <a:pt x="38100" y="400050"/>
                </a:lnTo>
                <a:lnTo>
                  <a:pt x="44958" y="390860"/>
                </a:lnTo>
                <a:close/>
              </a:path>
              <a:path w="76200" h="476250">
                <a:moveTo>
                  <a:pt x="44958" y="453344"/>
                </a:moveTo>
                <a:lnTo>
                  <a:pt x="44958" y="400050"/>
                </a:lnTo>
                <a:lnTo>
                  <a:pt x="32004" y="400050"/>
                </a:lnTo>
                <a:lnTo>
                  <a:pt x="32004" y="455889"/>
                </a:lnTo>
                <a:lnTo>
                  <a:pt x="38100" y="476250"/>
                </a:lnTo>
                <a:lnTo>
                  <a:pt x="44958" y="453344"/>
                </a:lnTo>
                <a:close/>
              </a:path>
              <a:path w="76200" h="476250">
                <a:moveTo>
                  <a:pt x="76200" y="348996"/>
                </a:moveTo>
                <a:lnTo>
                  <a:pt x="38100" y="400050"/>
                </a:lnTo>
                <a:lnTo>
                  <a:pt x="44958" y="400050"/>
                </a:lnTo>
                <a:lnTo>
                  <a:pt x="44958" y="453344"/>
                </a:lnTo>
                <a:lnTo>
                  <a:pt x="76200" y="348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686422" y="3543300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6"/>
                </a:lnTo>
                <a:lnTo>
                  <a:pt x="32016" y="455931"/>
                </a:lnTo>
                <a:lnTo>
                  <a:pt x="32016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70" y="390843"/>
                </a:moveTo>
                <a:lnTo>
                  <a:pt x="44970" y="0"/>
                </a:lnTo>
                <a:lnTo>
                  <a:pt x="32016" y="0"/>
                </a:lnTo>
                <a:lnTo>
                  <a:pt x="32016" y="391898"/>
                </a:lnTo>
                <a:lnTo>
                  <a:pt x="38100" y="400050"/>
                </a:lnTo>
                <a:lnTo>
                  <a:pt x="44970" y="390843"/>
                </a:lnTo>
                <a:close/>
              </a:path>
              <a:path w="76200" h="476250">
                <a:moveTo>
                  <a:pt x="44970" y="453301"/>
                </a:moveTo>
                <a:lnTo>
                  <a:pt x="44970" y="400050"/>
                </a:lnTo>
                <a:lnTo>
                  <a:pt x="32016" y="400050"/>
                </a:lnTo>
                <a:lnTo>
                  <a:pt x="32016" y="455931"/>
                </a:lnTo>
                <a:lnTo>
                  <a:pt x="38100" y="476250"/>
                </a:lnTo>
                <a:lnTo>
                  <a:pt x="44970" y="453301"/>
                </a:lnTo>
                <a:close/>
              </a:path>
              <a:path w="76200" h="476250">
                <a:moveTo>
                  <a:pt x="76200" y="348996"/>
                </a:moveTo>
                <a:lnTo>
                  <a:pt x="38100" y="400050"/>
                </a:lnTo>
                <a:lnTo>
                  <a:pt x="44970" y="400050"/>
                </a:lnTo>
                <a:lnTo>
                  <a:pt x="44970" y="453301"/>
                </a:lnTo>
                <a:lnTo>
                  <a:pt x="76200" y="348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718170" y="3544823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6"/>
                </a:lnTo>
                <a:lnTo>
                  <a:pt x="32016" y="455931"/>
                </a:lnTo>
                <a:lnTo>
                  <a:pt x="32016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70" y="390843"/>
                </a:moveTo>
                <a:lnTo>
                  <a:pt x="44970" y="0"/>
                </a:lnTo>
                <a:lnTo>
                  <a:pt x="32016" y="0"/>
                </a:lnTo>
                <a:lnTo>
                  <a:pt x="32016" y="391898"/>
                </a:lnTo>
                <a:lnTo>
                  <a:pt x="38100" y="400050"/>
                </a:lnTo>
                <a:lnTo>
                  <a:pt x="44970" y="390843"/>
                </a:lnTo>
                <a:close/>
              </a:path>
              <a:path w="76200" h="476250">
                <a:moveTo>
                  <a:pt x="44970" y="453301"/>
                </a:moveTo>
                <a:lnTo>
                  <a:pt x="44970" y="400050"/>
                </a:lnTo>
                <a:lnTo>
                  <a:pt x="32016" y="400050"/>
                </a:lnTo>
                <a:lnTo>
                  <a:pt x="32016" y="455931"/>
                </a:lnTo>
                <a:lnTo>
                  <a:pt x="38100" y="476250"/>
                </a:lnTo>
                <a:lnTo>
                  <a:pt x="44970" y="453301"/>
                </a:lnTo>
                <a:close/>
              </a:path>
              <a:path w="76200" h="476250">
                <a:moveTo>
                  <a:pt x="76200" y="348996"/>
                </a:moveTo>
                <a:lnTo>
                  <a:pt x="38100" y="400050"/>
                </a:lnTo>
                <a:lnTo>
                  <a:pt x="44970" y="400050"/>
                </a:lnTo>
                <a:lnTo>
                  <a:pt x="44970" y="453301"/>
                </a:lnTo>
                <a:lnTo>
                  <a:pt x="76200" y="3489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9221596" y="3530346"/>
            <a:ext cx="76200" cy="476250"/>
          </a:xfrm>
          <a:custGeom>
            <a:avLst/>
            <a:gdLst/>
            <a:ahLst/>
            <a:cxnLst/>
            <a:rect l="l" t="t" r="r" b="b"/>
            <a:pathLst>
              <a:path w="76200" h="476250">
                <a:moveTo>
                  <a:pt x="38100" y="400050"/>
                </a:moveTo>
                <a:lnTo>
                  <a:pt x="0" y="348995"/>
                </a:lnTo>
                <a:lnTo>
                  <a:pt x="32016" y="455931"/>
                </a:lnTo>
                <a:lnTo>
                  <a:pt x="32016" y="400050"/>
                </a:lnTo>
                <a:lnTo>
                  <a:pt x="38100" y="400050"/>
                </a:lnTo>
                <a:close/>
              </a:path>
              <a:path w="76200" h="476250">
                <a:moveTo>
                  <a:pt x="44970" y="390843"/>
                </a:moveTo>
                <a:lnTo>
                  <a:pt x="44970" y="0"/>
                </a:lnTo>
                <a:lnTo>
                  <a:pt x="32016" y="0"/>
                </a:lnTo>
                <a:lnTo>
                  <a:pt x="32016" y="391898"/>
                </a:lnTo>
                <a:lnTo>
                  <a:pt x="38100" y="400050"/>
                </a:lnTo>
                <a:lnTo>
                  <a:pt x="44970" y="390843"/>
                </a:lnTo>
                <a:close/>
              </a:path>
              <a:path w="76200" h="476250">
                <a:moveTo>
                  <a:pt x="44970" y="453301"/>
                </a:moveTo>
                <a:lnTo>
                  <a:pt x="44970" y="400050"/>
                </a:lnTo>
                <a:lnTo>
                  <a:pt x="32016" y="400050"/>
                </a:lnTo>
                <a:lnTo>
                  <a:pt x="32016" y="455931"/>
                </a:lnTo>
                <a:lnTo>
                  <a:pt x="38100" y="476250"/>
                </a:lnTo>
                <a:lnTo>
                  <a:pt x="44970" y="453301"/>
                </a:lnTo>
                <a:close/>
              </a:path>
              <a:path w="76200" h="476250">
                <a:moveTo>
                  <a:pt x="76200" y="348995"/>
                </a:moveTo>
                <a:lnTo>
                  <a:pt x="38100" y="400050"/>
                </a:lnTo>
                <a:lnTo>
                  <a:pt x="44970" y="400050"/>
                </a:lnTo>
                <a:lnTo>
                  <a:pt x="44970" y="453301"/>
                </a:lnTo>
                <a:lnTo>
                  <a:pt x="76200" y="3489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492372" y="4406645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86477" y="4409694"/>
            <a:ext cx="7143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1495" algn="l"/>
              </a:tabLst>
            </a:pPr>
            <a:r>
              <a:rPr sz="2400" spc="-5" dirty="0">
                <a:latin typeface="Arial"/>
                <a:cs typeface="Arial"/>
              </a:rPr>
              <a:t>0	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50101" y="4484370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668132" y="4484370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201277" y="4408170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94052" y="2161032"/>
            <a:ext cx="869315" cy="3296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0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0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3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0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6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15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6500FF"/>
                </a:solidFill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8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0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7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0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6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0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8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3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0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2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15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15" dirty="0">
                <a:solidFill>
                  <a:srgbClr val="6500FF"/>
                </a:solidFill>
                <a:latin typeface="Arial"/>
                <a:cs typeface="Arial"/>
              </a:rPr>
              <a:t>11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11 </a:t>
            </a:r>
            <a:r>
              <a:rPr sz="2400" spc="-5" dirty="0">
                <a:solidFill>
                  <a:srgbClr val="6500FF"/>
                </a:solidFill>
                <a:latin typeface="Symbol"/>
                <a:cs typeface="Symbol"/>
              </a:rPr>
              <a:t></a:t>
            </a:r>
            <a:r>
              <a:rPr sz="2400" spc="-25" dirty="0">
                <a:solidFill>
                  <a:srgbClr val="6500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88001" y="4001261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581777" y="40187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54851" y="4112514"/>
            <a:ext cx="36512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681848" y="4110990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9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180703" y="4006595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16757" y="3993641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64" name="object 64"/>
          <p:cNvGraphicFramePr>
            <a:graphicFrameLocks noGrp="1"/>
          </p:cNvGraphicFramePr>
          <p:nvPr/>
        </p:nvGraphicFramePr>
        <p:xfrm>
          <a:off x="3378339" y="2998470"/>
          <a:ext cx="6089900" cy="7528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050"/>
                <a:gridCol w="127253"/>
                <a:gridCol w="400050"/>
                <a:gridCol w="133350"/>
                <a:gridCol w="400050"/>
                <a:gridCol w="115824"/>
                <a:gridCol w="400050"/>
                <a:gridCol w="114300"/>
                <a:gridCol w="400050"/>
                <a:gridCol w="115824"/>
                <a:gridCol w="400050"/>
                <a:gridCol w="131825"/>
                <a:gridCol w="400050"/>
                <a:gridCol w="115824"/>
                <a:gridCol w="400050"/>
                <a:gridCol w="131825"/>
                <a:gridCol w="400050"/>
                <a:gridCol w="99809"/>
                <a:gridCol w="400050"/>
                <a:gridCol w="115824"/>
                <a:gridCol w="400050"/>
                <a:gridCol w="87642"/>
                <a:gridCol w="400050"/>
              </a:tblGrid>
              <a:tr h="387096">
                <a:tc>
                  <a:txBody>
                    <a:bodyPr/>
                    <a:lstStyle/>
                    <a:p>
                      <a:pPr marL="36195">
                        <a:lnSpc>
                          <a:spcPts val="2855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30"/>
                        </a:lnSpc>
                      </a:pPr>
                      <a:r>
                        <a:rPr sz="2400" spc="-5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855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ts val="2840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705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ts val="2840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2855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ts val="2715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15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2840"/>
                        </a:lnSpc>
                      </a:pPr>
                      <a:r>
                        <a:rPr sz="2400" dirty="0">
                          <a:solidFill>
                            <a:srgbClr val="65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ts val="261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ts val="262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261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1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262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2520"/>
                        </a:lnSpc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5" name="object 6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88447" y="413146"/>
            <a:ext cx="3331210" cy="843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0" marR="5080" indent="-749935">
              <a:lnSpc>
                <a:spcPct val="95700"/>
              </a:lnSpc>
              <a:tabLst>
                <a:tab pos="762000" algn="l"/>
              </a:tabLst>
            </a:pPr>
            <a:r>
              <a:rPr sz="3200" b="1" i="0" dirty="0">
                <a:solidFill>
                  <a:srgbClr val="FFFFFF"/>
                </a:solidFill>
                <a:latin typeface="Arial Narrow"/>
                <a:cs typeface="Arial Narrow"/>
              </a:rPr>
              <a:t>43	</a:t>
            </a:r>
            <a:r>
              <a:rPr sz="2400" b="1" i="0" u="heavy" spc="-5" dirty="0">
                <a:solidFill>
                  <a:srgbClr val="000000"/>
                </a:solidFill>
                <a:latin typeface="Courier New"/>
                <a:cs typeface="Courier New"/>
              </a:rPr>
              <a:t>Program</a:t>
            </a:r>
            <a:r>
              <a:rPr sz="2400" b="1" i="0" u="heavy" spc="-8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i="0" u="heavy" spc="-10" dirty="0">
                <a:solidFill>
                  <a:srgbClr val="000000"/>
                </a:solidFill>
                <a:latin typeface="Courier New"/>
                <a:cs typeface="Courier New"/>
              </a:rPr>
              <a:t>4.29: </a:t>
            </a:r>
            <a:r>
              <a:rPr sz="2400" b="1" i="0" spc="-1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i="0" spc="-5" dirty="0">
                <a:solidFill>
                  <a:srgbClr val="3365CC"/>
                </a:solidFill>
                <a:latin typeface="Courier New"/>
                <a:cs typeface="Courier New"/>
              </a:rPr>
              <a:t>enum </a:t>
            </a: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Boolean</a:t>
            </a:r>
            <a:r>
              <a:rPr sz="2400" b="1" i="0" spc="-10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5718" y="858773"/>
            <a:ext cx="25800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FALSE, TRUE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38248" y="1223771"/>
            <a:ext cx="27641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class</a:t>
            </a:r>
            <a:r>
              <a:rPr sz="2400" b="1" spc="-5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ListNode{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8248" y="1588770"/>
            <a:ext cx="20339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friend</a:t>
            </a:r>
            <a:r>
              <a:rPr sz="2400" b="1" spc="-90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8236" y="1588770"/>
            <a:ext cx="25806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equivalence();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8248" y="1953767"/>
            <a:ext cx="3106420" cy="1859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100455" indent="-3429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private</a:t>
            </a:r>
            <a:r>
              <a:rPr sz="2400" b="1" spc="-10" dirty="0">
                <a:latin typeface="Courier New"/>
                <a:cs typeface="Courier New"/>
              </a:rPr>
              <a:t>:  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int</a:t>
            </a:r>
            <a:r>
              <a:rPr sz="2400" b="1" spc="-90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data;</a:t>
            </a:r>
            <a:endParaRPr sz="2400">
              <a:latin typeface="Courier New"/>
              <a:cs typeface="Courier New"/>
            </a:endParaRPr>
          </a:p>
          <a:p>
            <a:pPr marL="355600" marR="5080">
              <a:lnSpc>
                <a:spcPts val="2870"/>
              </a:lnSpc>
              <a:spcBef>
                <a:spcPts val="95"/>
              </a:spcBef>
            </a:pPr>
            <a:r>
              <a:rPr sz="2400" b="1" spc="-5" dirty="0">
                <a:latin typeface="Courier New"/>
                <a:cs typeface="Courier New"/>
              </a:rPr>
              <a:t>ListNode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*link;  ListNode(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int</a:t>
            </a:r>
            <a:r>
              <a:rPr sz="2400" b="1" spc="-10" dirty="0">
                <a:latin typeface="Courier New"/>
                <a:cs typeface="Courier New"/>
              </a:rPr>
              <a:t>);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8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8248" y="4144517"/>
            <a:ext cx="29451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typedef</a:t>
            </a:r>
            <a:r>
              <a:rPr sz="2400" b="1" spc="-7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40716" y="4144517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*ListNodePrt;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76997" y="4510278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pointers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8248" y="4584161"/>
            <a:ext cx="4041140" cy="981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715" indent="-342900">
              <a:lnSpc>
                <a:spcPct val="79800"/>
              </a:lnSpc>
            </a:pPr>
            <a:r>
              <a:rPr sz="2400" b="1" spc="-5" dirty="0">
                <a:latin typeface="Courier New"/>
                <a:cs typeface="Courier New"/>
              </a:rPr>
              <a:t>/* so we can create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an  </a:t>
            </a:r>
            <a:r>
              <a:rPr sz="2400" b="1" spc="-5" dirty="0">
                <a:latin typeface="Courier New"/>
                <a:cs typeface="Courier New"/>
              </a:rPr>
              <a:t>using 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new</a:t>
            </a:r>
            <a:r>
              <a:rPr sz="2400" b="1" spc="-90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ListNode::ListNode(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int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34857" y="4289805"/>
            <a:ext cx="1485265" cy="1275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1270">
              <a:lnSpc>
                <a:spcPts val="5170"/>
              </a:lnSpc>
            </a:pPr>
            <a:r>
              <a:rPr sz="2400" b="1" spc="-5" dirty="0">
                <a:latin typeface="Courier New"/>
                <a:cs typeface="Courier New"/>
              </a:rPr>
              <a:t>array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of  d){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38248" y="5532120"/>
            <a:ext cx="2010410" cy="1129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data 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d;  </a:t>
            </a:r>
            <a:r>
              <a:rPr sz="2400" b="1" spc="-5" dirty="0">
                <a:latin typeface="Courier New"/>
                <a:cs typeface="Courier New"/>
              </a:rPr>
              <a:t>link 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44535" y="535685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7398" y="535685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equivalence()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4535" y="864870"/>
            <a:ext cx="22155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/* Input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16672" y="864870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equivalence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5959" y="864870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pairs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0709" y="864870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an output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44535" y="1193291"/>
            <a:ext cx="4382770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equivalence classes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*/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10295" y="1850135"/>
            <a:ext cx="34918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//”equiv.in” </a:t>
            </a:r>
            <a:r>
              <a:rPr sz="2400" b="1" spc="-10" dirty="0">
                <a:latin typeface="Courier New"/>
                <a:cs typeface="Courier New"/>
              </a:rPr>
              <a:t>is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the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59361" y="1850135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input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54233" y="1850135"/>
            <a:ext cx="7556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file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0295" y="2179320"/>
            <a:ext cx="49517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ifstream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inFile(“equiv.in”,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19079" y="2179320"/>
            <a:ext cx="1667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ios::in);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10295" y="2507741"/>
            <a:ext cx="23983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400" b="1" spc="-10" dirty="0">
                <a:latin typeface="Courier New"/>
                <a:cs typeface="Courier New"/>
              </a:rPr>
              <a:t>(!inFile)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34493" y="2836164"/>
            <a:ext cx="22148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“Cannot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open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05623" y="2836164"/>
            <a:ext cx="2762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input file ”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&lt;&lt;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87435" y="2877820"/>
            <a:ext cx="169037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86715">
              <a:lnSpc>
                <a:spcPts val="2590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cerr</a:t>
            </a:r>
            <a:r>
              <a:rPr sz="2400" b="1" spc="-9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&lt;&lt;  endl;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4531" y="3493770"/>
            <a:ext cx="130429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retur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n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10282" y="3822191"/>
            <a:ext cx="1120140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35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int</a:t>
            </a:r>
            <a:r>
              <a:rPr sz="2400" b="1" spc="-8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10282" y="4479035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inFile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287364" y="4150614"/>
            <a:ext cx="938530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j,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&gt;&gt;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82267" y="4479035"/>
            <a:ext cx="13023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read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41588" y="4479035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numver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66670" y="4479035"/>
            <a:ext cx="13023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objects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10282" y="4808220"/>
            <a:ext cx="23983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6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initialize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65177" y="4808220"/>
            <a:ext cx="13023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seq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24316" y="4808220"/>
            <a:ext cx="5734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out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10282" y="5136642"/>
            <a:ext cx="20320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ListNodePtr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99630" y="5136642"/>
            <a:ext cx="7550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*seq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1684" y="5136642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new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07391" y="5136642"/>
            <a:ext cx="2762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ListNodePtr[n];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10295" y="5465064"/>
            <a:ext cx="22148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Boolean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*out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82249" y="5465064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new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77395" y="5465064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Boolean[n];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010295" y="5793485"/>
            <a:ext cx="23983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for</a:t>
            </a:r>
            <a:r>
              <a:rPr sz="2400" b="1" spc="-10" dirty="0">
                <a:latin typeface="Courier New"/>
                <a:cs typeface="Courier New"/>
              </a:rPr>
              <a:t>( </a:t>
            </a:r>
            <a:r>
              <a:rPr sz="2400" b="1" spc="-5" dirty="0">
                <a:latin typeface="Courier New"/>
                <a:cs typeface="Courier New"/>
              </a:rPr>
              <a:t>i = 0;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65086" y="5793485"/>
            <a:ext cx="20332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&lt; n ;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i++){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74531" y="6122670"/>
            <a:ext cx="1120775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z="2400" b="1" spc="-10" dirty="0">
                <a:latin typeface="Courier New"/>
                <a:cs typeface="Courier New"/>
              </a:rPr>
              <a:t>seq[i]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35"/>
              </a:lnSpc>
            </a:pPr>
            <a:r>
              <a:rPr sz="2400" b="1" spc="-10" dirty="0">
                <a:latin typeface="Courier New"/>
                <a:cs typeface="Courier New"/>
              </a:rPr>
              <a:t>out[i]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52253" y="6122670"/>
            <a:ext cx="1485900" cy="727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735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FALSE;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10295" y="6779514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819782" y="1465326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//</a:t>
            </a:r>
            <a:r>
              <a:rPr sz="2400" b="1" i="0" spc="-8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i="0" spc="-10" dirty="0">
                <a:solidFill>
                  <a:srgbClr val="000000"/>
                </a:solidFill>
                <a:latin typeface="Courier New"/>
                <a:cs typeface="Courier New"/>
              </a:rPr>
              <a:t>Phase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1527" y="1465326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1: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input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03271" y="1465326"/>
            <a:ext cx="20326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equivalence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92314" y="1465326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pairs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6864" y="1830323"/>
            <a:ext cx="20332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&gt;&gt; i &gt;&gt; j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19782" y="1830323"/>
            <a:ext cx="1120775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inFile 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whil</a:t>
            </a:r>
            <a:r>
              <a:rPr sz="2400" b="1" spc="-15" dirty="0">
                <a:solidFill>
                  <a:srgbClr val="3365CC"/>
                </a:solidFill>
                <a:latin typeface="Courier New"/>
                <a:cs typeface="Courier New"/>
              </a:rPr>
              <a:t>e</a:t>
            </a:r>
            <a:r>
              <a:rPr sz="2400" b="1" spc="-5" dirty="0">
                <a:latin typeface="Courier New"/>
                <a:cs typeface="Courier New"/>
              </a:rPr>
              <a:t>(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6864" y="2195321"/>
            <a:ext cx="27622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inFile.good()){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24895" y="2195321"/>
            <a:ext cx="22148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check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96758" y="2195321"/>
            <a:ext cx="13030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of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file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84019" y="2560320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26586" y="2560320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*x =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5" dirty="0">
                <a:solidFill>
                  <a:srgbClr val="3365CC"/>
                </a:solidFill>
                <a:latin typeface="Courier New"/>
                <a:cs typeface="Courier New"/>
              </a:rPr>
              <a:t>new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9775" y="2560320"/>
            <a:ext cx="22148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ListNode(j);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3688" y="2925317"/>
            <a:ext cx="1667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seq[i];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4031" y="2925317"/>
            <a:ext cx="130302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x-&gt;link  seq[i]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84031" y="3656076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61448" y="3291078"/>
            <a:ext cx="422275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= x; // add j to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seq[i]</a:t>
            </a:r>
            <a:endParaRPr sz="2400">
              <a:latin typeface="Courier New"/>
              <a:cs typeface="Courier New"/>
            </a:endParaRPr>
          </a:p>
          <a:p>
            <a:pPr marL="377825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*y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39779" y="3656076"/>
            <a:ext cx="29444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new</a:t>
            </a:r>
            <a:r>
              <a:rPr sz="2400" b="1" spc="-3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ListNode(i);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43688" y="4021073"/>
            <a:ext cx="1667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seq[j];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84031" y="4021073"/>
            <a:ext cx="1303020" cy="1128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y-&gt;link  seq[j]  inFile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61448" y="4386071"/>
            <a:ext cx="4222750" cy="763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75"/>
              </a:lnSpc>
            </a:pPr>
            <a:r>
              <a:rPr sz="2400" b="1" spc="-5" dirty="0">
                <a:latin typeface="Courier New"/>
                <a:cs typeface="Courier New"/>
              </a:rPr>
              <a:t>= y; // add i to</a:t>
            </a:r>
            <a:r>
              <a:rPr sz="2400" b="1" spc="-8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seq[i]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875"/>
              </a:lnSpc>
            </a:pPr>
            <a:r>
              <a:rPr sz="2400" b="1" spc="-10" dirty="0">
                <a:latin typeface="Courier New"/>
                <a:cs typeface="Courier New"/>
              </a:rPr>
              <a:t>&gt;&gt; </a:t>
            </a:r>
            <a:r>
              <a:rPr sz="2400" b="1" spc="-5" dirty="0">
                <a:latin typeface="Courier New"/>
                <a:cs typeface="Courier New"/>
              </a:rPr>
              <a:t>i &gt;&gt;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j;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9795" y="5116067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8926" y="378459"/>
            <a:ext cx="6882765" cy="765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071245">
              <a:lnSpc>
                <a:spcPts val="1930"/>
              </a:lnSpc>
            </a:pPr>
            <a:r>
              <a:rPr sz="2000" b="1" spc="-5" dirty="0">
                <a:latin typeface="Courier New"/>
                <a:cs typeface="Courier New"/>
              </a:rPr>
              <a:t>// Phase 2: output equivalence classes 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for</a:t>
            </a:r>
            <a:r>
              <a:rPr sz="2000" b="1" spc="-5" dirty="0">
                <a:latin typeface="Courier New"/>
                <a:cs typeface="Courier New"/>
              </a:rPr>
              <a:t>( i = 0; i &lt; n;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1939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000" b="1" spc="-5" dirty="0">
                <a:latin typeface="Courier New"/>
                <a:cs typeface="Courier New"/>
              </a:rPr>
              <a:t>( out[i] == FALSE){ // needs to be</a:t>
            </a:r>
            <a:r>
              <a:rPr sz="2000" b="1" spc="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output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38526" y="1112291"/>
            <a:ext cx="5663565" cy="52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30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cout </a:t>
            </a:r>
            <a:r>
              <a:rPr sz="2000" b="1" spc="-5" dirty="0">
                <a:latin typeface="Courier New"/>
                <a:cs typeface="Courier New"/>
              </a:rPr>
              <a:t>&lt;&lt; endl &lt;&lt; “A new class: “ &lt;&lt; i;  out[i] =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TRUE;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1814" y="1542846"/>
            <a:ext cx="6387465" cy="253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94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ListNode *x = seq[i]; ListNode *top =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1925"/>
              </a:lnSpc>
            </a:pPr>
            <a:r>
              <a:rPr sz="2000" b="1" spc="-5" dirty="0">
                <a:latin typeface="Courier New"/>
                <a:cs typeface="Courier New"/>
              </a:rPr>
              <a:t>//init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stack</a:t>
            </a:r>
            <a:endParaRPr sz="2000">
              <a:latin typeface="Courier New"/>
              <a:cs typeface="Courier New"/>
            </a:endParaRPr>
          </a:p>
          <a:p>
            <a:pPr marL="584200" marR="1376045" indent="-304800">
              <a:lnSpc>
                <a:spcPts val="1930"/>
              </a:lnSpc>
              <a:spcBef>
                <a:spcPts val="219"/>
              </a:spcBef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while</a:t>
            </a:r>
            <a:r>
              <a:rPr sz="2000" b="1" spc="-5" dirty="0">
                <a:latin typeface="Courier New"/>
                <a:cs typeface="Courier New"/>
              </a:rPr>
              <a:t>(1){ // find rest of class 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while</a:t>
            </a:r>
            <a:r>
              <a:rPr sz="2000" b="1" spc="-5" dirty="0">
                <a:latin typeface="Courier New"/>
                <a:cs typeface="Courier New"/>
              </a:rPr>
              <a:t>(x){ // process the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list</a:t>
            </a:r>
            <a:endParaRPr sz="2000">
              <a:latin typeface="Courier New"/>
              <a:cs typeface="Courier New"/>
            </a:endParaRPr>
          </a:p>
          <a:p>
            <a:pPr marL="889000">
              <a:lnSpc>
                <a:spcPts val="1705"/>
              </a:lnSpc>
            </a:pPr>
            <a:r>
              <a:rPr sz="2000" b="1" spc="-5" dirty="0">
                <a:latin typeface="Courier New"/>
                <a:cs typeface="Courier New"/>
              </a:rPr>
              <a:t>j =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x-&gt;data;</a:t>
            </a:r>
            <a:endParaRPr sz="2000">
              <a:latin typeface="Courier New"/>
              <a:cs typeface="Courier New"/>
            </a:endParaRPr>
          </a:p>
          <a:p>
            <a:pPr marL="1193800" marR="2138045" indent="-304800">
              <a:lnSpc>
                <a:spcPct val="80100"/>
              </a:lnSpc>
              <a:spcBef>
                <a:spcPts val="240"/>
              </a:spcBef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000" b="1" spc="-5" dirty="0">
                <a:latin typeface="Courier New"/>
                <a:cs typeface="Courier New"/>
              </a:rPr>
              <a:t>( out[j] == FALSE ){ 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cout </a:t>
            </a:r>
            <a:r>
              <a:rPr sz="2000" b="1" spc="-5" dirty="0">
                <a:latin typeface="Courier New"/>
                <a:cs typeface="Courier New"/>
              </a:rPr>
              <a:t>&lt;&lt; “,” &lt;&lt; j;  out[j] =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TRUE;</a:t>
            </a:r>
            <a:endParaRPr sz="2000">
              <a:latin typeface="Courier New"/>
              <a:cs typeface="Courier New"/>
            </a:endParaRPr>
          </a:p>
          <a:p>
            <a:pPr marL="1193800">
              <a:lnSpc>
                <a:spcPts val="1689"/>
              </a:lnSpc>
            </a:pPr>
            <a:r>
              <a:rPr sz="2000" b="1" spc="-5" dirty="0">
                <a:latin typeface="Courier New"/>
                <a:cs typeface="Courier New"/>
              </a:rPr>
              <a:t>ListNode *y = x -&gt;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link;</a:t>
            </a:r>
            <a:endParaRPr sz="2000">
              <a:latin typeface="Courier New"/>
              <a:cs typeface="Courier New"/>
            </a:endParaRPr>
          </a:p>
          <a:p>
            <a:pPr marL="11938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x -&gt; link =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top;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2927" y="4046105"/>
            <a:ext cx="1244600" cy="52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30"/>
              </a:lnSpc>
            </a:pPr>
            <a:r>
              <a:rPr sz="2000" b="1" spc="-5" dirty="0">
                <a:latin typeface="Courier New"/>
                <a:cs typeface="Courier New"/>
              </a:rPr>
              <a:t>top =</a:t>
            </a:r>
            <a:r>
              <a:rPr sz="2000" b="1" spc="-7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x;  x =</a:t>
            </a:r>
            <a:r>
              <a:rPr sz="2000" b="1" spc="-8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y;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8126" y="4476648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8126" y="4721262"/>
            <a:ext cx="26162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else </a:t>
            </a:r>
            <a:r>
              <a:rPr sz="2000" b="1" spc="-5" dirty="0">
                <a:latin typeface="Courier New"/>
                <a:cs typeface="Courier New"/>
              </a:rPr>
              <a:t>x =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x-&gt;link;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3326" y="4965877"/>
            <a:ext cx="2921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}// end of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while</a:t>
            </a:r>
            <a:r>
              <a:rPr sz="2000" b="1" spc="-5" dirty="0">
                <a:latin typeface="Courier New"/>
                <a:cs typeface="Courier New"/>
              </a:rPr>
              <a:t>(x)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3326" y="5210492"/>
            <a:ext cx="26162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000" b="1" spc="-5" dirty="0">
                <a:latin typeface="Courier New"/>
                <a:cs typeface="Courier New"/>
              </a:rPr>
              <a:t>( !top )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break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3326" y="5455094"/>
            <a:ext cx="7874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else</a:t>
            </a: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48126" y="5758637"/>
            <a:ext cx="2921000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1920"/>
              </a:lnSpc>
            </a:pPr>
            <a:r>
              <a:rPr sz="2000" b="1" spc="-5" dirty="0">
                <a:latin typeface="Courier New"/>
                <a:cs typeface="Courier New"/>
              </a:rPr>
              <a:t>x =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seq[top-&gt;data];  top = top-&gt;link;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//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3326" y="6188176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38526" y="6432778"/>
            <a:ext cx="30734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 // end of</a:t>
            </a:r>
            <a:r>
              <a:rPr sz="2000" b="1" spc="-30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while</a:t>
            </a:r>
            <a:r>
              <a:rPr sz="2000" b="1" spc="-5" dirty="0">
                <a:latin typeface="Courier New"/>
                <a:cs typeface="Courier New"/>
              </a:rPr>
              <a:t>(1)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3726" y="6677393"/>
            <a:ext cx="38354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 // end of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000" b="1" spc="-5" dirty="0">
                <a:latin typeface="Courier New"/>
                <a:cs typeface="Courier New"/>
              </a:rPr>
              <a:t>( out[i]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==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95820" y="6677393"/>
            <a:ext cx="939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FALSE)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3548" y="3833621"/>
            <a:ext cx="68834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push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95616" y="5617464"/>
            <a:ext cx="1092200" cy="660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ts val="2725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pop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245"/>
              </a:lnSpc>
            </a:pPr>
            <a:r>
              <a:rPr sz="2000" b="1" spc="-5" dirty="0">
                <a:latin typeface="Courier New"/>
                <a:cs typeface="Courier New"/>
              </a:rPr>
              <a:t>unstack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288146" y="2315717"/>
            <a:ext cx="349885" cy="370840"/>
          </a:xfrm>
          <a:custGeom>
            <a:avLst/>
            <a:gdLst/>
            <a:ahLst/>
            <a:cxnLst/>
            <a:rect l="l" t="t" r="r" b="b"/>
            <a:pathLst>
              <a:path w="349884" h="370839">
                <a:moveTo>
                  <a:pt x="0" y="0"/>
                </a:moveTo>
                <a:lnTo>
                  <a:pt x="0" y="370331"/>
                </a:lnTo>
                <a:lnTo>
                  <a:pt x="349770" y="370331"/>
                </a:lnTo>
                <a:lnTo>
                  <a:pt x="34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288146" y="2315717"/>
            <a:ext cx="523240" cy="370840"/>
          </a:xfrm>
          <a:custGeom>
            <a:avLst/>
            <a:gdLst/>
            <a:ahLst/>
            <a:cxnLst/>
            <a:rect l="l" t="t" r="r" b="b"/>
            <a:pathLst>
              <a:path w="523240" h="370839">
                <a:moveTo>
                  <a:pt x="0" y="0"/>
                </a:moveTo>
                <a:lnTo>
                  <a:pt x="0" y="370331"/>
                </a:lnTo>
                <a:lnTo>
                  <a:pt x="522731" y="370331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452231" y="2309621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637917" y="2315717"/>
            <a:ext cx="173355" cy="370840"/>
          </a:xfrm>
          <a:custGeom>
            <a:avLst/>
            <a:gdLst/>
            <a:ahLst/>
            <a:cxnLst/>
            <a:rect l="l" t="t" r="r" b="b"/>
            <a:pathLst>
              <a:path w="173354" h="370839">
                <a:moveTo>
                  <a:pt x="0" y="0"/>
                </a:moveTo>
                <a:lnTo>
                  <a:pt x="0" y="370331"/>
                </a:lnTo>
                <a:lnTo>
                  <a:pt x="172974" y="370331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637917" y="2315717"/>
            <a:ext cx="173355" cy="370840"/>
          </a:xfrm>
          <a:custGeom>
            <a:avLst/>
            <a:gdLst/>
            <a:ahLst/>
            <a:cxnLst/>
            <a:rect l="l" t="t" r="r" b="b"/>
            <a:pathLst>
              <a:path w="173354" h="370839">
                <a:moveTo>
                  <a:pt x="0" y="0"/>
                </a:moveTo>
                <a:lnTo>
                  <a:pt x="0" y="370331"/>
                </a:lnTo>
                <a:lnTo>
                  <a:pt x="172974" y="370331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288146" y="2901695"/>
            <a:ext cx="349885" cy="400050"/>
          </a:xfrm>
          <a:custGeom>
            <a:avLst/>
            <a:gdLst/>
            <a:ahLst/>
            <a:cxnLst/>
            <a:rect l="l" t="t" r="r" b="b"/>
            <a:pathLst>
              <a:path w="349884" h="400050">
                <a:moveTo>
                  <a:pt x="0" y="0"/>
                </a:moveTo>
                <a:lnTo>
                  <a:pt x="0" y="400049"/>
                </a:lnTo>
                <a:lnTo>
                  <a:pt x="349770" y="400049"/>
                </a:lnTo>
                <a:lnTo>
                  <a:pt x="34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8288146" y="2901695"/>
            <a:ext cx="523240" cy="400050"/>
          </a:xfrm>
          <a:custGeom>
            <a:avLst/>
            <a:gdLst/>
            <a:ahLst/>
            <a:cxnLst/>
            <a:rect l="l" t="t" r="r" b="b"/>
            <a:pathLst>
              <a:path w="523240" h="400050">
                <a:moveTo>
                  <a:pt x="0" y="0"/>
                </a:moveTo>
                <a:lnTo>
                  <a:pt x="0" y="400050"/>
                </a:lnTo>
                <a:lnTo>
                  <a:pt x="522731" y="400050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24977" y="2909315"/>
            <a:ext cx="3644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637917" y="2901695"/>
            <a:ext cx="173355" cy="400050"/>
          </a:xfrm>
          <a:custGeom>
            <a:avLst/>
            <a:gdLst/>
            <a:ahLst/>
            <a:cxnLst/>
            <a:rect l="l" t="t" r="r" b="b"/>
            <a:pathLst>
              <a:path w="173354" h="400050">
                <a:moveTo>
                  <a:pt x="0" y="0"/>
                </a:moveTo>
                <a:lnTo>
                  <a:pt x="0" y="400050"/>
                </a:lnTo>
                <a:lnTo>
                  <a:pt x="172974" y="400050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637917" y="2901695"/>
            <a:ext cx="173355" cy="400050"/>
          </a:xfrm>
          <a:custGeom>
            <a:avLst/>
            <a:gdLst/>
            <a:ahLst/>
            <a:cxnLst/>
            <a:rect l="l" t="t" r="r" b="b"/>
            <a:pathLst>
              <a:path w="173354" h="400050">
                <a:moveTo>
                  <a:pt x="0" y="0"/>
                </a:moveTo>
                <a:lnTo>
                  <a:pt x="0" y="400050"/>
                </a:lnTo>
                <a:lnTo>
                  <a:pt x="172974" y="400050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8677541" y="2544317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30">
                <a:moveTo>
                  <a:pt x="76200" y="290321"/>
                </a:moveTo>
                <a:lnTo>
                  <a:pt x="0" y="290321"/>
                </a:lnTo>
                <a:lnTo>
                  <a:pt x="33527" y="357377"/>
                </a:lnTo>
                <a:lnTo>
                  <a:pt x="33527" y="303275"/>
                </a:lnTo>
                <a:lnTo>
                  <a:pt x="34290" y="307086"/>
                </a:lnTo>
                <a:lnTo>
                  <a:pt x="38100" y="307848"/>
                </a:lnTo>
                <a:lnTo>
                  <a:pt x="41135" y="307086"/>
                </a:lnTo>
                <a:lnTo>
                  <a:pt x="42659" y="303275"/>
                </a:lnTo>
                <a:lnTo>
                  <a:pt x="42659" y="357403"/>
                </a:lnTo>
                <a:lnTo>
                  <a:pt x="76200" y="290321"/>
                </a:lnTo>
                <a:close/>
              </a:path>
              <a:path w="76200" h="367030">
                <a:moveTo>
                  <a:pt x="42659" y="290321"/>
                </a:moveTo>
                <a:lnTo>
                  <a:pt x="42659" y="4571"/>
                </a:lnTo>
                <a:lnTo>
                  <a:pt x="41135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7" y="4571"/>
                </a:lnTo>
                <a:lnTo>
                  <a:pt x="33527" y="290321"/>
                </a:lnTo>
                <a:lnTo>
                  <a:pt x="42659" y="290321"/>
                </a:lnTo>
                <a:close/>
              </a:path>
              <a:path w="76200" h="367030">
                <a:moveTo>
                  <a:pt x="42659" y="357403"/>
                </a:moveTo>
                <a:lnTo>
                  <a:pt x="42659" y="303275"/>
                </a:lnTo>
                <a:lnTo>
                  <a:pt x="41135" y="307086"/>
                </a:lnTo>
                <a:lnTo>
                  <a:pt x="38100" y="307848"/>
                </a:lnTo>
                <a:lnTo>
                  <a:pt x="34290" y="307086"/>
                </a:lnTo>
                <a:lnTo>
                  <a:pt x="33527" y="303275"/>
                </a:lnTo>
                <a:lnTo>
                  <a:pt x="33527" y="357377"/>
                </a:lnTo>
                <a:lnTo>
                  <a:pt x="38100" y="366521"/>
                </a:lnTo>
                <a:lnTo>
                  <a:pt x="42659" y="3574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772791" y="2478785"/>
            <a:ext cx="483870" cy="76200"/>
          </a:xfrm>
          <a:custGeom>
            <a:avLst/>
            <a:gdLst/>
            <a:ahLst/>
            <a:cxnLst/>
            <a:rect l="l" t="t" r="r" b="b"/>
            <a:pathLst>
              <a:path w="483870" h="76200">
                <a:moveTo>
                  <a:pt x="76962" y="0"/>
                </a:moveTo>
                <a:lnTo>
                  <a:pt x="0" y="35814"/>
                </a:lnTo>
                <a:lnTo>
                  <a:pt x="58674" y="67545"/>
                </a:lnTo>
                <a:lnTo>
                  <a:pt x="58674" y="37338"/>
                </a:lnTo>
                <a:lnTo>
                  <a:pt x="60185" y="34290"/>
                </a:lnTo>
                <a:lnTo>
                  <a:pt x="63233" y="32766"/>
                </a:lnTo>
                <a:lnTo>
                  <a:pt x="75967" y="33139"/>
                </a:lnTo>
                <a:lnTo>
                  <a:pt x="76962" y="0"/>
                </a:lnTo>
                <a:close/>
              </a:path>
              <a:path w="483870" h="76200">
                <a:moveTo>
                  <a:pt x="75967" y="33139"/>
                </a:moveTo>
                <a:lnTo>
                  <a:pt x="63233" y="32766"/>
                </a:lnTo>
                <a:lnTo>
                  <a:pt x="60185" y="34290"/>
                </a:lnTo>
                <a:lnTo>
                  <a:pt x="58674" y="37338"/>
                </a:lnTo>
                <a:lnTo>
                  <a:pt x="60185" y="40386"/>
                </a:lnTo>
                <a:lnTo>
                  <a:pt x="63233" y="41910"/>
                </a:lnTo>
                <a:lnTo>
                  <a:pt x="75693" y="42297"/>
                </a:lnTo>
                <a:lnTo>
                  <a:pt x="75967" y="33139"/>
                </a:lnTo>
                <a:close/>
              </a:path>
              <a:path w="483870" h="76200">
                <a:moveTo>
                  <a:pt x="75693" y="42297"/>
                </a:moveTo>
                <a:lnTo>
                  <a:pt x="63233" y="41910"/>
                </a:lnTo>
                <a:lnTo>
                  <a:pt x="60185" y="40386"/>
                </a:lnTo>
                <a:lnTo>
                  <a:pt x="58674" y="37338"/>
                </a:lnTo>
                <a:lnTo>
                  <a:pt x="58674" y="67545"/>
                </a:lnTo>
                <a:lnTo>
                  <a:pt x="74675" y="76200"/>
                </a:lnTo>
                <a:lnTo>
                  <a:pt x="75693" y="42297"/>
                </a:lnTo>
                <a:close/>
              </a:path>
              <a:path w="483870" h="76200">
                <a:moveTo>
                  <a:pt x="483857" y="50291"/>
                </a:moveTo>
                <a:lnTo>
                  <a:pt x="483108" y="46481"/>
                </a:lnTo>
                <a:lnTo>
                  <a:pt x="479285" y="44957"/>
                </a:lnTo>
                <a:lnTo>
                  <a:pt x="75967" y="33139"/>
                </a:lnTo>
                <a:lnTo>
                  <a:pt x="75693" y="42297"/>
                </a:lnTo>
                <a:lnTo>
                  <a:pt x="479285" y="54863"/>
                </a:lnTo>
                <a:lnTo>
                  <a:pt x="482333" y="53339"/>
                </a:lnTo>
                <a:lnTo>
                  <a:pt x="483857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42246" y="2308097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6500FF"/>
                </a:solidFill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245475" y="4532376"/>
            <a:ext cx="349885" cy="369570"/>
          </a:xfrm>
          <a:custGeom>
            <a:avLst/>
            <a:gdLst/>
            <a:ahLst/>
            <a:cxnLst/>
            <a:rect l="l" t="t" r="r" b="b"/>
            <a:pathLst>
              <a:path w="349884" h="369570">
                <a:moveTo>
                  <a:pt x="0" y="0"/>
                </a:moveTo>
                <a:lnTo>
                  <a:pt x="0" y="369570"/>
                </a:lnTo>
                <a:lnTo>
                  <a:pt x="349770" y="369570"/>
                </a:lnTo>
                <a:lnTo>
                  <a:pt x="34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245475" y="4532376"/>
            <a:ext cx="523240" cy="369570"/>
          </a:xfrm>
          <a:custGeom>
            <a:avLst/>
            <a:gdLst/>
            <a:ahLst/>
            <a:cxnLst/>
            <a:rect l="l" t="t" r="r" b="b"/>
            <a:pathLst>
              <a:path w="523240" h="369570">
                <a:moveTo>
                  <a:pt x="0" y="0"/>
                </a:moveTo>
                <a:lnTo>
                  <a:pt x="0" y="369570"/>
                </a:lnTo>
                <a:lnTo>
                  <a:pt x="522731" y="369570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408796" y="4525517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8595245" y="4532376"/>
            <a:ext cx="173355" cy="369570"/>
          </a:xfrm>
          <a:custGeom>
            <a:avLst/>
            <a:gdLst/>
            <a:ahLst/>
            <a:cxnLst/>
            <a:rect l="l" t="t" r="r" b="b"/>
            <a:pathLst>
              <a:path w="173354" h="369570">
                <a:moveTo>
                  <a:pt x="0" y="0"/>
                </a:moveTo>
                <a:lnTo>
                  <a:pt x="0" y="369570"/>
                </a:lnTo>
                <a:lnTo>
                  <a:pt x="172974" y="369570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594483" y="4532376"/>
            <a:ext cx="173990" cy="369570"/>
          </a:xfrm>
          <a:custGeom>
            <a:avLst/>
            <a:gdLst/>
            <a:ahLst/>
            <a:cxnLst/>
            <a:rect l="l" t="t" r="r" b="b"/>
            <a:pathLst>
              <a:path w="173990" h="369570">
                <a:moveTo>
                  <a:pt x="0" y="0"/>
                </a:moveTo>
                <a:lnTo>
                  <a:pt x="0" y="369570"/>
                </a:lnTo>
                <a:lnTo>
                  <a:pt x="173735" y="369570"/>
                </a:lnTo>
                <a:lnTo>
                  <a:pt x="17373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245475" y="5149596"/>
            <a:ext cx="349885" cy="401955"/>
          </a:xfrm>
          <a:custGeom>
            <a:avLst/>
            <a:gdLst/>
            <a:ahLst/>
            <a:cxnLst/>
            <a:rect l="l" t="t" r="r" b="b"/>
            <a:pathLst>
              <a:path w="349884" h="401954">
                <a:moveTo>
                  <a:pt x="0" y="0"/>
                </a:moveTo>
                <a:lnTo>
                  <a:pt x="0" y="401574"/>
                </a:lnTo>
                <a:lnTo>
                  <a:pt x="349770" y="401574"/>
                </a:lnTo>
                <a:lnTo>
                  <a:pt x="34977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8245475" y="5149596"/>
            <a:ext cx="523240" cy="401955"/>
          </a:xfrm>
          <a:custGeom>
            <a:avLst/>
            <a:gdLst/>
            <a:ahLst/>
            <a:cxnLst/>
            <a:rect l="l" t="t" r="r" b="b"/>
            <a:pathLst>
              <a:path w="523240" h="401954">
                <a:moveTo>
                  <a:pt x="0" y="0"/>
                </a:moveTo>
                <a:lnTo>
                  <a:pt x="0" y="401574"/>
                </a:lnTo>
                <a:lnTo>
                  <a:pt x="522731" y="401574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282305" y="5158740"/>
            <a:ext cx="36449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11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595245" y="5149596"/>
            <a:ext cx="173355" cy="401955"/>
          </a:xfrm>
          <a:custGeom>
            <a:avLst/>
            <a:gdLst/>
            <a:ahLst/>
            <a:cxnLst/>
            <a:rect l="l" t="t" r="r" b="b"/>
            <a:pathLst>
              <a:path w="173354" h="401954">
                <a:moveTo>
                  <a:pt x="0" y="0"/>
                </a:moveTo>
                <a:lnTo>
                  <a:pt x="0" y="401574"/>
                </a:lnTo>
                <a:lnTo>
                  <a:pt x="172974" y="401574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94483" y="5149596"/>
            <a:ext cx="173990" cy="401955"/>
          </a:xfrm>
          <a:custGeom>
            <a:avLst/>
            <a:gdLst/>
            <a:ahLst/>
            <a:cxnLst/>
            <a:rect l="l" t="t" r="r" b="b"/>
            <a:pathLst>
              <a:path w="173990" h="401954">
                <a:moveTo>
                  <a:pt x="0" y="0"/>
                </a:moveTo>
                <a:lnTo>
                  <a:pt x="0" y="401574"/>
                </a:lnTo>
                <a:lnTo>
                  <a:pt x="173735" y="401574"/>
                </a:lnTo>
                <a:lnTo>
                  <a:pt x="173735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634869" y="4808220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1"/>
                </a:moveTo>
                <a:lnTo>
                  <a:pt x="0" y="290321"/>
                </a:lnTo>
                <a:lnTo>
                  <a:pt x="32753" y="355828"/>
                </a:lnTo>
                <a:lnTo>
                  <a:pt x="32753" y="303275"/>
                </a:lnTo>
                <a:lnTo>
                  <a:pt x="34277" y="306324"/>
                </a:lnTo>
                <a:lnTo>
                  <a:pt x="38100" y="307847"/>
                </a:lnTo>
                <a:lnTo>
                  <a:pt x="41148" y="306324"/>
                </a:lnTo>
                <a:lnTo>
                  <a:pt x="42672" y="303275"/>
                </a:lnTo>
                <a:lnTo>
                  <a:pt x="42672" y="357377"/>
                </a:lnTo>
                <a:lnTo>
                  <a:pt x="76200" y="290321"/>
                </a:lnTo>
                <a:close/>
              </a:path>
              <a:path w="76200" h="367029">
                <a:moveTo>
                  <a:pt x="42672" y="290321"/>
                </a:moveTo>
                <a:lnTo>
                  <a:pt x="42672" y="4571"/>
                </a:lnTo>
                <a:lnTo>
                  <a:pt x="41148" y="1524"/>
                </a:lnTo>
                <a:lnTo>
                  <a:pt x="38100" y="0"/>
                </a:lnTo>
                <a:lnTo>
                  <a:pt x="34277" y="1524"/>
                </a:lnTo>
                <a:lnTo>
                  <a:pt x="32753" y="4571"/>
                </a:lnTo>
                <a:lnTo>
                  <a:pt x="32753" y="290321"/>
                </a:lnTo>
                <a:lnTo>
                  <a:pt x="42672" y="290321"/>
                </a:lnTo>
                <a:close/>
              </a:path>
              <a:path w="76200" h="367029">
                <a:moveTo>
                  <a:pt x="42672" y="357377"/>
                </a:moveTo>
                <a:lnTo>
                  <a:pt x="42672" y="303275"/>
                </a:lnTo>
                <a:lnTo>
                  <a:pt x="41148" y="306324"/>
                </a:lnTo>
                <a:lnTo>
                  <a:pt x="38100" y="307847"/>
                </a:lnTo>
                <a:lnTo>
                  <a:pt x="34277" y="306324"/>
                </a:lnTo>
                <a:lnTo>
                  <a:pt x="32753" y="303275"/>
                </a:lnTo>
                <a:lnTo>
                  <a:pt x="32753" y="355828"/>
                </a:lnTo>
                <a:lnTo>
                  <a:pt x="38100" y="366521"/>
                </a:lnTo>
                <a:lnTo>
                  <a:pt x="42672" y="3573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761348" y="4172711"/>
            <a:ext cx="485140" cy="76200"/>
          </a:xfrm>
          <a:custGeom>
            <a:avLst/>
            <a:gdLst/>
            <a:ahLst/>
            <a:cxnLst/>
            <a:rect l="l" t="t" r="r" b="b"/>
            <a:pathLst>
              <a:path w="485140" h="76200">
                <a:moveTo>
                  <a:pt x="77724" y="0"/>
                </a:moveTo>
                <a:lnTo>
                  <a:pt x="0" y="35813"/>
                </a:lnTo>
                <a:lnTo>
                  <a:pt x="58674" y="67220"/>
                </a:lnTo>
                <a:lnTo>
                  <a:pt x="58674" y="37337"/>
                </a:lnTo>
                <a:lnTo>
                  <a:pt x="60198" y="33527"/>
                </a:lnTo>
                <a:lnTo>
                  <a:pt x="64020" y="32765"/>
                </a:lnTo>
                <a:lnTo>
                  <a:pt x="76735" y="33138"/>
                </a:lnTo>
                <a:lnTo>
                  <a:pt x="77724" y="0"/>
                </a:lnTo>
                <a:close/>
              </a:path>
              <a:path w="485140" h="76200">
                <a:moveTo>
                  <a:pt x="76735" y="33138"/>
                </a:moveTo>
                <a:lnTo>
                  <a:pt x="64020" y="32765"/>
                </a:lnTo>
                <a:lnTo>
                  <a:pt x="60198" y="33527"/>
                </a:lnTo>
                <a:lnTo>
                  <a:pt x="58674" y="37337"/>
                </a:lnTo>
                <a:lnTo>
                  <a:pt x="60198" y="40386"/>
                </a:lnTo>
                <a:lnTo>
                  <a:pt x="63246" y="41910"/>
                </a:lnTo>
                <a:lnTo>
                  <a:pt x="76461" y="42321"/>
                </a:lnTo>
                <a:lnTo>
                  <a:pt x="76735" y="33138"/>
                </a:lnTo>
                <a:close/>
              </a:path>
              <a:path w="485140" h="76200">
                <a:moveTo>
                  <a:pt x="76461" y="42321"/>
                </a:moveTo>
                <a:lnTo>
                  <a:pt x="63246" y="41910"/>
                </a:lnTo>
                <a:lnTo>
                  <a:pt x="60198" y="40386"/>
                </a:lnTo>
                <a:lnTo>
                  <a:pt x="58674" y="37337"/>
                </a:lnTo>
                <a:lnTo>
                  <a:pt x="58674" y="67220"/>
                </a:lnTo>
                <a:lnTo>
                  <a:pt x="75450" y="76200"/>
                </a:lnTo>
                <a:lnTo>
                  <a:pt x="76461" y="42321"/>
                </a:lnTo>
                <a:close/>
              </a:path>
              <a:path w="485140" h="76200">
                <a:moveTo>
                  <a:pt x="484644" y="50291"/>
                </a:moveTo>
                <a:lnTo>
                  <a:pt x="483120" y="46482"/>
                </a:lnTo>
                <a:lnTo>
                  <a:pt x="480072" y="44958"/>
                </a:lnTo>
                <a:lnTo>
                  <a:pt x="76735" y="33138"/>
                </a:lnTo>
                <a:lnTo>
                  <a:pt x="76461" y="42321"/>
                </a:lnTo>
                <a:lnTo>
                  <a:pt x="479298" y="54863"/>
                </a:lnTo>
                <a:lnTo>
                  <a:pt x="483120" y="53339"/>
                </a:lnTo>
                <a:lnTo>
                  <a:pt x="484644" y="502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299587" y="4031742"/>
            <a:ext cx="448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6500FF"/>
                </a:solidFill>
                <a:latin typeface="Arial"/>
                <a:cs typeface="Arial"/>
              </a:rPr>
              <a:t>top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233295" y="3965447"/>
            <a:ext cx="349250" cy="386080"/>
          </a:xfrm>
          <a:custGeom>
            <a:avLst/>
            <a:gdLst/>
            <a:ahLst/>
            <a:cxnLst/>
            <a:rect l="l" t="t" r="r" b="b"/>
            <a:pathLst>
              <a:path w="349250" h="386079">
                <a:moveTo>
                  <a:pt x="0" y="0"/>
                </a:moveTo>
                <a:lnTo>
                  <a:pt x="0" y="385572"/>
                </a:lnTo>
                <a:lnTo>
                  <a:pt x="348995" y="385572"/>
                </a:lnTo>
                <a:lnTo>
                  <a:pt x="34899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232533" y="3965447"/>
            <a:ext cx="523240" cy="386080"/>
          </a:xfrm>
          <a:custGeom>
            <a:avLst/>
            <a:gdLst/>
            <a:ahLst/>
            <a:cxnLst/>
            <a:rect l="l" t="t" r="r" b="b"/>
            <a:pathLst>
              <a:path w="523240" h="386079">
                <a:moveTo>
                  <a:pt x="0" y="0"/>
                </a:moveTo>
                <a:lnTo>
                  <a:pt x="0" y="385572"/>
                </a:lnTo>
                <a:lnTo>
                  <a:pt x="522731" y="385572"/>
                </a:lnTo>
                <a:lnTo>
                  <a:pt x="5227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8396605" y="3966971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582291" y="3965447"/>
            <a:ext cx="173355" cy="386080"/>
          </a:xfrm>
          <a:custGeom>
            <a:avLst/>
            <a:gdLst/>
            <a:ahLst/>
            <a:cxnLst/>
            <a:rect l="l" t="t" r="r" b="b"/>
            <a:pathLst>
              <a:path w="173354" h="386079">
                <a:moveTo>
                  <a:pt x="0" y="0"/>
                </a:moveTo>
                <a:lnTo>
                  <a:pt x="0" y="385572"/>
                </a:lnTo>
                <a:lnTo>
                  <a:pt x="172974" y="385572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1E1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8582291" y="3965447"/>
            <a:ext cx="173355" cy="386080"/>
          </a:xfrm>
          <a:custGeom>
            <a:avLst/>
            <a:gdLst/>
            <a:ahLst/>
            <a:cxnLst/>
            <a:rect l="l" t="t" r="r" b="b"/>
            <a:pathLst>
              <a:path w="173354" h="386079">
                <a:moveTo>
                  <a:pt x="0" y="0"/>
                </a:moveTo>
                <a:lnTo>
                  <a:pt x="0" y="385572"/>
                </a:lnTo>
                <a:lnTo>
                  <a:pt x="172974" y="385572"/>
                </a:lnTo>
                <a:lnTo>
                  <a:pt x="17297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8651620" y="4162044"/>
            <a:ext cx="76200" cy="367030"/>
          </a:xfrm>
          <a:custGeom>
            <a:avLst/>
            <a:gdLst/>
            <a:ahLst/>
            <a:cxnLst/>
            <a:rect l="l" t="t" r="r" b="b"/>
            <a:pathLst>
              <a:path w="76200" h="367029">
                <a:moveTo>
                  <a:pt x="76200" y="290321"/>
                </a:moveTo>
                <a:lnTo>
                  <a:pt x="0" y="290321"/>
                </a:lnTo>
                <a:lnTo>
                  <a:pt x="33527" y="357377"/>
                </a:lnTo>
                <a:lnTo>
                  <a:pt x="33527" y="303275"/>
                </a:lnTo>
                <a:lnTo>
                  <a:pt x="35051" y="307085"/>
                </a:lnTo>
                <a:lnTo>
                  <a:pt x="38100" y="307847"/>
                </a:lnTo>
                <a:lnTo>
                  <a:pt x="41922" y="307085"/>
                </a:lnTo>
                <a:lnTo>
                  <a:pt x="43446" y="303275"/>
                </a:lnTo>
                <a:lnTo>
                  <a:pt x="43446" y="355828"/>
                </a:lnTo>
                <a:lnTo>
                  <a:pt x="76200" y="290321"/>
                </a:lnTo>
                <a:close/>
              </a:path>
              <a:path w="76200" h="367029">
                <a:moveTo>
                  <a:pt x="43446" y="290321"/>
                </a:moveTo>
                <a:lnTo>
                  <a:pt x="43446" y="4571"/>
                </a:lnTo>
                <a:lnTo>
                  <a:pt x="41922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7" y="4571"/>
                </a:lnTo>
                <a:lnTo>
                  <a:pt x="33527" y="290321"/>
                </a:lnTo>
                <a:lnTo>
                  <a:pt x="43446" y="290321"/>
                </a:lnTo>
                <a:close/>
              </a:path>
              <a:path w="76200" h="367029">
                <a:moveTo>
                  <a:pt x="43446" y="355828"/>
                </a:moveTo>
                <a:lnTo>
                  <a:pt x="43446" y="303275"/>
                </a:lnTo>
                <a:lnTo>
                  <a:pt x="41922" y="307085"/>
                </a:lnTo>
                <a:lnTo>
                  <a:pt x="38100" y="307847"/>
                </a:lnTo>
                <a:lnTo>
                  <a:pt x="35051" y="307085"/>
                </a:lnTo>
                <a:lnTo>
                  <a:pt x="33527" y="303275"/>
                </a:lnTo>
                <a:lnTo>
                  <a:pt x="33527" y="357377"/>
                </a:lnTo>
                <a:lnTo>
                  <a:pt x="38100" y="366521"/>
                </a:lnTo>
                <a:lnTo>
                  <a:pt x="43446" y="3558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00806" y="763523"/>
            <a:ext cx="9385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i++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50503" y="691103"/>
            <a:ext cx="1485900" cy="909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marR="5080" indent="-364490">
              <a:lnSpc>
                <a:spcPct val="119800"/>
              </a:lnSpc>
            </a:pPr>
            <a:r>
              <a:rPr sz="2400" b="1" i="0" spc="-10" dirty="0">
                <a:solidFill>
                  <a:srgbClr val="3365CC"/>
                </a:solidFill>
                <a:latin typeface="Courier New"/>
                <a:cs typeface="Courier New"/>
              </a:rPr>
              <a:t>for</a:t>
            </a:r>
            <a:r>
              <a:rPr sz="2400" b="1" i="0" spc="-10" dirty="0">
                <a:solidFill>
                  <a:srgbClr val="000000"/>
                </a:solidFill>
                <a:latin typeface="Courier New"/>
                <a:cs typeface="Courier New"/>
              </a:rPr>
              <a:t>( </a:t>
            </a: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sz="2400" b="1" i="0" spc="-85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=  </a:t>
            </a:r>
            <a:r>
              <a:rPr sz="2400" b="1" i="0" spc="-10" dirty="0">
                <a:solidFill>
                  <a:srgbClr val="3365CC"/>
                </a:solidFill>
                <a:latin typeface="Courier New"/>
                <a:cs typeface="Courier New"/>
              </a:rPr>
              <a:t>whil</a:t>
            </a:r>
            <a:r>
              <a:rPr sz="2400" b="1" i="0" spc="-5" dirty="0">
                <a:solidFill>
                  <a:srgbClr val="3365CC"/>
                </a:solidFill>
                <a:latin typeface="Courier New"/>
                <a:cs typeface="Courier New"/>
              </a:rPr>
              <a:t>e</a:t>
            </a: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92296" y="691103"/>
            <a:ext cx="1668780" cy="909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800"/>
              </a:lnSpc>
            </a:pPr>
            <a:r>
              <a:rPr sz="2400" b="1" spc="-5" dirty="0">
                <a:latin typeface="Courier New"/>
                <a:cs typeface="Courier New"/>
              </a:rPr>
              <a:t>0; i &lt;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n;  seq[i]){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0486" y="1639823"/>
            <a:ext cx="31273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ListNode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*delnode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4036" y="1639823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7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seq[i];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2414" y="2077973"/>
            <a:ext cx="25793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delnode-&gt;link;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80486" y="2005553"/>
            <a:ext cx="1485900" cy="909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800"/>
              </a:lnSpc>
            </a:pPr>
            <a:r>
              <a:rPr sz="2400" b="1" spc="-5" dirty="0">
                <a:latin typeface="Courier New"/>
                <a:cs typeface="Courier New"/>
              </a:rPr>
              <a:t>seq[i]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= 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delete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57598" y="2516123"/>
            <a:ext cx="14846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delnode;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4726" y="2954273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4707" y="3830573"/>
            <a:ext cx="130429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[]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out;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4730" y="3392423"/>
            <a:ext cx="1485900" cy="1275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846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378460">
              <a:lnSpc>
                <a:spcPct val="100000"/>
              </a:lnSpc>
              <a:spcBef>
                <a:spcPts val="570"/>
              </a:spcBef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delete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b="1" spc="-5" dirty="0">
                <a:latin typeface="Courier New"/>
                <a:cs typeface="Courier New"/>
              </a:rPr>
              <a:t>} //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7450" y="3758153"/>
            <a:ext cx="2581275" cy="909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9800"/>
              </a:lnSpc>
            </a:pPr>
            <a:r>
              <a:rPr sz="2400" b="1" spc="-5" dirty="0">
                <a:latin typeface="Courier New"/>
                <a:cs typeface="Courier New"/>
              </a:rPr>
              <a:t>[] seq;</a:t>
            </a:r>
            <a:r>
              <a:rPr sz="2400" b="1" spc="-75" dirty="0">
                <a:latin typeface="Courier New"/>
                <a:cs typeface="Courier New"/>
              </a:rPr>
              <a:t>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delete  </a:t>
            </a:r>
            <a:r>
              <a:rPr sz="2400" b="1" spc="-5" dirty="0">
                <a:latin typeface="Courier New"/>
                <a:cs typeface="Courier New"/>
              </a:rPr>
              <a:t>of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equivalence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Sparse</a:t>
            </a:r>
            <a:r>
              <a:rPr spc="-55" dirty="0"/>
              <a:t> </a:t>
            </a:r>
            <a:r>
              <a:rPr spc="-5" dirty="0"/>
              <a:t>Matrices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67026"/>
            <a:ext cx="6934200" cy="2629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Inadequates of sequential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schemes</a:t>
            </a:r>
            <a:endParaRPr sz="2800">
              <a:latin typeface="Arial"/>
              <a:cs typeface="Arial"/>
            </a:endParaRPr>
          </a:p>
          <a:p>
            <a:pPr marL="755650" marR="22225" lvl="1" indent="-285750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#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nonzero </a:t>
            </a:r>
            <a:r>
              <a:rPr sz="2400" dirty="0">
                <a:latin typeface="Arial"/>
                <a:cs typeface="Arial"/>
              </a:rPr>
              <a:t>terms </a:t>
            </a:r>
            <a:r>
              <a:rPr sz="2400" spc="-5" dirty="0">
                <a:latin typeface="Arial"/>
                <a:cs typeface="Arial"/>
              </a:rPr>
              <a:t>will </a:t>
            </a:r>
            <a:r>
              <a:rPr sz="2400" dirty="0">
                <a:latin typeface="Arial"/>
                <a:cs typeface="Arial"/>
              </a:rPr>
              <a:t>vary after </a:t>
            </a:r>
            <a:r>
              <a:rPr sz="2400" spc="-5" dirty="0">
                <a:latin typeface="Arial"/>
                <a:cs typeface="Arial"/>
              </a:rPr>
              <a:t>some </a:t>
            </a:r>
            <a:r>
              <a:rPr sz="2400" dirty="0">
                <a:latin typeface="Arial"/>
                <a:cs typeface="Arial"/>
              </a:rPr>
              <a:t>matrix  </a:t>
            </a:r>
            <a:r>
              <a:rPr sz="2400" spc="-5" dirty="0">
                <a:latin typeface="Arial"/>
                <a:cs typeface="Arial"/>
              </a:rPr>
              <a:t>computation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Matrix </a:t>
            </a:r>
            <a:r>
              <a:rPr sz="2400" dirty="0">
                <a:latin typeface="Arial"/>
                <a:cs typeface="Arial"/>
              </a:rPr>
              <a:t>just </a:t>
            </a:r>
            <a:r>
              <a:rPr sz="2400" spc="-5" dirty="0">
                <a:latin typeface="Arial"/>
                <a:cs typeface="Arial"/>
              </a:rPr>
              <a:t>represents intermediate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results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New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scheme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Each column </a:t>
            </a:r>
            <a:r>
              <a:rPr sz="2400" dirty="0">
                <a:latin typeface="Arial"/>
                <a:cs typeface="Arial"/>
              </a:rPr>
              <a:t>(row): </a:t>
            </a:r>
            <a:r>
              <a:rPr sz="2400" spc="-5" dirty="0">
                <a:latin typeface="Arial"/>
                <a:cs typeface="Arial"/>
              </a:rPr>
              <a:t>a circular linked list with</a:t>
            </a:r>
            <a:r>
              <a:rPr sz="2400" spc="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9997" y="4985766"/>
            <a:ext cx="14681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head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0" y="4950651"/>
            <a:ext cx="3276600" cy="2206521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49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ts val="5175"/>
              </a:lnSpc>
            </a:pPr>
            <a:r>
              <a:rPr spc="-5" dirty="0"/>
              <a:t>Revisit Sparse</a:t>
            </a:r>
            <a:r>
              <a:rPr spc="-15" dirty="0"/>
              <a:t> </a:t>
            </a:r>
            <a:r>
              <a:rPr spc="-5" dirty="0"/>
              <a:t>Matrices</a:t>
            </a:r>
          </a:p>
        </p:txBody>
      </p:sp>
      <p:sp>
        <p:nvSpPr>
          <p:cNvPr id="7" name="object 7"/>
          <p:cNvSpPr/>
          <p:nvPr/>
        </p:nvSpPr>
        <p:spPr>
          <a:xfrm>
            <a:off x="4110113" y="3041142"/>
            <a:ext cx="3641725" cy="1116330"/>
          </a:xfrm>
          <a:custGeom>
            <a:avLst/>
            <a:gdLst/>
            <a:ahLst/>
            <a:cxnLst/>
            <a:rect l="l" t="t" r="r" b="b"/>
            <a:pathLst>
              <a:path w="3641725" h="1116329">
                <a:moveTo>
                  <a:pt x="0" y="0"/>
                </a:moveTo>
                <a:lnTo>
                  <a:pt x="0" y="1116330"/>
                </a:lnTo>
                <a:lnTo>
                  <a:pt x="3641598" y="1116329"/>
                </a:lnTo>
                <a:lnTo>
                  <a:pt x="364159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04017" y="3619500"/>
            <a:ext cx="3655060" cy="0"/>
          </a:xfrm>
          <a:custGeom>
            <a:avLst/>
            <a:gdLst/>
            <a:ahLst/>
            <a:cxnLst/>
            <a:rect l="l" t="t" r="r" b="b"/>
            <a:pathLst>
              <a:path w="3655059">
                <a:moveTo>
                  <a:pt x="0" y="0"/>
                </a:moveTo>
                <a:lnTo>
                  <a:pt x="365455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38635" y="3048000"/>
            <a:ext cx="0" cy="557530"/>
          </a:xfrm>
          <a:custGeom>
            <a:avLst/>
            <a:gdLst/>
            <a:ahLst/>
            <a:cxnLst/>
            <a:rect l="l" t="t" r="r" b="b"/>
            <a:pathLst>
              <a:path h="557529">
                <a:moveTo>
                  <a:pt x="0" y="0"/>
                </a:moveTo>
                <a:lnTo>
                  <a:pt x="0" y="55702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89827" y="3048000"/>
            <a:ext cx="0" cy="557530"/>
          </a:xfrm>
          <a:custGeom>
            <a:avLst/>
            <a:gdLst/>
            <a:ahLst/>
            <a:cxnLst/>
            <a:rect l="l" t="t" r="r" b="b"/>
            <a:pathLst>
              <a:path h="557529">
                <a:moveTo>
                  <a:pt x="0" y="0"/>
                </a:moveTo>
                <a:lnTo>
                  <a:pt x="0" y="55702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201033" y="3149346"/>
            <a:ext cx="3111500" cy="959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78890" algn="l"/>
                <a:tab pos="2503805" algn="l"/>
              </a:tabLst>
            </a:pPr>
            <a:r>
              <a:rPr sz="3600" spc="-7" baseline="2314" dirty="0">
                <a:latin typeface="Arial"/>
                <a:cs typeface="Arial"/>
              </a:rPr>
              <a:t>down	head	</a:t>
            </a:r>
            <a:r>
              <a:rPr sz="2400" spc="-5" dirty="0">
                <a:latin typeface="Arial"/>
                <a:cs typeface="Arial"/>
              </a:rPr>
              <a:t>right</a:t>
            </a:r>
            <a:endParaRPr sz="2400">
              <a:latin typeface="Arial"/>
              <a:cs typeface="Arial"/>
            </a:endParaRPr>
          </a:p>
          <a:p>
            <a:pPr marL="228600" algn="ctr">
              <a:lnSpc>
                <a:spcPct val="100000"/>
              </a:lnSpc>
              <a:spcBef>
                <a:spcPts val="1714"/>
              </a:spcBef>
            </a:pPr>
            <a:r>
              <a:rPr sz="2400" dirty="0">
                <a:latin typeface="Arial"/>
                <a:cs typeface="Arial"/>
              </a:rPr>
              <a:t>next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8601" y="3409188"/>
            <a:ext cx="14681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head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090809" y="4495546"/>
          <a:ext cx="4170425" cy="1112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3826"/>
                <a:gridCol w="883158"/>
                <a:gridCol w="733031"/>
                <a:gridCol w="738390"/>
                <a:gridCol w="922020"/>
              </a:tblGrid>
              <a:tr h="576071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down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699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574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head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574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row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574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col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5748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right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699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15748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6448">
                <a:tc gridSpan="5"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value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699">
                      <a:solidFill>
                        <a:srgbClr val="000000"/>
                      </a:solidFill>
                      <a:prstDash val="solid"/>
                    </a:lnL>
                    <a:lnR w="12699">
                      <a:solidFill>
                        <a:srgbClr val="000000"/>
                      </a:solidFill>
                      <a:prstDash val="solid"/>
                    </a:lnR>
                    <a:lnT w="15748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2254123" y="4809744"/>
            <a:ext cx="14668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entry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3727335" y="5912865"/>
          <a:ext cx="4535421" cy="1270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4998"/>
                <a:gridCol w="329184"/>
                <a:gridCol w="564641"/>
                <a:gridCol w="883158"/>
                <a:gridCol w="733031"/>
                <a:gridCol w="738377"/>
                <a:gridCol w="922032"/>
              </a:tblGrid>
              <a:tr h="313182"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699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699">
                      <a:solidFill>
                        <a:srgbClr val="000000"/>
                      </a:solidFill>
                      <a:prstDash val="solid"/>
                    </a:lnL>
                    <a:lnT w="12699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entry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i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j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699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0984">
                <a:tc rowSpan="2"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12699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699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699">
                      <a:solidFill>
                        <a:srgbClr val="000000"/>
                      </a:solidFill>
                      <a:prstDash val="solid"/>
                    </a:lnR>
                    <a:lnT w="12699">
                      <a:solidFill>
                        <a:srgbClr val="000000"/>
                      </a:solidFill>
                      <a:prstDash val="solid"/>
                    </a:lnT>
                    <a:lnB w="2108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91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699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6">
                  <a:txBody>
                    <a:bodyPr/>
                    <a:lstStyle/>
                    <a:p>
                      <a:pPr marR="483870" algn="ctr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sz="3600" spc="-7" baseline="13888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spc="-5" dirty="0">
                          <a:latin typeface="Arial"/>
                          <a:cs typeface="Arial"/>
                        </a:rPr>
                        <a:t>ij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699">
                      <a:solidFill>
                        <a:srgbClr val="000000"/>
                      </a:solidFill>
                      <a:prstDash val="solid"/>
                    </a:lnL>
                    <a:lnR w="12699">
                      <a:solidFill>
                        <a:srgbClr val="000000"/>
                      </a:solidFill>
                      <a:prstDash val="solid"/>
                    </a:lnR>
                    <a:lnT w="21082">
                      <a:solidFill>
                        <a:srgbClr val="000000"/>
                      </a:solidFill>
                      <a:prstDash val="solid"/>
                    </a:lnT>
                    <a:lnB w="12699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3712349" y="623087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59">
                <a:moveTo>
                  <a:pt x="76200" y="403098"/>
                </a:moveTo>
                <a:lnTo>
                  <a:pt x="44226" y="445102"/>
                </a:lnTo>
                <a:lnTo>
                  <a:pt x="44196" y="454151"/>
                </a:lnTo>
                <a:lnTo>
                  <a:pt x="31242" y="454151"/>
                </a:lnTo>
                <a:lnTo>
                  <a:pt x="31242" y="445816"/>
                </a:lnTo>
                <a:lnTo>
                  <a:pt x="0" y="403098"/>
                </a:lnTo>
                <a:lnTo>
                  <a:pt x="31242" y="509575"/>
                </a:lnTo>
                <a:lnTo>
                  <a:pt x="31242" y="454151"/>
                </a:lnTo>
                <a:lnTo>
                  <a:pt x="31269" y="509670"/>
                </a:lnTo>
                <a:lnTo>
                  <a:pt x="37337" y="530351"/>
                </a:lnTo>
                <a:lnTo>
                  <a:pt x="76200" y="403098"/>
                </a:lnTo>
                <a:close/>
              </a:path>
              <a:path w="76200" h="530859">
                <a:moveTo>
                  <a:pt x="37337" y="454151"/>
                </a:moveTo>
                <a:lnTo>
                  <a:pt x="31269" y="445854"/>
                </a:lnTo>
                <a:lnTo>
                  <a:pt x="31242" y="454151"/>
                </a:lnTo>
                <a:lnTo>
                  <a:pt x="37337" y="454151"/>
                </a:lnTo>
                <a:close/>
              </a:path>
              <a:path w="76200" h="530859">
                <a:moveTo>
                  <a:pt x="45720" y="0"/>
                </a:moveTo>
                <a:lnTo>
                  <a:pt x="32766" y="0"/>
                </a:lnTo>
                <a:lnTo>
                  <a:pt x="31269" y="445854"/>
                </a:lnTo>
                <a:lnTo>
                  <a:pt x="37337" y="454151"/>
                </a:lnTo>
                <a:lnTo>
                  <a:pt x="44226" y="445102"/>
                </a:lnTo>
                <a:lnTo>
                  <a:pt x="45720" y="0"/>
                </a:lnTo>
                <a:close/>
              </a:path>
              <a:path w="76200" h="530859">
                <a:moveTo>
                  <a:pt x="44226" y="445102"/>
                </a:moveTo>
                <a:lnTo>
                  <a:pt x="37337" y="454151"/>
                </a:lnTo>
                <a:lnTo>
                  <a:pt x="44196" y="454151"/>
                </a:lnTo>
                <a:lnTo>
                  <a:pt x="44226" y="445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02765" y="6179820"/>
            <a:ext cx="1001394" cy="76200"/>
          </a:xfrm>
          <a:custGeom>
            <a:avLst/>
            <a:gdLst/>
            <a:ahLst/>
            <a:cxnLst/>
            <a:rect l="l" t="t" r="r" b="b"/>
            <a:pathLst>
              <a:path w="1001395" h="76200">
                <a:moveTo>
                  <a:pt x="925055" y="38100"/>
                </a:moveTo>
                <a:lnTo>
                  <a:pt x="917010" y="32004"/>
                </a:lnTo>
                <a:lnTo>
                  <a:pt x="0" y="32004"/>
                </a:lnTo>
                <a:lnTo>
                  <a:pt x="0" y="44195"/>
                </a:lnTo>
                <a:lnTo>
                  <a:pt x="917010" y="44195"/>
                </a:lnTo>
                <a:lnTo>
                  <a:pt x="925055" y="38100"/>
                </a:lnTo>
                <a:close/>
              </a:path>
              <a:path w="1001395" h="76200">
                <a:moveTo>
                  <a:pt x="1001255" y="38100"/>
                </a:moveTo>
                <a:lnTo>
                  <a:pt x="874776" y="0"/>
                </a:lnTo>
                <a:lnTo>
                  <a:pt x="917010" y="32003"/>
                </a:lnTo>
                <a:lnTo>
                  <a:pt x="925068" y="32004"/>
                </a:lnTo>
                <a:lnTo>
                  <a:pt x="925068" y="61050"/>
                </a:lnTo>
                <a:lnTo>
                  <a:pt x="1001255" y="38100"/>
                </a:lnTo>
                <a:close/>
              </a:path>
              <a:path w="1001395" h="76200">
                <a:moveTo>
                  <a:pt x="925068" y="61050"/>
                </a:moveTo>
                <a:lnTo>
                  <a:pt x="925068" y="44195"/>
                </a:lnTo>
                <a:lnTo>
                  <a:pt x="917010" y="44195"/>
                </a:lnTo>
                <a:lnTo>
                  <a:pt x="874776" y="76200"/>
                </a:lnTo>
                <a:lnTo>
                  <a:pt x="925068" y="61050"/>
                </a:lnTo>
                <a:close/>
              </a:path>
              <a:path w="1001395" h="76200">
                <a:moveTo>
                  <a:pt x="925055" y="44195"/>
                </a:moveTo>
                <a:lnTo>
                  <a:pt x="925055" y="38100"/>
                </a:lnTo>
                <a:lnTo>
                  <a:pt x="917010" y="44195"/>
                </a:lnTo>
                <a:lnTo>
                  <a:pt x="925055" y="44195"/>
                </a:lnTo>
                <a:close/>
              </a:path>
              <a:path w="1001395" h="76200">
                <a:moveTo>
                  <a:pt x="925068" y="44195"/>
                </a:moveTo>
                <a:lnTo>
                  <a:pt x="925068" y="32004"/>
                </a:lnTo>
                <a:lnTo>
                  <a:pt x="917010" y="32004"/>
                </a:lnTo>
                <a:lnTo>
                  <a:pt x="925055" y="38100"/>
                </a:lnTo>
                <a:lnTo>
                  <a:pt x="925055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43148" y="6260591"/>
            <a:ext cx="28448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05"/>
              </a:lnSpc>
            </a:pPr>
            <a:r>
              <a:rPr sz="3600" spc="-15" baseline="13888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ij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35201" y="1681225"/>
            <a:ext cx="6981825" cy="1094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7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•# of head nodes </a:t>
            </a:r>
            <a:r>
              <a:rPr sz="2400" dirty="0">
                <a:solidFill>
                  <a:srgbClr val="6500FF"/>
                </a:solidFill>
                <a:latin typeface="Arial"/>
                <a:cs typeface="Arial"/>
              </a:rPr>
              <a:t>=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max{# of rows, # of</a:t>
            </a:r>
            <a:r>
              <a:rPr sz="2400" spc="-35" dirty="0">
                <a:solidFill>
                  <a:srgbClr val="6500FF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500FF"/>
                </a:solidFill>
                <a:latin typeface="Arial"/>
                <a:cs typeface="Arial"/>
              </a:rPr>
              <a:t>columns}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870"/>
              </a:lnSpc>
              <a:spcBef>
                <a:spcPts val="100"/>
              </a:spcBef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•The field head is used </a:t>
            </a:r>
            <a:r>
              <a:rPr sz="2400" dirty="0">
                <a:solidFill>
                  <a:srgbClr val="6500FF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distinguish between head  nodes and </a:t>
            </a:r>
            <a:r>
              <a:rPr sz="2400" dirty="0">
                <a:solidFill>
                  <a:srgbClr val="6500FF"/>
                </a:solidFill>
                <a:latin typeface="Arial"/>
                <a:cs typeface="Arial"/>
              </a:rPr>
              <a:t>entry</a:t>
            </a:r>
            <a:r>
              <a:rPr sz="2400" spc="-30" dirty="0">
                <a:solidFill>
                  <a:srgbClr val="6500FF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nodes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03006" y="3101340"/>
            <a:ext cx="1854200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6500FF"/>
                </a:solidFill>
                <a:latin typeface="PMingLiU"/>
                <a:cs typeface="PMingLiU"/>
              </a:rPr>
              <a:t>連同一列元素</a:t>
            </a:r>
            <a:endParaRPr sz="2400">
              <a:latin typeface="PMingLiU"/>
              <a:cs typeface="PMingLiU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29609" y="3011157"/>
            <a:ext cx="330200" cy="1854200"/>
          </a:xfrm>
          <a:prstGeom prst="rect">
            <a:avLst/>
          </a:prstGeom>
        </p:spPr>
        <p:txBody>
          <a:bodyPr vert="eaVert" wrap="square" lIns="0" tIns="0" rIns="0" bIns="0" rtlCol="0">
            <a:spAutoFit/>
          </a:bodyPr>
          <a:lstStyle/>
          <a:p>
            <a:pPr marL="12700">
              <a:lnSpc>
                <a:spcPct val="60000"/>
              </a:lnSpc>
            </a:pPr>
            <a:r>
              <a:rPr sz="2400" dirty="0">
                <a:solidFill>
                  <a:srgbClr val="6500FF"/>
                </a:solidFill>
                <a:latin typeface="PMingLiU"/>
                <a:cs typeface="PMingLiU"/>
              </a:rPr>
              <a:t>連同一行元素</a:t>
            </a:r>
            <a:endParaRPr sz="2400" dirty="0">
              <a:latin typeface="PMingLiU"/>
              <a:cs typeface="PMingLiU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708152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-5" dirty="0"/>
              <a:t>Linked </a:t>
            </a:r>
            <a:r>
              <a:rPr sz="4000" dirty="0"/>
              <a:t>Representation </a:t>
            </a:r>
            <a:r>
              <a:rPr sz="4000" spc="-5" dirty="0"/>
              <a:t>of </a:t>
            </a:r>
            <a:r>
              <a:rPr sz="4000" dirty="0"/>
              <a:t>A</a:t>
            </a:r>
            <a:r>
              <a:rPr sz="4000" spc="-85" dirty="0"/>
              <a:t> </a:t>
            </a:r>
            <a:r>
              <a:rPr sz="4000" spc="-5" dirty="0"/>
              <a:t>Sparse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140906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Matrix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9319" y="2360676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7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29319" y="2360676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7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29319" y="236067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69" h="233680">
                <a:moveTo>
                  <a:pt x="0" y="0"/>
                </a:moveTo>
                <a:lnTo>
                  <a:pt x="0" y="233172"/>
                </a:lnTo>
                <a:lnTo>
                  <a:pt x="217169" y="233172"/>
                </a:lnTo>
                <a:lnTo>
                  <a:pt x="217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29319" y="236067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69" h="233680">
                <a:moveTo>
                  <a:pt x="0" y="0"/>
                </a:moveTo>
                <a:lnTo>
                  <a:pt x="0" y="233172"/>
                </a:lnTo>
                <a:lnTo>
                  <a:pt x="217169" y="233172"/>
                </a:lnTo>
                <a:lnTo>
                  <a:pt x="2171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46489" y="236067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69" h="233680">
                <a:moveTo>
                  <a:pt x="0" y="0"/>
                </a:moveTo>
                <a:lnTo>
                  <a:pt x="0" y="233172"/>
                </a:lnTo>
                <a:lnTo>
                  <a:pt x="217169" y="233172"/>
                </a:lnTo>
                <a:lnTo>
                  <a:pt x="217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546489" y="236067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69" h="233680">
                <a:moveTo>
                  <a:pt x="0" y="0"/>
                </a:moveTo>
                <a:lnTo>
                  <a:pt x="0" y="233172"/>
                </a:lnTo>
                <a:lnTo>
                  <a:pt x="217169" y="233172"/>
                </a:lnTo>
                <a:lnTo>
                  <a:pt x="2171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63659" y="2360676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39" h="233680">
                <a:moveTo>
                  <a:pt x="0" y="0"/>
                </a:moveTo>
                <a:lnTo>
                  <a:pt x="0" y="233172"/>
                </a:lnTo>
                <a:lnTo>
                  <a:pt x="217931" y="233171"/>
                </a:lnTo>
                <a:lnTo>
                  <a:pt x="217931" y="0"/>
                </a:lnTo>
                <a:lnTo>
                  <a:pt x="0" y="0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63659" y="2360676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39" h="233680">
                <a:moveTo>
                  <a:pt x="0" y="0"/>
                </a:moveTo>
                <a:lnTo>
                  <a:pt x="0" y="233172"/>
                </a:lnTo>
                <a:lnTo>
                  <a:pt x="217931" y="233171"/>
                </a:lnTo>
                <a:lnTo>
                  <a:pt x="2179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593975" y="2364994"/>
            <a:ext cx="34226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 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981591" y="236067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69" h="233680">
                <a:moveTo>
                  <a:pt x="0" y="0"/>
                </a:moveTo>
                <a:lnTo>
                  <a:pt x="0" y="233171"/>
                </a:lnTo>
                <a:lnTo>
                  <a:pt x="217169" y="233171"/>
                </a:lnTo>
                <a:lnTo>
                  <a:pt x="217169" y="0"/>
                </a:lnTo>
                <a:lnTo>
                  <a:pt x="0" y="0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81591" y="236067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69" h="233680">
                <a:moveTo>
                  <a:pt x="0" y="0"/>
                </a:moveTo>
                <a:lnTo>
                  <a:pt x="0" y="233171"/>
                </a:lnTo>
                <a:lnTo>
                  <a:pt x="217169" y="233171"/>
                </a:lnTo>
                <a:lnTo>
                  <a:pt x="21716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29319" y="3211067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8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29319" y="3211067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8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329319" y="3211067"/>
            <a:ext cx="434340" cy="234315"/>
          </a:xfrm>
          <a:custGeom>
            <a:avLst/>
            <a:gdLst/>
            <a:ahLst/>
            <a:cxnLst/>
            <a:rect l="l" t="t" r="r" b="b"/>
            <a:pathLst>
              <a:path w="434339" h="234314">
                <a:moveTo>
                  <a:pt x="0" y="0"/>
                </a:moveTo>
                <a:lnTo>
                  <a:pt x="0" y="233933"/>
                </a:lnTo>
                <a:lnTo>
                  <a:pt x="434339" y="233933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29319" y="3211067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39" h="233679">
                <a:moveTo>
                  <a:pt x="0" y="0"/>
                </a:moveTo>
                <a:lnTo>
                  <a:pt x="0" y="233171"/>
                </a:lnTo>
                <a:lnTo>
                  <a:pt x="434339" y="233171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763659" y="3211067"/>
            <a:ext cx="435609" cy="234315"/>
          </a:xfrm>
          <a:custGeom>
            <a:avLst/>
            <a:gdLst/>
            <a:ahLst/>
            <a:cxnLst/>
            <a:rect l="l" t="t" r="r" b="b"/>
            <a:pathLst>
              <a:path w="435610" h="234314">
                <a:moveTo>
                  <a:pt x="0" y="0"/>
                </a:moveTo>
                <a:lnTo>
                  <a:pt x="0" y="233934"/>
                </a:lnTo>
                <a:lnTo>
                  <a:pt x="435101" y="233934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63659" y="3211067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79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29319" y="4063746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8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329319" y="4063746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8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29319" y="4063746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39" h="233679">
                <a:moveTo>
                  <a:pt x="0" y="0"/>
                </a:moveTo>
                <a:lnTo>
                  <a:pt x="0" y="233172"/>
                </a:lnTo>
                <a:lnTo>
                  <a:pt x="434339" y="233172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29319" y="4063746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39" h="233679">
                <a:moveTo>
                  <a:pt x="0" y="0"/>
                </a:moveTo>
                <a:lnTo>
                  <a:pt x="0" y="233172"/>
                </a:lnTo>
                <a:lnTo>
                  <a:pt x="434339" y="233172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63659" y="406374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79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63659" y="406374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79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329319" y="4914900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8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29319" y="4914900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1" y="479298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329319" y="4914900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39" h="233679">
                <a:moveTo>
                  <a:pt x="0" y="0"/>
                </a:moveTo>
                <a:lnTo>
                  <a:pt x="0" y="233172"/>
                </a:lnTo>
                <a:lnTo>
                  <a:pt x="434339" y="233172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329319" y="4914900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39" h="233679">
                <a:moveTo>
                  <a:pt x="0" y="0"/>
                </a:moveTo>
                <a:lnTo>
                  <a:pt x="0" y="233172"/>
                </a:lnTo>
                <a:lnTo>
                  <a:pt x="434339" y="233172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763659" y="4914900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79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763659" y="4914900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79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329319" y="5766815"/>
            <a:ext cx="869950" cy="480059"/>
          </a:xfrm>
          <a:custGeom>
            <a:avLst/>
            <a:gdLst/>
            <a:ahLst/>
            <a:cxnLst/>
            <a:rect l="l" t="t" r="r" b="b"/>
            <a:pathLst>
              <a:path w="869950" h="480060">
                <a:moveTo>
                  <a:pt x="0" y="0"/>
                </a:moveTo>
                <a:lnTo>
                  <a:pt x="0" y="480060"/>
                </a:lnTo>
                <a:lnTo>
                  <a:pt x="869441" y="480060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329319" y="5766815"/>
            <a:ext cx="869950" cy="480059"/>
          </a:xfrm>
          <a:custGeom>
            <a:avLst/>
            <a:gdLst/>
            <a:ahLst/>
            <a:cxnLst/>
            <a:rect l="l" t="t" r="r" b="b"/>
            <a:pathLst>
              <a:path w="869950" h="480060">
                <a:moveTo>
                  <a:pt x="0" y="0"/>
                </a:moveTo>
                <a:lnTo>
                  <a:pt x="0" y="480060"/>
                </a:lnTo>
                <a:lnTo>
                  <a:pt x="869441" y="480060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329319" y="5766815"/>
            <a:ext cx="434340" cy="234315"/>
          </a:xfrm>
          <a:custGeom>
            <a:avLst/>
            <a:gdLst/>
            <a:ahLst/>
            <a:cxnLst/>
            <a:rect l="l" t="t" r="r" b="b"/>
            <a:pathLst>
              <a:path w="434339" h="234314">
                <a:moveTo>
                  <a:pt x="0" y="0"/>
                </a:moveTo>
                <a:lnTo>
                  <a:pt x="0" y="233934"/>
                </a:lnTo>
                <a:lnTo>
                  <a:pt x="434339" y="233934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329319" y="5766815"/>
            <a:ext cx="434340" cy="234315"/>
          </a:xfrm>
          <a:custGeom>
            <a:avLst/>
            <a:gdLst/>
            <a:ahLst/>
            <a:cxnLst/>
            <a:rect l="l" t="t" r="r" b="b"/>
            <a:pathLst>
              <a:path w="434339" h="234314">
                <a:moveTo>
                  <a:pt x="0" y="0"/>
                </a:moveTo>
                <a:lnTo>
                  <a:pt x="0" y="233934"/>
                </a:lnTo>
                <a:lnTo>
                  <a:pt x="434339" y="233934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763659" y="5766815"/>
            <a:ext cx="435609" cy="234315"/>
          </a:xfrm>
          <a:custGeom>
            <a:avLst/>
            <a:gdLst/>
            <a:ahLst/>
            <a:cxnLst/>
            <a:rect l="l" t="t" r="r" b="b"/>
            <a:pathLst>
              <a:path w="435610" h="234314">
                <a:moveTo>
                  <a:pt x="0" y="0"/>
                </a:moveTo>
                <a:lnTo>
                  <a:pt x="0" y="233934"/>
                </a:lnTo>
                <a:lnTo>
                  <a:pt x="435101" y="233934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763659" y="5766815"/>
            <a:ext cx="435609" cy="234315"/>
          </a:xfrm>
          <a:custGeom>
            <a:avLst/>
            <a:gdLst/>
            <a:ahLst/>
            <a:cxnLst/>
            <a:rect l="l" t="t" r="r" b="b"/>
            <a:pathLst>
              <a:path w="435610" h="234314">
                <a:moveTo>
                  <a:pt x="0" y="0"/>
                </a:moveTo>
                <a:lnTo>
                  <a:pt x="0" y="233934"/>
                </a:lnTo>
                <a:lnTo>
                  <a:pt x="435101" y="233934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784739" y="236067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5" h="479425">
                <a:moveTo>
                  <a:pt x="0" y="0"/>
                </a:moveTo>
                <a:lnTo>
                  <a:pt x="0" y="479297"/>
                </a:lnTo>
                <a:lnTo>
                  <a:pt x="870203" y="479297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784739" y="236067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5" h="479425">
                <a:moveTo>
                  <a:pt x="0" y="0"/>
                </a:moveTo>
                <a:lnTo>
                  <a:pt x="0" y="479297"/>
                </a:lnTo>
                <a:lnTo>
                  <a:pt x="870203" y="479297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784739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84739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19841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19841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242445" y="2360676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7"/>
                </a:lnTo>
                <a:lnTo>
                  <a:pt x="869441" y="479297"/>
                </a:lnTo>
                <a:lnTo>
                  <a:pt x="86944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241683" y="236067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5" h="479425">
                <a:moveTo>
                  <a:pt x="0" y="0"/>
                </a:moveTo>
                <a:lnTo>
                  <a:pt x="0" y="479297"/>
                </a:lnTo>
                <a:lnTo>
                  <a:pt x="870203" y="479297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242445" y="2360676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39" h="233680">
                <a:moveTo>
                  <a:pt x="0" y="0"/>
                </a:moveTo>
                <a:lnTo>
                  <a:pt x="0" y="233171"/>
                </a:lnTo>
                <a:lnTo>
                  <a:pt x="434339" y="233171"/>
                </a:lnTo>
                <a:lnTo>
                  <a:pt x="43433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241683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676785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676785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10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699377" y="236067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4" h="479425">
                <a:moveTo>
                  <a:pt x="0" y="0"/>
                </a:moveTo>
                <a:lnTo>
                  <a:pt x="0" y="479297"/>
                </a:lnTo>
                <a:lnTo>
                  <a:pt x="870203" y="479297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699377" y="236067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4" h="479425">
                <a:moveTo>
                  <a:pt x="0" y="0"/>
                </a:moveTo>
                <a:lnTo>
                  <a:pt x="0" y="479297"/>
                </a:lnTo>
                <a:lnTo>
                  <a:pt x="870203" y="479297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699377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699377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34491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134491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8157095" y="2360676"/>
            <a:ext cx="869950" cy="479425"/>
          </a:xfrm>
          <a:custGeom>
            <a:avLst/>
            <a:gdLst/>
            <a:ahLst/>
            <a:cxnLst/>
            <a:rect l="l" t="t" r="r" b="b"/>
            <a:pathLst>
              <a:path w="869950" h="479425">
                <a:moveTo>
                  <a:pt x="0" y="0"/>
                </a:moveTo>
                <a:lnTo>
                  <a:pt x="0" y="479298"/>
                </a:lnTo>
                <a:lnTo>
                  <a:pt x="869442" y="479298"/>
                </a:lnTo>
                <a:lnTo>
                  <a:pt x="8694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8156320" y="236067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4" h="479425">
                <a:moveTo>
                  <a:pt x="0" y="0"/>
                </a:moveTo>
                <a:lnTo>
                  <a:pt x="0" y="479298"/>
                </a:lnTo>
                <a:lnTo>
                  <a:pt x="870203" y="479298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157095" y="2360676"/>
            <a:ext cx="434340" cy="233679"/>
          </a:xfrm>
          <a:custGeom>
            <a:avLst/>
            <a:gdLst/>
            <a:ahLst/>
            <a:cxnLst/>
            <a:rect l="l" t="t" r="r" b="b"/>
            <a:pathLst>
              <a:path w="434340" h="233680">
                <a:moveTo>
                  <a:pt x="0" y="0"/>
                </a:moveTo>
                <a:lnTo>
                  <a:pt x="0" y="233171"/>
                </a:lnTo>
                <a:lnTo>
                  <a:pt x="434340" y="233171"/>
                </a:lnTo>
                <a:lnTo>
                  <a:pt x="4343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8156320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1"/>
                </a:lnTo>
                <a:lnTo>
                  <a:pt x="435101" y="233171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8591422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591422" y="2360676"/>
            <a:ext cx="435609" cy="233679"/>
          </a:xfrm>
          <a:custGeom>
            <a:avLst/>
            <a:gdLst/>
            <a:ahLst/>
            <a:cxnLst/>
            <a:rect l="l" t="t" r="r" b="b"/>
            <a:pathLst>
              <a:path w="435609" h="233680">
                <a:moveTo>
                  <a:pt x="0" y="0"/>
                </a:moveTo>
                <a:lnTo>
                  <a:pt x="0" y="233172"/>
                </a:lnTo>
                <a:lnTo>
                  <a:pt x="435101" y="233172"/>
                </a:lnTo>
                <a:lnTo>
                  <a:pt x="43510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6699377" y="3228594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4" h="479425">
                <a:moveTo>
                  <a:pt x="0" y="0"/>
                </a:moveTo>
                <a:lnTo>
                  <a:pt x="0" y="479297"/>
                </a:lnTo>
                <a:lnTo>
                  <a:pt x="870203" y="479297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699377" y="3228594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1"/>
                </a:lnTo>
                <a:lnTo>
                  <a:pt x="217170" y="233171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916546" y="3228594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40" h="233679">
                <a:moveTo>
                  <a:pt x="0" y="0"/>
                </a:moveTo>
                <a:lnTo>
                  <a:pt x="0" y="233171"/>
                </a:lnTo>
                <a:lnTo>
                  <a:pt x="217931" y="233171"/>
                </a:lnTo>
                <a:lnTo>
                  <a:pt x="2179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7134491" y="3228594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1"/>
                </a:lnTo>
                <a:lnTo>
                  <a:pt x="217170" y="233171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7351648" y="3228594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40" h="233679">
                <a:moveTo>
                  <a:pt x="0" y="0"/>
                </a:moveTo>
                <a:lnTo>
                  <a:pt x="0" y="233171"/>
                </a:lnTo>
                <a:lnTo>
                  <a:pt x="217931" y="233171"/>
                </a:lnTo>
                <a:lnTo>
                  <a:pt x="2179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784739" y="4063746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5" h="479425">
                <a:moveTo>
                  <a:pt x="0" y="0"/>
                </a:moveTo>
                <a:lnTo>
                  <a:pt x="0" y="479298"/>
                </a:lnTo>
                <a:lnTo>
                  <a:pt x="870203" y="479298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84739" y="406374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2"/>
                </a:lnTo>
                <a:lnTo>
                  <a:pt x="217170" y="233172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001909" y="4063746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39" h="233679">
                <a:moveTo>
                  <a:pt x="0" y="0"/>
                </a:moveTo>
                <a:lnTo>
                  <a:pt x="0" y="233172"/>
                </a:lnTo>
                <a:lnTo>
                  <a:pt x="217932" y="233172"/>
                </a:lnTo>
                <a:lnTo>
                  <a:pt x="217932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19841" y="4063746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2"/>
                </a:lnTo>
                <a:lnTo>
                  <a:pt x="217170" y="233172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4050157" y="4068826"/>
            <a:ext cx="34163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 </a:t>
            </a:r>
            <a:r>
              <a:rPr sz="1400" spc="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0</a:t>
            </a:r>
            <a:endParaRPr sz="1400">
              <a:latin typeface="Arial"/>
              <a:cs typeface="Arial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437011" y="4063746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39" h="233679">
                <a:moveTo>
                  <a:pt x="0" y="0"/>
                </a:moveTo>
                <a:lnTo>
                  <a:pt x="0" y="233172"/>
                </a:lnTo>
                <a:lnTo>
                  <a:pt x="217932" y="233172"/>
                </a:lnTo>
                <a:lnTo>
                  <a:pt x="217932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241683" y="4936997"/>
            <a:ext cx="870585" cy="479425"/>
          </a:xfrm>
          <a:custGeom>
            <a:avLst/>
            <a:gdLst/>
            <a:ahLst/>
            <a:cxnLst/>
            <a:rect l="l" t="t" r="r" b="b"/>
            <a:pathLst>
              <a:path w="870585" h="479425">
                <a:moveTo>
                  <a:pt x="0" y="0"/>
                </a:moveTo>
                <a:lnTo>
                  <a:pt x="0" y="479298"/>
                </a:lnTo>
                <a:lnTo>
                  <a:pt x="870203" y="479298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241683" y="4936997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39" h="233679">
                <a:moveTo>
                  <a:pt x="0" y="0"/>
                </a:moveTo>
                <a:lnTo>
                  <a:pt x="0" y="233172"/>
                </a:lnTo>
                <a:lnTo>
                  <a:pt x="217932" y="233172"/>
                </a:lnTo>
                <a:lnTo>
                  <a:pt x="217932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459615" y="4936997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2"/>
                </a:lnTo>
                <a:lnTo>
                  <a:pt x="217170" y="233172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676785" y="4936997"/>
            <a:ext cx="218440" cy="233679"/>
          </a:xfrm>
          <a:custGeom>
            <a:avLst/>
            <a:gdLst/>
            <a:ahLst/>
            <a:cxnLst/>
            <a:rect l="l" t="t" r="r" b="b"/>
            <a:pathLst>
              <a:path w="218439" h="233679">
                <a:moveTo>
                  <a:pt x="0" y="0"/>
                </a:moveTo>
                <a:lnTo>
                  <a:pt x="0" y="233172"/>
                </a:lnTo>
                <a:lnTo>
                  <a:pt x="217932" y="233172"/>
                </a:lnTo>
                <a:lnTo>
                  <a:pt x="217932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507101" y="4942078"/>
            <a:ext cx="34226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 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1</a:t>
            </a:r>
            <a:endParaRPr sz="1400">
              <a:latin typeface="Arial"/>
              <a:cs typeface="Arial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5894717" y="4936997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2"/>
                </a:lnTo>
                <a:lnTo>
                  <a:pt x="217170" y="233172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894717" y="4936997"/>
            <a:ext cx="217170" cy="233679"/>
          </a:xfrm>
          <a:custGeom>
            <a:avLst/>
            <a:gdLst/>
            <a:ahLst/>
            <a:cxnLst/>
            <a:rect l="l" t="t" r="r" b="b"/>
            <a:pathLst>
              <a:path w="217170" h="233679">
                <a:moveTo>
                  <a:pt x="0" y="0"/>
                </a:moveTo>
                <a:lnTo>
                  <a:pt x="0" y="233172"/>
                </a:lnTo>
                <a:lnTo>
                  <a:pt x="217170" y="233172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185277" y="5766815"/>
            <a:ext cx="870585" cy="480059"/>
          </a:xfrm>
          <a:custGeom>
            <a:avLst/>
            <a:gdLst/>
            <a:ahLst/>
            <a:cxnLst/>
            <a:rect l="l" t="t" r="r" b="b"/>
            <a:pathLst>
              <a:path w="870584" h="480060">
                <a:moveTo>
                  <a:pt x="0" y="0"/>
                </a:moveTo>
                <a:lnTo>
                  <a:pt x="0" y="480060"/>
                </a:lnTo>
                <a:lnTo>
                  <a:pt x="870203" y="480060"/>
                </a:lnTo>
                <a:lnTo>
                  <a:pt x="87020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8185277" y="5766815"/>
            <a:ext cx="217170" cy="234315"/>
          </a:xfrm>
          <a:custGeom>
            <a:avLst/>
            <a:gdLst/>
            <a:ahLst/>
            <a:cxnLst/>
            <a:rect l="l" t="t" r="r" b="b"/>
            <a:pathLst>
              <a:path w="217170" h="234314">
                <a:moveTo>
                  <a:pt x="0" y="0"/>
                </a:moveTo>
                <a:lnTo>
                  <a:pt x="0" y="233934"/>
                </a:lnTo>
                <a:lnTo>
                  <a:pt x="217170" y="233934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8402446" y="5766815"/>
            <a:ext cx="218440" cy="234315"/>
          </a:xfrm>
          <a:custGeom>
            <a:avLst/>
            <a:gdLst/>
            <a:ahLst/>
            <a:cxnLst/>
            <a:rect l="l" t="t" r="r" b="b"/>
            <a:pathLst>
              <a:path w="218440" h="234314">
                <a:moveTo>
                  <a:pt x="0" y="0"/>
                </a:moveTo>
                <a:lnTo>
                  <a:pt x="0" y="233934"/>
                </a:lnTo>
                <a:lnTo>
                  <a:pt x="217931" y="233934"/>
                </a:lnTo>
                <a:lnTo>
                  <a:pt x="2179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8620391" y="5766815"/>
            <a:ext cx="217170" cy="234315"/>
          </a:xfrm>
          <a:custGeom>
            <a:avLst/>
            <a:gdLst/>
            <a:ahLst/>
            <a:cxnLst/>
            <a:rect l="l" t="t" r="r" b="b"/>
            <a:pathLst>
              <a:path w="217170" h="234314">
                <a:moveTo>
                  <a:pt x="0" y="0"/>
                </a:moveTo>
                <a:lnTo>
                  <a:pt x="0" y="233934"/>
                </a:lnTo>
                <a:lnTo>
                  <a:pt x="217170" y="233934"/>
                </a:lnTo>
                <a:lnTo>
                  <a:pt x="217170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8450706" y="5771896"/>
            <a:ext cx="34163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 </a:t>
            </a:r>
            <a:r>
              <a:rPr sz="1400" spc="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8837548" y="5766815"/>
            <a:ext cx="218440" cy="234315"/>
          </a:xfrm>
          <a:custGeom>
            <a:avLst/>
            <a:gdLst/>
            <a:ahLst/>
            <a:cxnLst/>
            <a:rect l="l" t="t" r="r" b="b"/>
            <a:pathLst>
              <a:path w="218440" h="234314">
                <a:moveTo>
                  <a:pt x="0" y="0"/>
                </a:moveTo>
                <a:lnTo>
                  <a:pt x="0" y="233934"/>
                </a:lnTo>
                <a:lnTo>
                  <a:pt x="217931" y="233934"/>
                </a:lnTo>
                <a:lnTo>
                  <a:pt x="21793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082937" y="2458973"/>
            <a:ext cx="725805" cy="76200"/>
          </a:xfrm>
          <a:custGeom>
            <a:avLst/>
            <a:gdLst/>
            <a:ahLst/>
            <a:cxnLst/>
            <a:rect l="l" t="t" r="r" b="b"/>
            <a:pathLst>
              <a:path w="725804" h="76200">
                <a:moveTo>
                  <a:pt x="666749" y="38099"/>
                </a:moveTo>
                <a:lnTo>
                  <a:pt x="665225" y="34289"/>
                </a:lnTo>
                <a:lnTo>
                  <a:pt x="662178" y="32765"/>
                </a:lnTo>
                <a:lnTo>
                  <a:pt x="4571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1" y="42671"/>
                </a:lnTo>
                <a:lnTo>
                  <a:pt x="662178" y="42671"/>
                </a:lnTo>
                <a:lnTo>
                  <a:pt x="665225" y="41147"/>
                </a:lnTo>
                <a:lnTo>
                  <a:pt x="666749" y="38099"/>
                </a:lnTo>
                <a:close/>
              </a:path>
              <a:path w="725804" h="76200">
                <a:moveTo>
                  <a:pt x="725423" y="38099"/>
                </a:moveTo>
                <a:lnTo>
                  <a:pt x="649223" y="0"/>
                </a:lnTo>
                <a:lnTo>
                  <a:pt x="649223" y="32765"/>
                </a:lnTo>
                <a:lnTo>
                  <a:pt x="662178" y="32765"/>
                </a:lnTo>
                <a:lnTo>
                  <a:pt x="665225" y="34289"/>
                </a:lnTo>
                <a:lnTo>
                  <a:pt x="666749" y="38099"/>
                </a:lnTo>
                <a:lnTo>
                  <a:pt x="666749" y="67436"/>
                </a:lnTo>
                <a:lnTo>
                  <a:pt x="725423" y="38099"/>
                </a:lnTo>
                <a:close/>
              </a:path>
              <a:path w="725804" h="76200">
                <a:moveTo>
                  <a:pt x="666749" y="67436"/>
                </a:moveTo>
                <a:lnTo>
                  <a:pt x="666749" y="38099"/>
                </a:lnTo>
                <a:lnTo>
                  <a:pt x="665225" y="41147"/>
                </a:lnTo>
                <a:lnTo>
                  <a:pt x="662178" y="42671"/>
                </a:lnTo>
                <a:lnTo>
                  <a:pt x="649223" y="42671"/>
                </a:lnTo>
                <a:lnTo>
                  <a:pt x="649223" y="76199"/>
                </a:lnTo>
                <a:lnTo>
                  <a:pt x="666749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524641" y="2674620"/>
            <a:ext cx="725805" cy="76200"/>
          </a:xfrm>
          <a:custGeom>
            <a:avLst/>
            <a:gdLst/>
            <a:ahLst/>
            <a:cxnLst/>
            <a:rect l="l" t="t" r="r" b="b"/>
            <a:pathLst>
              <a:path w="725804" h="76200">
                <a:moveTo>
                  <a:pt x="666750" y="38100"/>
                </a:moveTo>
                <a:lnTo>
                  <a:pt x="665226" y="35052"/>
                </a:lnTo>
                <a:lnTo>
                  <a:pt x="662177" y="33528"/>
                </a:lnTo>
                <a:lnTo>
                  <a:pt x="4571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71" y="42672"/>
                </a:lnTo>
                <a:lnTo>
                  <a:pt x="662177" y="42672"/>
                </a:lnTo>
                <a:lnTo>
                  <a:pt x="665226" y="41910"/>
                </a:lnTo>
                <a:lnTo>
                  <a:pt x="666750" y="38100"/>
                </a:lnTo>
                <a:close/>
              </a:path>
              <a:path w="725804" h="76200">
                <a:moveTo>
                  <a:pt x="725424" y="38100"/>
                </a:moveTo>
                <a:lnTo>
                  <a:pt x="649224" y="0"/>
                </a:lnTo>
                <a:lnTo>
                  <a:pt x="649224" y="33528"/>
                </a:lnTo>
                <a:lnTo>
                  <a:pt x="662177" y="33528"/>
                </a:lnTo>
                <a:lnTo>
                  <a:pt x="665226" y="35052"/>
                </a:lnTo>
                <a:lnTo>
                  <a:pt x="666750" y="38100"/>
                </a:lnTo>
                <a:lnTo>
                  <a:pt x="666750" y="67437"/>
                </a:lnTo>
                <a:lnTo>
                  <a:pt x="725424" y="38100"/>
                </a:lnTo>
                <a:close/>
              </a:path>
              <a:path w="725804" h="76200">
                <a:moveTo>
                  <a:pt x="666750" y="67437"/>
                </a:moveTo>
                <a:lnTo>
                  <a:pt x="666750" y="38100"/>
                </a:lnTo>
                <a:lnTo>
                  <a:pt x="665226" y="41910"/>
                </a:lnTo>
                <a:lnTo>
                  <a:pt x="662177" y="42672"/>
                </a:lnTo>
                <a:lnTo>
                  <a:pt x="649224" y="42672"/>
                </a:lnTo>
                <a:lnTo>
                  <a:pt x="649224" y="76200"/>
                </a:lnTo>
                <a:lnTo>
                  <a:pt x="666750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5964059" y="2674620"/>
            <a:ext cx="725805" cy="76200"/>
          </a:xfrm>
          <a:custGeom>
            <a:avLst/>
            <a:gdLst/>
            <a:ahLst/>
            <a:cxnLst/>
            <a:rect l="l" t="t" r="r" b="b"/>
            <a:pathLst>
              <a:path w="725804" h="76200">
                <a:moveTo>
                  <a:pt x="666737" y="38100"/>
                </a:moveTo>
                <a:lnTo>
                  <a:pt x="665975" y="35052"/>
                </a:lnTo>
                <a:lnTo>
                  <a:pt x="662165" y="33528"/>
                </a:lnTo>
                <a:lnTo>
                  <a:pt x="5334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5334" y="42672"/>
                </a:lnTo>
                <a:lnTo>
                  <a:pt x="662165" y="42672"/>
                </a:lnTo>
                <a:lnTo>
                  <a:pt x="665975" y="41910"/>
                </a:lnTo>
                <a:lnTo>
                  <a:pt x="666737" y="38100"/>
                </a:lnTo>
                <a:close/>
              </a:path>
              <a:path w="725804" h="76200">
                <a:moveTo>
                  <a:pt x="725411" y="38100"/>
                </a:moveTo>
                <a:lnTo>
                  <a:pt x="649211" y="0"/>
                </a:lnTo>
                <a:lnTo>
                  <a:pt x="649211" y="33528"/>
                </a:lnTo>
                <a:lnTo>
                  <a:pt x="662165" y="33528"/>
                </a:lnTo>
                <a:lnTo>
                  <a:pt x="665975" y="35052"/>
                </a:lnTo>
                <a:lnTo>
                  <a:pt x="666737" y="38100"/>
                </a:lnTo>
                <a:lnTo>
                  <a:pt x="666737" y="67437"/>
                </a:lnTo>
                <a:lnTo>
                  <a:pt x="725411" y="38100"/>
                </a:lnTo>
                <a:close/>
              </a:path>
              <a:path w="725804" h="76200">
                <a:moveTo>
                  <a:pt x="666737" y="67437"/>
                </a:moveTo>
                <a:lnTo>
                  <a:pt x="666737" y="38100"/>
                </a:lnTo>
                <a:lnTo>
                  <a:pt x="665975" y="41910"/>
                </a:lnTo>
                <a:lnTo>
                  <a:pt x="662165" y="42672"/>
                </a:lnTo>
                <a:lnTo>
                  <a:pt x="649211" y="42672"/>
                </a:lnTo>
                <a:lnTo>
                  <a:pt x="649211" y="76200"/>
                </a:lnTo>
                <a:lnTo>
                  <a:pt x="666737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404227" y="2674620"/>
            <a:ext cx="725805" cy="76200"/>
          </a:xfrm>
          <a:custGeom>
            <a:avLst/>
            <a:gdLst/>
            <a:ahLst/>
            <a:cxnLst/>
            <a:rect l="l" t="t" r="r" b="b"/>
            <a:pathLst>
              <a:path w="725804" h="76200">
                <a:moveTo>
                  <a:pt x="666750" y="38100"/>
                </a:moveTo>
                <a:lnTo>
                  <a:pt x="665238" y="35052"/>
                </a:lnTo>
                <a:lnTo>
                  <a:pt x="662190" y="33528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2672"/>
                </a:lnTo>
                <a:lnTo>
                  <a:pt x="662190" y="42672"/>
                </a:lnTo>
                <a:lnTo>
                  <a:pt x="665238" y="41910"/>
                </a:lnTo>
                <a:lnTo>
                  <a:pt x="666750" y="38100"/>
                </a:lnTo>
                <a:close/>
              </a:path>
              <a:path w="725804" h="76200">
                <a:moveTo>
                  <a:pt x="725424" y="38100"/>
                </a:moveTo>
                <a:lnTo>
                  <a:pt x="649224" y="0"/>
                </a:lnTo>
                <a:lnTo>
                  <a:pt x="649224" y="33528"/>
                </a:lnTo>
                <a:lnTo>
                  <a:pt x="662190" y="33528"/>
                </a:lnTo>
                <a:lnTo>
                  <a:pt x="665238" y="35052"/>
                </a:lnTo>
                <a:lnTo>
                  <a:pt x="666750" y="38100"/>
                </a:lnTo>
                <a:lnTo>
                  <a:pt x="666750" y="67437"/>
                </a:lnTo>
                <a:lnTo>
                  <a:pt x="725424" y="38100"/>
                </a:lnTo>
                <a:close/>
              </a:path>
              <a:path w="725804" h="76200">
                <a:moveTo>
                  <a:pt x="666750" y="67437"/>
                </a:moveTo>
                <a:lnTo>
                  <a:pt x="666750" y="38100"/>
                </a:lnTo>
                <a:lnTo>
                  <a:pt x="665238" y="41910"/>
                </a:lnTo>
                <a:lnTo>
                  <a:pt x="662190" y="42672"/>
                </a:lnTo>
                <a:lnTo>
                  <a:pt x="649224" y="42672"/>
                </a:lnTo>
                <a:lnTo>
                  <a:pt x="649224" y="76200"/>
                </a:lnTo>
                <a:lnTo>
                  <a:pt x="666750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2725559" y="2720339"/>
            <a:ext cx="76200" cy="508634"/>
          </a:xfrm>
          <a:custGeom>
            <a:avLst/>
            <a:gdLst/>
            <a:ahLst/>
            <a:cxnLst/>
            <a:rect l="l" t="t" r="r" b="b"/>
            <a:pathLst>
              <a:path w="76200" h="508635">
                <a:moveTo>
                  <a:pt x="76200" y="432054"/>
                </a:moveTo>
                <a:lnTo>
                  <a:pt x="0" y="432054"/>
                </a:lnTo>
                <a:lnTo>
                  <a:pt x="33528" y="499110"/>
                </a:lnTo>
                <a:lnTo>
                  <a:pt x="33528" y="445008"/>
                </a:lnTo>
                <a:lnTo>
                  <a:pt x="35052" y="448056"/>
                </a:lnTo>
                <a:lnTo>
                  <a:pt x="38100" y="449580"/>
                </a:lnTo>
                <a:lnTo>
                  <a:pt x="41910" y="448056"/>
                </a:lnTo>
                <a:lnTo>
                  <a:pt x="43434" y="445008"/>
                </a:lnTo>
                <a:lnTo>
                  <a:pt x="43434" y="497585"/>
                </a:lnTo>
                <a:lnTo>
                  <a:pt x="76200" y="432054"/>
                </a:lnTo>
                <a:close/>
              </a:path>
              <a:path w="76200" h="508635">
                <a:moveTo>
                  <a:pt x="43434" y="432054"/>
                </a:moveTo>
                <a:lnTo>
                  <a:pt x="43433" y="5334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8" y="432054"/>
                </a:lnTo>
                <a:lnTo>
                  <a:pt x="43434" y="432054"/>
                </a:lnTo>
                <a:close/>
              </a:path>
              <a:path w="76200" h="508635">
                <a:moveTo>
                  <a:pt x="43434" y="497585"/>
                </a:moveTo>
                <a:lnTo>
                  <a:pt x="43434" y="445008"/>
                </a:lnTo>
                <a:lnTo>
                  <a:pt x="41910" y="448056"/>
                </a:lnTo>
                <a:lnTo>
                  <a:pt x="38100" y="449580"/>
                </a:lnTo>
                <a:lnTo>
                  <a:pt x="35052" y="448056"/>
                </a:lnTo>
                <a:lnTo>
                  <a:pt x="33528" y="445008"/>
                </a:lnTo>
                <a:lnTo>
                  <a:pt x="33528" y="499110"/>
                </a:lnTo>
                <a:lnTo>
                  <a:pt x="38100" y="508254"/>
                </a:lnTo>
                <a:lnTo>
                  <a:pt x="43434" y="4975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738513" y="3555491"/>
            <a:ext cx="76200" cy="508634"/>
          </a:xfrm>
          <a:custGeom>
            <a:avLst/>
            <a:gdLst/>
            <a:ahLst/>
            <a:cxnLst/>
            <a:rect l="l" t="t" r="r" b="b"/>
            <a:pathLst>
              <a:path w="76200" h="508635">
                <a:moveTo>
                  <a:pt x="76200" y="432054"/>
                </a:moveTo>
                <a:lnTo>
                  <a:pt x="0" y="432054"/>
                </a:lnTo>
                <a:lnTo>
                  <a:pt x="33527" y="499110"/>
                </a:lnTo>
                <a:lnTo>
                  <a:pt x="33527" y="445008"/>
                </a:lnTo>
                <a:lnTo>
                  <a:pt x="35051" y="448056"/>
                </a:lnTo>
                <a:lnTo>
                  <a:pt x="38100" y="449580"/>
                </a:lnTo>
                <a:lnTo>
                  <a:pt x="41910" y="448056"/>
                </a:lnTo>
                <a:lnTo>
                  <a:pt x="42672" y="445008"/>
                </a:lnTo>
                <a:lnTo>
                  <a:pt x="42672" y="499110"/>
                </a:lnTo>
                <a:lnTo>
                  <a:pt x="76200" y="432054"/>
                </a:lnTo>
                <a:close/>
              </a:path>
              <a:path w="76200" h="508635">
                <a:moveTo>
                  <a:pt x="42672" y="432054"/>
                </a:moveTo>
                <a:lnTo>
                  <a:pt x="42672" y="5334"/>
                </a:lnTo>
                <a:lnTo>
                  <a:pt x="41910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432054"/>
                </a:lnTo>
                <a:lnTo>
                  <a:pt x="42672" y="432054"/>
                </a:lnTo>
                <a:close/>
              </a:path>
              <a:path w="76200" h="508635">
                <a:moveTo>
                  <a:pt x="42672" y="499110"/>
                </a:moveTo>
                <a:lnTo>
                  <a:pt x="42672" y="445008"/>
                </a:lnTo>
                <a:lnTo>
                  <a:pt x="41910" y="448056"/>
                </a:lnTo>
                <a:lnTo>
                  <a:pt x="38100" y="449580"/>
                </a:lnTo>
                <a:lnTo>
                  <a:pt x="35051" y="448056"/>
                </a:lnTo>
                <a:lnTo>
                  <a:pt x="33527" y="445008"/>
                </a:lnTo>
                <a:lnTo>
                  <a:pt x="33527" y="499110"/>
                </a:lnTo>
                <a:lnTo>
                  <a:pt x="38100" y="508254"/>
                </a:lnTo>
                <a:lnTo>
                  <a:pt x="42672" y="49911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736989" y="4428744"/>
            <a:ext cx="76200" cy="508634"/>
          </a:xfrm>
          <a:custGeom>
            <a:avLst/>
            <a:gdLst/>
            <a:ahLst/>
            <a:cxnLst/>
            <a:rect l="l" t="t" r="r" b="b"/>
            <a:pathLst>
              <a:path w="76200" h="508635">
                <a:moveTo>
                  <a:pt x="76200" y="432053"/>
                </a:moveTo>
                <a:lnTo>
                  <a:pt x="0" y="432053"/>
                </a:lnTo>
                <a:lnTo>
                  <a:pt x="33528" y="499110"/>
                </a:lnTo>
                <a:lnTo>
                  <a:pt x="33528" y="444245"/>
                </a:lnTo>
                <a:lnTo>
                  <a:pt x="35051" y="448055"/>
                </a:lnTo>
                <a:lnTo>
                  <a:pt x="38100" y="449579"/>
                </a:lnTo>
                <a:lnTo>
                  <a:pt x="41148" y="448055"/>
                </a:lnTo>
                <a:lnTo>
                  <a:pt x="42672" y="444245"/>
                </a:lnTo>
                <a:lnTo>
                  <a:pt x="42672" y="499109"/>
                </a:lnTo>
                <a:lnTo>
                  <a:pt x="76200" y="432053"/>
                </a:lnTo>
                <a:close/>
              </a:path>
              <a:path w="76200" h="508635">
                <a:moveTo>
                  <a:pt x="42672" y="432053"/>
                </a:moveTo>
                <a:lnTo>
                  <a:pt x="42672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8" y="4571"/>
                </a:lnTo>
                <a:lnTo>
                  <a:pt x="33528" y="432053"/>
                </a:lnTo>
                <a:lnTo>
                  <a:pt x="42672" y="432053"/>
                </a:lnTo>
                <a:close/>
              </a:path>
              <a:path w="76200" h="508635">
                <a:moveTo>
                  <a:pt x="42672" y="499109"/>
                </a:moveTo>
                <a:lnTo>
                  <a:pt x="42672" y="444245"/>
                </a:lnTo>
                <a:lnTo>
                  <a:pt x="41148" y="448055"/>
                </a:lnTo>
                <a:lnTo>
                  <a:pt x="38100" y="449579"/>
                </a:lnTo>
                <a:lnTo>
                  <a:pt x="35051" y="448055"/>
                </a:lnTo>
                <a:lnTo>
                  <a:pt x="33528" y="444245"/>
                </a:lnTo>
                <a:lnTo>
                  <a:pt x="33528" y="499110"/>
                </a:lnTo>
                <a:lnTo>
                  <a:pt x="38100" y="508253"/>
                </a:lnTo>
                <a:lnTo>
                  <a:pt x="42672" y="49910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725559" y="5259323"/>
            <a:ext cx="76200" cy="508000"/>
          </a:xfrm>
          <a:custGeom>
            <a:avLst/>
            <a:gdLst/>
            <a:ahLst/>
            <a:cxnLst/>
            <a:rect l="l" t="t" r="r" b="b"/>
            <a:pathLst>
              <a:path w="76200" h="508000">
                <a:moveTo>
                  <a:pt x="76200" y="431291"/>
                </a:moveTo>
                <a:lnTo>
                  <a:pt x="0" y="431291"/>
                </a:lnTo>
                <a:lnTo>
                  <a:pt x="33528" y="498348"/>
                </a:lnTo>
                <a:lnTo>
                  <a:pt x="33528" y="444246"/>
                </a:lnTo>
                <a:lnTo>
                  <a:pt x="35052" y="448055"/>
                </a:lnTo>
                <a:lnTo>
                  <a:pt x="38100" y="448817"/>
                </a:lnTo>
                <a:lnTo>
                  <a:pt x="41910" y="448055"/>
                </a:lnTo>
                <a:lnTo>
                  <a:pt x="43434" y="444246"/>
                </a:lnTo>
                <a:lnTo>
                  <a:pt x="43434" y="496823"/>
                </a:lnTo>
                <a:lnTo>
                  <a:pt x="76200" y="431291"/>
                </a:lnTo>
                <a:close/>
              </a:path>
              <a:path w="76200" h="508000">
                <a:moveTo>
                  <a:pt x="43434" y="431291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431291"/>
                </a:lnTo>
                <a:lnTo>
                  <a:pt x="43434" y="431291"/>
                </a:lnTo>
                <a:close/>
              </a:path>
              <a:path w="76200" h="508000">
                <a:moveTo>
                  <a:pt x="43434" y="496823"/>
                </a:moveTo>
                <a:lnTo>
                  <a:pt x="43434" y="444246"/>
                </a:lnTo>
                <a:lnTo>
                  <a:pt x="41910" y="448055"/>
                </a:lnTo>
                <a:lnTo>
                  <a:pt x="38100" y="448817"/>
                </a:lnTo>
                <a:lnTo>
                  <a:pt x="35052" y="448055"/>
                </a:lnTo>
                <a:lnTo>
                  <a:pt x="33528" y="444246"/>
                </a:lnTo>
                <a:lnTo>
                  <a:pt x="33528" y="498348"/>
                </a:lnTo>
                <a:lnTo>
                  <a:pt x="38100" y="507491"/>
                </a:lnTo>
                <a:lnTo>
                  <a:pt x="43434" y="4968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518039" y="2394966"/>
            <a:ext cx="436880" cy="0"/>
          </a:xfrm>
          <a:custGeom>
            <a:avLst/>
            <a:gdLst/>
            <a:ahLst/>
            <a:cxnLst/>
            <a:rect l="l" t="t" r="r" b="b"/>
            <a:pathLst>
              <a:path w="436879">
                <a:moveTo>
                  <a:pt x="43662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518039" y="2394966"/>
            <a:ext cx="0" cy="833755"/>
          </a:xfrm>
          <a:custGeom>
            <a:avLst/>
            <a:gdLst/>
            <a:ahLst/>
            <a:cxnLst/>
            <a:rect l="l" t="t" r="r" b="b"/>
            <a:pathLst>
              <a:path h="833755">
                <a:moveTo>
                  <a:pt x="0" y="0"/>
                </a:moveTo>
                <a:lnTo>
                  <a:pt x="0" y="83362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518039" y="3211067"/>
            <a:ext cx="702310" cy="0"/>
          </a:xfrm>
          <a:custGeom>
            <a:avLst/>
            <a:gdLst/>
            <a:ahLst/>
            <a:cxnLst/>
            <a:rect l="l" t="t" r="r" b="b"/>
            <a:pathLst>
              <a:path w="702310">
                <a:moveTo>
                  <a:pt x="0" y="0"/>
                </a:moveTo>
                <a:lnTo>
                  <a:pt x="701801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181741" y="3224022"/>
            <a:ext cx="76200" cy="840105"/>
          </a:xfrm>
          <a:custGeom>
            <a:avLst/>
            <a:gdLst/>
            <a:ahLst/>
            <a:cxnLst/>
            <a:rect l="l" t="t" r="r" b="b"/>
            <a:pathLst>
              <a:path w="76200" h="840104">
                <a:moveTo>
                  <a:pt x="76200" y="763524"/>
                </a:moveTo>
                <a:lnTo>
                  <a:pt x="0" y="763524"/>
                </a:lnTo>
                <a:lnTo>
                  <a:pt x="33527" y="830579"/>
                </a:lnTo>
                <a:lnTo>
                  <a:pt x="33527" y="776477"/>
                </a:lnTo>
                <a:lnTo>
                  <a:pt x="34289" y="779526"/>
                </a:lnTo>
                <a:lnTo>
                  <a:pt x="38100" y="781050"/>
                </a:lnTo>
                <a:lnTo>
                  <a:pt x="41148" y="779526"/>
                </a:lnTo>
                <a:lnTo>
                  <a:pt x="42671" y="776477"/>
                </a:lnTo>
                <a:lnTo>
                  <a:pt x="42671" y="830580"/>
                </a:lnTo>
                <a:lnTo>
                  <a:pt x="76200" y="763524"/>
                </a:lnTo>
                <a:close/>
              </a:path>
              <a:path w="76200" h="840104">
                <a:moveTo>
                  <a:pt x="42671" y="763524"/>
                </a:moveTo>
                <a:lnTo>
                  <a:pt x="42671" y="4571"/>
                </a:lnTo>
                <a:lnTo>
                  <a:pt x="41148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3527" y="4571"/>
                </a:lnTo>
                <a:lnTo>
                  <a:pt x="33527" y="763524"/>
                </a:lnTo>
                <a:lnTo>
                  <a:pt x="42671" y="763524"/>
                </a:lnTo>
                <a:close/>
              </a:path>
              <a:path w="76200" h="840104">
                <a:moveTo>
                  <a:pt x="42671" y="830580"/>
                </a:moveTo>
                <a:lnTo>
                  <a:pt x="42671" y="776477"/>
                </a:lnTo>
                <a:lnTo>
                  <a:pt x="41148" y="779526"/>
                </a:lnTo>
                <a:lnTo>
                  <a:pt x="38100" y="781050"/>
                </a:lnTo>
                <a:lnTo>
                  <a:pt x="34289" y="779526"/>
                </a:lnTo>
                <a:lnTo>
                  <a:pt x="33527" y="776477"/>
                </a:lnTo>
                <a:lnTo>
                  <a:pt x="33527" y="830579"/>
                </a:lnTo>
                <a:lnTo>
                  <a:pt x="38100" y="839724"/>
                </a:lnTo>
                <a:lnTo>
                  <a:pt x="42671" y="8305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964315" y="2497073"/>
            <a:ext cx="436880" cy="0"/>
          </a:xfrm>
          <a:custGeom>
            <a:avLst/>
            <a:gdLst/>
            <a:ahLst/>
            <a:cxnLst/>
            <a:rect l="l" t="t" r="r" b="b"/>
            <a:pathLst>
              <a:path w="436879">
                <a:moveTo>
                  <a:pt x="43662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964315" y="2497073"/>
            <a:ext cx="0" cy="714375"/>
          </a:xfrm>
          <a:custGeom>
            <a:avLst/>
            <a:gdLst/>
            <a:ahLst/>
            <a:cxnLst/>
            <a:rect l="l" t="t" r="r" b="b"/>
            <a:pathLst>
              <a:path h="714375">
                <a:moveTo>
                  <a:pt x="0" y="0"/>
                </a:moveTo>
                <a:lnTo>
                  <a:pt x="0" y="713993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4974983" y="3211067"/>
            <a:ext cx="702310" cy="0"/>
          </a:xfrm>
          <a:custGeom>
            <a:avLst/>
            <a:gdLst/>
            <a:ahLst/>
            <a:cxnLst/>
            <a:rect l="l" t="t" r="r" b="b"/>
            <a:pathLst>
              <a:path w="702310">
                <a:moveTo>
                  <a:pt x="0" y="0"/>
                </a:moveTo>
                <a:lnTo>
                  <a:pt x="701801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628017" y="3206495"/>
            <a:ext cx="76200" cy="1731010"/>
          </a:xfrm>
          <a:custGeom>
            <a:avLst/>
            <a:gdLst/>
            <a:ahLst/>
            <a:cxnLst/>
            <a:rect l="l" t="t" r="r" b="b"/>
            <a:pathLst>
              <a:path w="76200" h="1731010">
                <a:moveTo>
                  <a:pt x="76200" y="1654302"/>
                </a:moveTo>
                <a:lnTo>
                  <a:pt x="0" y="1654302"/>
                </a:lnTo>
                <a:lnTo>
                  <a:pt x="32765" y="1719834"/>
                </a:lnTo>
                <a:lnTo>
                  <a:pt x="32765" y="1666494"/>
                </a:lnTo>
                <a:lnTo>
                  <a:pt x="34289" y="1670304"/>
                </a:lnTo>
                <a:lnTo>
                  <a:pt x="38100" y="1671828"/>
                </a:lnTo>
                <a:lnTo>
                  <a:pt x="41148" y="1670304"/>
                </a:lnTo>
                <a:lnTo>
                  <a:pt x="42672" y="1666494"/>
                </a:lnTo>
                <a:lnTo>
                  <a:pt x="42672" y="1721358"/>
                </a:lnTo>
                <a:lnTo>
                  <a:pt x="76200" y="1654302"/>
                </a:lnTo>
                <a:close/>
              </a:path>
              <a:path w="76200" h="1731010">
                <a:moveTo>
                  <a:pt x="42672" y="165430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1654302"/>
                </a:lnTo>
                <a:lnTo>
                  <a:pt x="42672" y="1654302"/>
                </a:lnTo>
                <a:close/>
              </a:path>
              <a:path w="76200" h="1731010">
                <a:moveTo>
                  <a:pt x="42672" y="1721358"/>
                </a:moveTo>
                <a:lnTo>
                  <a:pt x="42672" y="1666494"/>
                </a:lnTo>
                <a:lnTo>
                  <a:pt x="41148" y="1670304"/>
                </a:lnTo>
                <a:lnTo>
                  <a:pt x="38100" y="1671828"/>
                </a:lnTo>
                <a:lnTo>
                  <a:pt x="34289" y="1670304"/>
                </a:lnTo>
                <a:lnTo>
                  <a:pt x="32765" y="1666494"/>
                </a:lnTo>
                <a:lnTo>
                  <a:pt x="32765" y="1719834"/>
                </a:lnTo>
                <a:lnTo>
                  <a:pt x="38100" y="1730502"/>
                </a:lnTo>
                <a:lnTo>
                  <a:pt x="42672" y="172135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432677" y="2497073"/>
            <a:ext cx="436880" cy="0"/>
          </a:xfrm>
          <a:custGeom>
            <a:avLst/>
            <a:gdLst/>
            <a:ahLst/>
            <a:cxnLst/>
            <a:rect l="l" t="t" r="r" b="b"/>
            <a:pathLst>
              <a:path w="436879">
                <a:moveTo>
                  <a:pt x="436638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432677" y="2497073"/>
            <a:ext cx="0" cy="403225"/>
          </a:xfrm>
          <a:custGeom>
            <a:avLst/>
            <a:gdLst/>
            <a:ahLst/>
            <a:cxnLst/>
            <a:rect l="l" t="t" r="r" b="b"/>
            <a:pathLst>
              <a:path h="403225">
                <a:moveTo>
                  <a:pt x="0" y="0"/>
                </a:moveTo>
                <a:lnTo>
                  <a:pt x="0" y="403097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432677" y="2900172"/>
            <a:ext cx="702310" cy="0"/>
          </a:xfrm>
          <a:custGeom>
            <a:avLst/>
            <a:gdLst/>
            <a:ahLst/>
            <a:cxnLst/>
            <a:rect l="l" t="t" r="r" b="b"/>
            <a:pathLst>
              <a:path w="702309">
                <a:moveTo>
                  <a:pt x="0" y="0"/>
                </a:moveTo>
                <a:lnTo>
                  <a:pt x="701814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7096391" y="2872739"/>
            <a:ext cx="76200" cy="356235"/>
          </a:xfrm>
          <a:custGeom>
            <a:avLst/>
            <a:gdLst/>
            <a:ahLst/>
            <a:cxnLst/>
            <a:rect l="l" t="t" r="r" b="b"/>
            <a:pathLst>
              <a:path w="76200" h="356235">
                <a:moveTo>
                  <a:pt x="33596" y="279654"/>
                </a:moveTo>
                <a:lnTo>
                  <a:pt x="0" y="279654"/>
                </a:lnTo>
                <a:lnTo>
                  <a:pt x="33527" y="346710"/>
                </a:lnTo>
                <a:lnTo>
                  <a:pt x="33527" y="292608"/>
                </a:lnTo>
                <a:lnTo>
                  <a:pt x="33596" y="279654"/>
                </a:lnTo>
                <a:close/>
              </a:path>
              <a:path w="76200" h="356235">
                <a:moveTo>
                  <a:pt x="42728" y="279654"/>
                </a:moveTo>
                <a:lnTo>
                  <a:pt x="33596" y="279654"/>
                </a:lnTo>
                <a:lnTo>
                  <a:pt x="33527" y="292608"/>
                </a:lnTo>
                <a:lnTo>
                  <a:pt x="35051" y="295656"/>
                </a:lnTo>
                <a:lnTo>
                  <a:pt x="38100" y="297180"/>
                </a:lnTo>
                <a:lnTo>
                  <a:pt x="41897" y="295656"/>
                </a:lnTo>
                <a:lnTo>
                  <a:pt x="42659" y="292608"/>
                </a:lnTo>
                <a:lnTo>
                  <a:pt x="42728" y="279654"/>
                </a:lnTo>
                <a:close/>
              </a:path>
              <a:path w="76200" h="356235">
                <a:moveTo>
                  <a:pt x="76200" y="279654"/>
                </a:moveTo>
                <a:lnTo>
                  <a:pt x="42728" y="279654"/>
                </a:lnTo>
                <a:lnTo>
                  <a:pt x="42659" y="292608"/>
                </a:lnTo>
                <a:lnTo>
                  <a:pt x="41897" y="295656"/>
                </a:lnTo>
                <a:lnTo>
                  <a:pt x="38100" y="297180"/>
                </a:lnTo>
                <a:lnTo>
                  <a:pt x="35051" y="295656"/>
                </a:lnTo>
                <a:lnTo>
                  <a:pt x="33527" y="292608"/>
                </a:lnTo>
                <a:lnTo>
                  <a:pt x="33527" y="346710"/>
                </a:lnTo>
                <a:lnTo>
                  <a:pt x="38100" y="355854"/>
                </a:lnTo>
                <a:lnTo>
                  <a:pt x="76200" y="279654"/>
                </a:lnTo>
                <a:close/>
              </a:path>
              <a:path w="76200" h="356235">
                <a:moveTo>
                  <a:pt x="44183" y="5334"/>
                </a:moveTo>
                <a:lnTo>
                  <a:pt x="42659" y="1524"/>
                </a:lnTo>
                <a:lnTo>
                  <a:pt x="39624" y="0"/>
                </a:lnTo>
                <a:lnTo>
                  <a:pt x="35814" y="1524"/>
                </a:lnTo>
                <a:lnTo>
                  <a:pt x="35051" y="5334"/>
                </a:lnTo>
                <a:lnTo>
                  <a:pt x="33596" y="279654"/>
                </a:lnTo>
                <a:lnTo>
                  <a:pt x="42728" y="279654"/>
                </a:lnTo>
                <a:lnTo>
                  <a:pt x="44183" y="533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7910969" y="2497073"/>
            <a:ext cx="436245" cy="0"/>
          </a:xfrm>
          <a:custGeom>
            <a:avLst/>
            <a:gdLst/>
            <a:ahLst/>
            <a:cxnLst/>
            <a:rect l="l" t="t" r="r" b="b"/>
            <a:pathLst>
              <a:path w="436245">
                <a:moveTo>
                  <a:pt x="43586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910969" y="2510789"/>
            <a:ext cx="0" cy="403860"/>
          </a:xfrm>
          <a:custGeom>
            <a:avLst/>
            <a:gdLst/>
            <a:ahLst/>
            <a:cxnLst/>
            <a:rect l="l" t="t" r="r" b="b"/>
            <a:pathLst>
              <a:path h="403860">
                <a:moveTo>
                  <a:pt x="0" y="0"/>
                </a:moveTo>
                <a:lnTo>
                  <a:pt x="0" y="40386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910969" y="2914650"/>
            <a:ext cx="701040" cy="0"/>
          </a:xfrm>
          <a:custGeom>
            <a:avLst/>
            <a:gdLst/>
            <a:ahLst/>
            <a:cxnLst/>
            <a:rect l="l" t="t" r="r" b="b"/>
            <a:pathLst>
              <a:path w="701040">
                <a:moveTo>
                  <a:pt x="0" y="0"/>
                </a:moveTo>
                <a:lnTo>
                  <a:pt x="701027" y="0"/>
                </a:lnTo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8580767" y="2895600"/>
            <a:ext cx="76200" cy="2876550"/>
          </a:xfrm>
          <a:custGeom>
            <a:avLst/>
            <a:gdLst/>
            <a:ahLst/>
            <a:cxnLst/>
            <a:rect l="l" t="t" r="r" b="b"/>
            <a:pathLst>
              <a:path w="76200" h="2876550">
                <a:moveTo>
                  <a:pt x="33541" y="2800349"/>
                </a:moveTo>
                <a:lnTo>
                  <a:pt x="0" y="2800349"/>
                </a:lnTo>
                <a:lnTo>
                  <a:pt x="33528" y="2867406"/>
                </a:lnTo>
                <a:lnTo>
                  <a:pt x="33541" y="2800349"/>
                </a:lnTo>
                <a:close/>
              </a:path>
              <a:path w="76200" h="2876550">
                <a:moveTo>
                  <a:pt x="42672" y="2800349"/>
                </a:moveTo>
                <a:lnTo>
                  <a:pt x="33541" y="2800349"/>
                </a:lnTo>
                <a:lnTo>
                  <a:pt x="33528" y="2812541"/>
                </a:lnTo>
                <a:lnTo>
                  <a:pt x="34277" y="2816351"/>
                </a:lnTo>
                <a:lnTo>
                  <a:pt x="38100" y="2817875"/>
                </a:lnTo>
                <a:lnTo>
                  <a:pt x="41148" y="2816351"/>
                </a:lnTo>
                <a:lnTo>
                  <a:pt x="42659" y="2812541"/>
                </a:lnTo>
                <a:lnTo>
                  <a:pt x="42672" y="2800349"/>
                </a:lnTo>
                <a:close/>
              </a:path>
              <a:path w="76200" h="2876550">
                <a:moveTo>
                  <a:pt x="76200" y="2800349"/>
                </a:moveTo>
                <a:lnTo>
                  <a:pt x="42672" y="2800349"/>
                </a:lnTo>
                <a:lnTo>
                  <a:pt x="42659" y="2812541"/>
                </a:lnTo>
                <a:lnTo>
                  <a:pt x="41148" y="2816351"/>
                </a:lnTo>
                <a:lnTo>
                  <a:pt x="38100" y="2817875"/>
                </a:lnTo>
                <a:lnTo>
                  <a:pt x="34277" y="2816351"/>
                </a:lnTo>
                <a:lnTo>
                  <a:pt x="33528" y="2812541"/>
                </a:lnTo>
                <a:lnTo>
                  <a:pt x="33528" y="2867406"/>
                </a:lnTo>
                <a:lnTo>
                  <a:pt x="38100" y="2876549"/>
                </a:lnTo>
                <a:lnTo>
                  <a:pt x="76200" y="2800349"/>
                </a:lnTo>
                <a:close/>
              </a:path>
              <a:path w="76200" h="2876550">
                <a:moveTo>
                  <a:pt x="45707" y="4571"/>
                </a:moveTo>
                <a:lnTo>
                  <a:pt x="44183" y="761"/>
                </a:lnTo>
                <a:lnTo>
                  <a:pt x="41148" y="0"/>
                </a:lnTo>
                <a:lnTo>
                  <a:pt x="37338" y="761"/>
                </a:lnTo>
                <a:lnTo>
                  <a:pt x="36575" y="4571"/>
                </a:lnTo>
                <a:lnTo>
                  <a:pt x="33541" y="2800349"/>
                </a:lnTo>
                <a:lnTo>
                  <a:pt x="42672" y="2800349"/>
                </a:lnTo>
                <a:lnTo>
                  <a:pt x="45707" y="45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967113" y="3332226"/>
            <a:ext cx="3722370" cy="76200"/>
          </a:xfrm>
          <a:custGeom>
            <a:avLst/>
            <a:gdLst/>
            <a:ahLst/>
            <a:cxnLst/>
            <a:rect l="l" t="t" r="r" b="b"/>
            <a:pathLst>
              <a:path w="3722370" h="76200">
                <a:moveTo>
                  <a:pt x="3663683" y="38100"/>
                </a:moveTo>
                <a:lnTo>
                  <a:pt x="3662921" y="34289"/>
                </a:lnTo>
                <a:lnTo>
                  <a:pt x="3659111" y="32765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659111" y="42672"/>
                </a:lnTo>
                <a:lnTo>
                  <a:pt x="3662921" y="41148"/>
                </a:lnTo>
                <a:lnTo>
                  <a:pt x="3663683" y="38100"/>
                </a:lnTo>
                <a:close/>
              </a:path>
              <a:path w="3722370" h="76200">
                <a:moveTo>
                  <a:pt x="3722357" y="38100"/>
                </a:moveTo>
                <a:lnTo>
                  <a:pt x="3646157" y="0"/>
                </a:lnTo>
                <a:lnTo>
                  <a:pt x="3646157" y="32765"/>
                </a:lnTo>
                <a:lnTo>
                  <a:pt x="3659111" y="32765"/>
                </a:lnTo>
                <a:lnTo>
                  <a:pt x="3662921" y="34289"/>
                </a:lnTo>
                <a:lnTo>
                  <a:pt x="3663683" y="38100"/>
                </a:lnTo>
                <a:lnTo>
                  <a:pt x="3663683" y="67437"/>
                </a:lnTo>
                <a:lnTo>
                  <a:pt x="3722357" y="38100"/>
                </a:lnTo>
                <a:close/>
              </a:path>
              <a:path w="3722370" h="76200">
                <a:moveTo>
                  <a:pt x="3663683" y="67437"/>
                </a:moveTo>
                <a:lnTo>
                  <a:pt x="3663683" y="38100"/>
                </a:lnTo>
                <a:lnTo>
                  <a:pt x="3662921" y="41148"/>
                </a:lnTo>
                <a:lnTo>
                  <a:pt x="3659111" y="42672"/>
                </a:lnTo>
                <a:lnTo>
                  <a:pt x="3646157" y="42672"/>
                </a:lnTo>
                <a:lnTo>
                  <a:pt x="3646157" y="76200"/>
                </a:lnTo>
                <a:lnTo>
                  <a:pt x="366368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977019" y="4195571"/>
            <a:ext cx="803275" cy="76200"/>
          </a:xfrm>
          <a:custGeom>
            <a:avLst/>
            <a:gdLst/>
            <a:ahLst/>
            <a:cxnLst/>
            <a:rect l="l" t="t" r="r" b="b"/>
            <a:pathLst>
              <a:path w="803275" h="76200">
                <a:moveTo>
                  <a:pt x="744473" y="38100"/>
                </a:moveTo>
                <a:lnTo>
                  <a:pt x="742949" y="34289"/>
                </a:lnTo>
                <a:lnTo>
                  <a:pt x="739139" y="33527"/>
                </a:lnTo>
                <a:lnTo>
                  <a:pt x="4571" y="33527"/>
                </a:lnTo>
                <a:lnTo>
                  <a:pt x="762" y="34289"/>
                </a:lnTo>
                <a:lnTo>
                  <a:pt x="0" y="38100"/>
                </a:lnTo>
                <a:lnTo>
                  <a:pt x="762" y="41148"/>
                </a:lnTo>
                <a:lnTo>
                  <a:pt x="4571" y="42672"/>
                </a:lnTo>
                <a:lnTo>
                  <a:pt x="739139" y="42672"/>
                </a:lnTo>
                <a:lnTo>
                  <a:pt x="742949" y="41148"/>
                </a:lnTo>
                <a:lnTo>
                  <a:pt x="744473" y="38100"/>
                </a:lnTo>
                <a:close/>
              </a:path>
              <a:path w="803275" h="76200">
                <a:moveTo>
                  <a:pt x="803147" y="38100"/>
                </a:moveTo>
                <a:lnTo>
                  <a:pt x="726947" y="0"/>
                </a:lnTo>
                <a:lnTo>
                  <a:pt x="726947" y="33527"/>
                </a:lnTo>
                <a:lnTo>
                  <a:pt x="739139" y="33527"/>
                </a:lnTo>
                <a:lnTo>
                  <a:pt x="742949" y="34289"/>
                </a:lnTo>
                <a:lnTo>
                  <a:pt x="744473" y="38100"/>
                </a:lnTo>
                <a:lnTo>
                  <a:pt x="744473" y="67437"/>
                </a:lnTo>
                <a:lnTo>
                  <a:pt x="803147" y="38100"/>
                </a:lnTo>
                <a:close/>
              </a:path>
              <a:path w="803275" h="76200">
                <a:moveTo>
                  <a:pt x="744473" y="67437"/>
                </a:moveTo>
                <a:lnTo>
                  <a:pt x="744473" y="38100"/>
                </a:lnTo>
                <a:lnTo>
                  <a:pt x="742949" y="41148"/>
                </a:lnTo>
                <a:lnTo>
                  <a:pt x="739139" y="42672"/>
                </a:lnTo>
                <a:lnTo>
                  <a:pt x="726947" y="42672"/>
                </a:lnTo>
                <a:lnTo>
                  <a:pt x="726947" y="76200"/>
                </a:lnTo>
                <a:lnTo>
                  <a:pt x="74447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2990735" y="5049773"/>
            <a:ext cx="2254885" cy="76200"/>
          </a:xfrm>
          <a:custGeom>
            <a:avLst/>
            <a:gdLst/>
            <a:ahLst/>
            <a:cxnLst/>
            <a:rect l="l" t="t" r="r" b="b"/>
            <a:pathLst>
              <a:path w="2254885" h="76200">
                <a:moveTo>
                  <a:pt x="2196083" y="38100"/>
                </a:moveTo>
                <a:lnTo>
                  <a:pt x="2194559" y="34289"/>
                </a:lnTo>
                <a:lnTo>
                  <a:pt x="2190749" y="32765"/>
                </a:lnTo>
                <a:lnTo>
                  <a:pt x="5333" y="32765"/>
                </a:lnTo>
                <a:lnTo>
                  <a:pt x="1523" y="34289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2190749" y="42672"/>
                </a:lnTo>
                <a:lnTo>
                  <a:pt x="2194559" y="41148"/>
                </a:lnTo>
                <a:lnTo>
                  <a:pt x="2196083" y="38100"/>
                </a:lnTo>
                <a:close/>
              </a:path>
              <a:path w="2254885" h="76200">
                <a:moveTo>
                  <a:pt x="2254757" y="38100"/>
                </a:moveTo>
                <a:lnTo>
                  <a:pt x="2178557" y="0"/>
                </a:lnTo>
                <a:lnTo>
                  <a:pt x="2178557" y="32765"/>
                </a:lnTo>
                <a:lnTo>
                  <a:pt x="2190749" y="32765"/>
                </a:lnTo>
                <a:lnTo>
                  <a:pt x="2194559" y="34289"/>
                </a:lnTo>
                <a:lnTo>
                  <a:pt x="2196083" y="38100"/>
                </a:lnTo>
                <a:lnTo>
                  <a:pt x="2196083" y="67437"/>
                </a:lnTo>
                <a:lnTo>
                  <a:pt x="2254757" y="38100"/>
                </a:lnTo>
                <a:close/>
              </a:path>
              <a:path w="2254885" h="76200">
                <a:moveTo>
                  <a:pt x="2196083" y="67437"/>
                </a:moveTo>
                <a:lnTo>
                  <a:pt x="2196083" y="38100"/>
                </a:lnTo>
                <a:lnTo>
                  <a:pt x="2194559" y="41148"/>
                </a:lnTo>
                <a:lnTo>
                  <a:pt x="2190749" y="42672"/>
                </a:lnTo>
                <a:lnTo>
                  <a:pt x="2178557" y="42672"/>
                </a:lnTo>
                <a:lnTo>
                  <a:pt x="2178557" y="76200"/>
                </a:lnTo>
                <a:lnTo>
                  <a:pt x="219608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021215" y="5884926"/>
            <a:ext cx="5158105" cy="76200"/>
          </a:xfrm>
          <a:custGeom>
            <a:avLst/>
            <a:gdLst/>
            <a:ahLst/>
            <a:cxnLst/>
            <a:rect l="l" t="t" r="r" b="b"/>
            <a:pathLst>
              <a:path w="5158105" h="76200">
                <a:moveTo>
                  <a:pt x="5099303" y="38100"/>
                </a:moveTo>
                <a:lnTo>
                  <a:pt x="5097780" y="34289"/>
                </a:lnTo>
                <a:lnTo>
                  <a:pt x="5093957" y="32765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5093957" y="42672"/>
                </a:lnTo>
                <a:lnTo>
                  <a:pt x="5097780" y="41148"/>
                </a:lnTo>
                <a:lnTo>
                  <a:pt x="5099303" y="38100"/>
                </a:lnTo>
                <a:close/>
              </a:path>
              <a:path w="5158105" h="76200">
                <a:moveTo>
                  <a:pt x="5157977" y="38100"/>
                </a:moveTo>
                <a:lnTo>
                  <a:pt x="5081777" y="0"/>
                </a:lnTo>
                <a:lnTo>
                  <a:pt x="5081777" y="32765"/>
                </a:lnTo>
                <a:lnTo>
                  <a:pt x="5093957" y="32765"/>
                </a:lnTo>
                <a:lnTo>
                  <a:pt x="5097780" y="34289"/>
                </a:lnTo>
                <a:lnTo>
                  <a:pt x="5099303" y="38100"/>
                </a:lnTo>
                <a:lnTo>
                  <a:pt x="5099303" y="67437"/>
                </a:lnTo>
                <a:lnTo>
                  <a:pt x="5157977" y="38100"/>
                </a:lnTo>
                <a:close/>
              </a:path>
              <a:path w="5158105" h="76200">
                <a:moveTo>
                  <a:pt x="5099303" y="67437"/>
                </a:moveTo>
                <a:lnTo>
                  <a:pt x="5099303" y="38100"/>
                </a:lnTo>
                <a:lnTo>
                  <a:pt x="5097780" y="41148"/>
                </a:lnTo>
                <a:lnTo>
                  <a:pt x="5093957" y="42672"/>
                </a:lnTo>
                <a:lnTo>
                  <a:pt x="5081777" y="42672"/>
                </a:lnTo>
                <a:lnTo>
                  <a:pt x="5081777" y="76200"/>
                </a:lnTo>
                <a:lnTo>
                  <a:pt x="5099303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8743822" y="2714244"/>
            <a:ext cx="536575" cy="0"/>
          </a:xfrm>
          <a:custGeom>
            <a:avLst/>
            <a:gdLst/>
            <a:ahLst/>
            <a:cxnLst/>
            <a:rect l="l" t="t" r="r" b="b"/>
            <a:pathLst>
              <a:path w="536575">
                <a:moveTo>
                  <a:pt x="0" y="0"/>
                </a:moveTo>
                <a:lnTo>
                  <a:pt x="536448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9266567" y="2133600"/>
            <a:ext cx="0" cy="581025"/>
          </a:xfrm>
          <a:custGeom>
            <a:avLst/>
            <a:gdLst/>
            <a:ahLst/>
            <a:cxnLst/>
            <a:rect l="l" t="t" r="r" b="b"/>
            <a:pathLst>
              <a:path h="581025">
                <a:moveTo>
                  <a:pt x="0" y="580644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3082937" y="2133600"/>
            <a:ext cx="6183630" cy="0"/>
          </a:xfrm>
          <a:custGeom>
            <a:avLst/>
            <a:gdLst/>
            <a:ahLst/>
            <a:cxnLst/>
            <a:rect l="l" t="t" r="r" b="b"/>
            <a:pathLst>
              <a:path w="6183630">
                <a:moveTo>
                  <a:pt x="618363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030359" y="2128266"/>
            <a:ext cx="76200" cy="238760"/>
          </a:xfrm>
          <a:custGeom>
            <a:avLst/>
            <a:gdLst/>
            <a:ahLst/>
            <a:cxnLst/>
            <a:rect l="l" t="t" r="r" b="b"/>
            <a:pathLst>
              <a:path w="76200" h="238760">
                <a:moveTo>
                  <a:pt x="76200" y="162306"/>
                </a:moveTo>
                <a:lnTo>
                  <a:pt x="0" y="162306"/>
                </a:lnTo>
                <a:lnTo>
                  <a:pt x="33528" y="229362"/>
                </a:lnTo>
                <a:lnTo>
                  <a:pt x="33528" y="175259"/>
                </a:lnTo>
                <a:lnTo>
                  <a:pt x="35052" y="178307"/>
                </a:lnTo>
                <a:lnTo>
                  <a:pt x="38100" y="179831"/>
                </a:lnTo>
                <a:lnTo>
                  <a:pt x="41910" y="178307"/>
                </a:lnTo>
                <a:lnTo>
                  <a:pt x="43434" y="175259"/>
                </a:lnTo>
                <a:lnTo>
                  <a:pt x="43434" y="227837"/>
                </a:lnTo>
                <a:lnTo>
                  <a:pt x="76200" y="162306"/>
                </a:lnTo>
                <a:close/>
              </a:path>
              <a:path w="76200" h="238760">
                <a:moveTo>
                  <a:pt x="43434" y="162306"/>
                </a:moveTo>
                <a:lnTo>
                  <a:pt x="43434" y="5333"/>
                </a:lnTo>
                <a:lnTo>
                  <a:pt x="41910" y="1523"/>
                </a:lnTo>
                <a:lnTo>
                  <a:pt x="38100" y="0"/>
                </a:lnTo>
                <a:lnTo>
                  <a:pt x="35052" y="1523"/>
                </a:lnTo>
                <a:lnTo>
                  <a:pt x="33528" y="5333"/>
                </a:lnTo>
                <a:lnTo>
                  <a:pt x="33528" y="162306"/>
                </a:lnTo>
                <a:lnTo>
                  <a:pt x="43434" y="162306"/>
                </a:lnTo>
                <a:close/>
              </a:path>
              <a:path w="76200" h="238760">
                <a:moveTo>
                  <a:pt x="43434" y="227837"/>
                </a:moveTo>
                <a:lnTo>
                  <a:pt x="43434" y="175259"/>
                </a:lnTo>
                <a:lnTo>
                  <a:pt x="41910" y="178307"/>
                </a:lnTo>
                <a:lnTo>
                  <a:pt x="38100" y="179831"/>
                </a:lnTo>
                <a:lnTo>
                  <a:pt x="35052" y="178307"/>
                </a:lnTo>
                <a:lnTo>
                  <a:pt x="33528" y="175259"/>
                </a:lnTo>
                <a:lnTo>
                  <a:pt x="33528" y="229362"/>
                </a:lnTo>
                <a:lnTo>
                  <a:pt x="38100" y="238506"/>
                </a:lnTo>
                <a:lnTo>
                  <a:pt x="43434" y="227837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465948" y="3364991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7827898" y="2973323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377951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021215" y="2974848"/>
            <a:ext cx="4791075" cy="0"/>
          </a:xfrm>
          <a:custGeom>
            <a:avLst/>
            <a:gdLst/>
            <a:ahLst/>
            <a:cxnLst/>
            <a:rect l="l" t="t" r="r" b="b"/>
            <a:pathLst>
              <a:path w="4791075">
                <a:moveTo>
                  <a:pt x="4790681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970161" y="2967989"/>
            <a:ext cx="76200" cy="238760"/>
          </a:xfrm>
          <a:custGeom>
            <a:avLst/>
            <a:gdLst/>
            <a:ahLst/>
            <a:cxnLst/>
            <a:rect l="l" t="t" r="r" b="b"/>
            <a:pathLst>
              <a:path w="76200" h="238760">
                <a:moveTo>
                  <a:pt x="76200" y="162306"/>
                </a:moveTo>
                <a:lnTo>
                  <a:pt x="0" y="162306"/>
                </a:lnTo>
                <a:lnTo>
                  <a:pt x="33527" y="229362"/>
                </a:lnTo>
                <a:lnTo>
                  <a:pt x="33527" y="175260"/>
                </a:lnTo>
                <a:lnTo>
                  <a:pt x="35051" y="178308"/>
                </a:lnTo>
                <a:lnTo>
                  <a:pt x="38100" y="179832"/>
                </a:lnTo>
                <a:lnTo>
                  <a:pt x="41909" y="178308"/>
                </a:lnTo>
                <a:lnTo>
                  <a:pt x="42671" y="175260"/>
                </a:lnTo>
                <a:lnTo>
                  <a:pt x="42671" y="229362"/>
                </a:lnTo>
                <a:lnTo>
                  <a:pt x="76200" y="162306"/>
                </a:lnTo>
                <a:close/>
              </a:path>
              <a:path w="76200" h="238760">
                <a:moveTo>
                  <a:pt x="42671" y="162306"/>
                </a:moveTo>
                <a:lnTo>
                  <a:pt x="42671" y="5334"/>
                </a:lnTo>
                <a:lnTo>
                  <a:pt x="41909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162306"/>
                </a:lnTo>
                <a:lnTo>
                  <a:pt x="42671" y="162306"/>
                </a:lnTo>
                <a:close/>
              </a:path>
              <a:path w="76200" h="238760">
                <a:moveTo>
                  <a:pt x="42671" y="229362"/>
                </a:moveTo>
                <a:lnTo>
                  <a:pt x="42671" y="175260"/>
                </a:lnTo>
                <a:lnTo>
                  <a:pt x="41909" y="178308"/>
                </a:lnTo>
                <a:lnTo>
                  <a:pt x="38100" y="179832"/>
                </a:lnTo>
                <a:lnTo>
                  <a:pt x="35051" y="178308"/>
                </a:lnTo>
                <a:lnTo>
                  <a:pt x="33527" y="175260"/>
                </a:lnTo>
                <a:lnTo>
                  <a:pt x="33527" y="229362"/>
                </a:lnTo>
                <a:lnTo>
                  <a:pt x="38100" y="238506"/>
                </a:lnTo>
                <a:lnTo>
                  <a:pt x="42671" y="22936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4517783" y="4191000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879733" y="3813047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377951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016643" y="3801617"/>
            <a:ext cx="1860550" cy="0"/>
          </a:xfrm>
          <a:custGeom>
            <a:avLst/>
            <a:gdLst/>
            <a:ahLst/>
            <a:cxnLst/>
            <a:rect l="l" t="t" r="r" b="b"/>
            <a:pathLst>
              <a:path w="1860550">
                <a:moveTo>
                  <a:pt x="1860041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2968637" y="3808476"/>
            <a:ext cx="76200" cy="238125"/>
          </a:xfrm>
          <a:custGeom>
            <a:avLst/>
            <a:gdLst/>
            <a:ahLst/>
            <a:cxnLst/>
            <a:rect l="l" t="t" r="r" b="b"/>
            <a:pathLst>
              <a:path w="76200" h="238125">
                <a:moveTo>
                  <a:pt x="76200" y="161544"/>
                </a:moveTo>
                <a:lnTo>
                  <a:pt x="0" y="161544"/>
                </a:lnTo>
                <a:lnTo>
                  <a:pt x="33527" y="228600"/>
                </a:lnTo>
                <a:lnTo>
                  <a:pt x="33527" y="174498"/>
                </a:lnTo>
                <a:lnTo>
                  <a:pt x="35051" y="177546"/>
                </a:lnTo>
                <a:lnTo>
                  <a:pt x="38100" y="179070"/>
                </a:lnTo>
                <a:lnTo>
                  <a:pt x="41909" y="177546"/>
                </a:lnTo>
                <a:lnTo>
                  <a:pt x="42671" y="174498"/>
                </a:lnTo>
                <a:lnTo>
                  <a:pt x="42671" y="228600"/>
                </a:lnTo>
                <a:lnTo>
                  <a:pt x="76200" y="161544"/>
                </a:lnTo>
                <a:close/>
              </a:path>
              <a:path w="76200" h="238125">
                <a:moveTo>
                  <a:pt x="42671" y="161544"/>
                </a:moveTo>
                <a:lnTo>
                  <a:pt x="42671" y="4572"/>
                </a:lnTo>
                <a:lnTo>
                  <a:pt x="41909" y="762"/>
                </a:lnTo>
                <a:lnTo>
                  <a:pt x="38100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161544"/>
                </a:lnTo>
                <a:lnTo>
                  <a:pt x="42671" y="161544"/>
                </a:lnTo>
                <a:close/>
              </a:path>
              <a:path w="76200" h="238125">
                <a:moveTo>
                  <a:pt x="42671" y="228600"/>
                </a:moveTo>
                <a:lnTo>
                  <a:pt x="42671" y="174498"/>
                </a:lnTo>
                <a:lnTo>
                  <a:pt x="41909" y="177546"/>
                </a:lnTo>
                <a:lnTo>
                  <a:pt x="38100" y="179070"/>
                </a:lnTo>
                <a:lnTo>
                  <a:pt x="35051" y="177546"/>
                </a:lnTo>
                <a:lnTo>
                  <a:pt x="33527" y="174498"/>
                </a:lnTo>
                <a:lnTo>
                  <a:pt x="33527" y="228600"/>
                </a:lnTo>
                <a:lnTo>
                  <a:pt x="38100" y="237744"/>
                </a:lnTo>
                <a:lnTo>
                  <a:pt x="42671" y="22860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5997587" y="5073396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37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358001" y="4682490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377951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057791" y="4684776"/>
            <a:ext cx="3297554" cy="0"/>
          </a:xfrm>
          <a:custGeom>
            <a:avLst/>
            <a:gdLst/>
            <a:ahLst/>
            <a:cxnLst/>
            <a:rect l="l" t="t" r="r" b="b"/>
            <a:pathLst>
              <a:path w="3297554">
                <a:moveTo>
                  <a:pt x="329717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025787" y="4677917"/>
            <a:ext cx="76200" cy="238760"/>
          </a:xfrm>
          <a:custGeom>
            <a:avLst/>
            <a:gdLst/>
            <a:ahLst/>
            <a:cxnLst/>
            <a:rect l="l" t="t" r="r" b="b"/>
            <a:pathLst>
              <a:path w="76200" h="238760">
                <a:moveTo>
                  <a:pt x="76200" y="162306"/>
                </a:moveTo>
                <a:lnTo>
                  <a:pt x="0" y="162306"/>
                </a:lnTo>
                <a:lnTo>
                  <a:pt x="33527" y="229362"/>
                </a:lnTo>
                <a:lnTo>
                  <a:pt x="33527" y="174498"/>
                </a:lnTo>
                <a:lnTo>
                  <a:pt x="35051" y="178308"/>
                </a:lnTo>
                <a:lnTo>
                  <a:pt x="38100" y="179832"/>
                </a:lnTo>
                <a:lnTo>
                  <a:pt x="41909" y="178308"/>
                </a:lnTo>
                <a:lnTo>
                  <a:pt x="42671" y="174498"/>
                </a:lnTo>
                <a:lnTo>
                  <a:pt x="42671" y="229362"/>
                </a:lnTo>
                <a:lnTo>
                  <a:pt x="76200" y="162306"/>
                </a:lnTo>
                <a:close/>
              </a:path>
              <a:path w="76200" h="238760">
                <a:moveTo>
                  <a:pt x="42671" y="162306"/>
                </a:moveTo>
                <a:lnTo>
                  <a:pt x="42671" y="4572"/>
                </a:lnTo>
                <a:lnTo>
                  <a:pt x="41909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162306"/>
                </a:lnTo>
                <a:lnTo>
                  <a:pt x="42671" y="162306"/>
                </a:lnTo>
                <a:close/>
              </a:path>
              <a:path w="76200" h="238760">
                <a:moveTo>
                  <a:pt x="42671" y="229362"/>
                </a:moveTo>
                <a:lnTo>
                  <a:pt x="42671" y="174498"/>
                </a:lnTo>
                <a:lnTo>
                  <a:pt x="41909" y="178308"/>
                </a:lnTo>
                <a:lnTo>
                  <a:pt x="38100" y="179832"/>
                </a:lnTo>
                <a:lnTo>
                  <a:pt x="35051" y="178308"/>
                </a:lnTo>
                <a:lnTo>
                  <a:pt x="33527" y="174498"/>
                </a:lnTo>
                <a:lnTo>
                  <a:pt x="33527" y="229362"/>
                </a:lnTo>
                <a:lnTo>
                  <a:pt x="38100" y="238506"/>
                </a:lnTo>
                <a:lnTo>
                  <a:pt x="42671" y="22936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8928227" y="5913120"/>
            <a:ext cx="361950" cy="0"/>
          </a:xfrm>
          <a:custGeom>
            <a:avLst/>
            <a:gdLst/>
            <a:ahLst/>
            <a:cxnLst/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9303143" y="5538215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377951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111893" y="5543550"/>
            <a:ext cx="6182995" cy="0"/>
          </a:xfrm>
          <a:custGeom>
            <a:avLst/>
            <a:gdLst/>
            <a:ahLst/>
            <a:cxnLst/>
            <a:rect l="l" t="t" r="r" b="b"/>
            <a:pathLst>
              <a:path w="6182995">
                <a:moveTo>
                  <a:pt x="618285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066935" y="5548121"/>
            <a:ext cx="76200" cy="238125"/>
          </a:xfrm>
          <a:custGeom>
            <a:avLst/>
            <a:gdLst/>
            <a:ahLst/>
            <a:cxnLst/>
            <a:rect l="l" t="t" r="r" b="b"/>
            <a:pathLst>
              <a:path w="76200" h="238125">
                <a:moveTo>
                  <a:pt x="76200" y="161543"/>
                </a:moveTo>
                <a:lnTo>
                  <a:pt x="0" y="161543"/>
                </a:lnTo>
                <a:lnTo>
                  <a:pt x="33527" y="228599"/>
                </a:lnTo>
                <a:lnTo>
                  <a:pt x="33527" y="174498"/>
                </a:lnTo>
                <a:lnTo>
                  <a:pt x="35051" y="178307"/>
                </a:lnTo>
                <a:lnTo>
                  <a:pt x="38100" y="179069"/>
                </a:lnTo>
                <a:lnTo>
                  <a:pt x="41909" y="178307"/>
                </a:lnTo>
                <a:lnTo>
                  <a:pt x="43433" y="174498"/>
                </a:lnTo>
                <a:lnTo>
                  <a:pt x="43433" y="227075"/>
                </a:lnTo>
                <a:lnTo>
                  <a:pt x="76200" y="161543"/>
                </a:lnTo>
                <a:close/>
              </a:path>
              <a:path w="76200" h="238125">
                <a:moveTo>
                  <a:pt x="43433" y="161543"/>
                </a:moveTo>
                <a:lnTo>
                  <a:pt x="43433" y="4572"/>
                </a:lnTo>
                <a:lnTo>
                  <a:pt x="41909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161543"/>
                </a:lnTo>
                <a:lnTo>
                  <a:pt x="43433" y="161543"/>
                </a:lnTo>
                <a:close/>
              </a:path>
              <a:path w="76200" h="238125">
                <a:moveTo>
                  <a:pt x="43433" y="227075"/>
                </a:moveTo>
                <a:lnTo>
                  <a:pt x="43433" y="174498"/>
                </a:lnTo>
                <a:lnTo>
                  <a:pt x="41909" y="178307"/>
                </a:lnTo>
                <a:lnTo>
                  <a:pt x="38100" y="179069"/>
                </a:lnTo>
                <a:lnTo>
                  <a:pt x="35051" y="178307"/>
                </a:lnTo>
                <a:lnTo>
                  <a:pt x="33527" y="174498"/>
                </a:lnTo>
                <a:lnTo>
                  <a:pt x="33527" y="228599"/>
                </a:lnTo>
                <a:lnTo>
                  <a:pt x="38100" y="237743"/>
                </a:lnTo>
                <a:lnTo>
                  <a:pt x="43433" y="227075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829422" y="5835396"/>
            <a:ext cx="449580" cy="0"/>
          </a:xfrm>
          <a:custGeom>
            <a:avLst/>
            <a:gdLst/>
            <a:ahLst/>
            <a:cxnLst/>
            <a:rect l="l" t="t" r="r" b="b"/>
            <a:pathLst>
              <a:path w="449579">
                <a:moveTo>
                  <a:pt x="449592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829422" y="5849873"/>
            <a:ext cx="0" cy="566420"/>
          </a:xfrm>
          <a:custGeom>
            <a:avLst/>
            <a:gdLst/>
            <a:ahLst/>
            <a:cxnLst/>
            <a:rect l="l" t="t" r="r" b="b"/>
            <a:pathLst>
              <a:path h="566420">
                <a:moveTo>
                  <a:pt x="0" y="0"/>
                </a:moveTo>
                <a:lnTo>
                  <a:pt x="0" y="566165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858391" y="6416040"/>
            <a:ext cx="1654810" cy="0"/>
          </a:xfrm>
          <a:custGeom>
            <a:avLst/>
            <a:gdLst/>
            <a:ahLst/>
            <a:cxnLst/>
            <a:rect l="l" t="t" r="r" b="b"/>
            <a:pathLst>
              <a:path w="1654809">
                <a:moveTo>
                  <a:pt x="0" y="0"/>
                </a:moveTo>
                <a:lnTo>
                  <a:pt x="1654302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9498215" y="5356097"/>
            <a:ext cx="0" cy="1060450"/>
          </a:xfrm>
          <a:custGeom>
            <a:avLst/>
            <a:gdLst/>
            <a:ahLst/>
            <a:cxnLst/>
            <a:rect l="l" t="t" r="r" b="b"/>
            <a:pathLst>
              <a:path h="1060450">
                <a:moveTo>
                  <a:pt x="0" y="1059941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906141" y="5356097"/>
            <a:ext cx="592455" cy="0"/>
          </a:xfrm>
          <a:custGeom>
            <a:avLst/>
            <a:gdLst/>
            <a:ahLst/>
            <a:cxnLst/>
            <a:rect l="l" t="t" r="r" b="b"/>
            <a:pathLst>
              <a:path w="592454">
                <a:moveTo>
                  <a:pt x="59207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868041" y="2839973"/>
            <a:ext cx="76200" cy="2520950"/>
          </a:xfrm>
          <a:custGeom>
            <a:avLst/>
            <a:gdLst/>
            <a:ahLst/>
            <a:cxnLst/>
            <a:rect l="l" t="t" r="r" b="b"/>
            <a:pathLst>
              <a:path w="76200" h="252095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7" y="76200"/>
                </a:lnTo>
                <a:lnTo>
                  <a:pt x="33527" y="63245"/>
                </a:lnTo>
                <a:lnTo>
                  <a:pt x="34290" y="60198"/>
                </a:lnTo>
                <a:lnTo>
                  <a:pt x="38100" y="58674"/>
                </a:lnTo>
                <a:lnTo>
                  <a:pt x="41135" y="60198"/>
                </a:lnTo>
                <a:lnTo>
                  <a:pt x="42659" y="63245"/>
                </a:lnTo>
                <a:lnTo>
                  <a:pt x="42659" y="76200"/>
                </a:lnTo>
                <a:lnTo>
                  <a:pt x="76200" y="76200"/>
                </a:lnTo>
                <a:close/>
              </a:path>
              <a:path w="76200" h="2520950">
                <a:moveTo>
                  <a:pt x="42659" y="76200"/>
                </a:moveTo>
                <a:lnTo>
                  <a:pt x="42659" y="63245"/>
                </a:lnTo>
                <a:lnTo>
                  <a:pt x="41135" y="60198"/>
                </a:lnTo>
                <a:lnTo>
                  <a:pt x="38100" y="58674"/>
                </a:lnTo>
                <a:lnTo>
                  <a:pt x="34290" y="60198"/>
                </a:lnTo>
                <a:lnTo>
                  <a:pt x="33527" y="63245"/>
                </a:lnTo>
                <a:lnTo>
                  <a:pt x="33527" y="76200"/>
                </a:lnTo>
                <a:lnTo>
                  <a:pt x="42659" y="76200"/>
                </a:lnTo>
                <a:close/>
              </a:path>
              <a:path w="76200" h="2520950">
                <a:moveTo>
                  <a:pt x="42659" y="2516124"/>
                </a:moveTo>
                <a:lnTo>
                  <a:pt x="42659" y="76200"/>
                </a:lnTo>
                <a:lnTo>
                  <a:pt x="33527" y="76200"/>
                </a:lnTo>
                <a:lnTo>
                  <a:pt x="33527" y="2516124"/>
                </a:lnTo>
                <a:lnTo>
                  <a:pt x="34290" y="2519172"/>
                </a:lnTo>
                <a:lnTo>
                  <a:pt x="38100" y="2520696"/>
                </a:lnTo>
                <a:lnTo>
                  <a:pt x="41135" y="2519172"/>
                </a:lnTo>
                <a:lnTo>
                  <a:pt x="42659" y="2516124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6407543" y="3281171"/>
            <a:ext cx="377190" cy="0"/>
          </a:xfrm>
          <a:custGeom>
            <a:avLst/>
            <a:gdLst/>
            <a:ahLst/>
            <a:cxnLst/>
            <a:rect l="l" t="t" r="r" b="b"/>
            <a:pathLst>
              <a:path w="377190">
                <a:moveTo>
                  <a:pt x="377177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6407543" y="3281171"/>
            <a:ext cx="0" cy="536575"/>
          </a:xfrm>
          <a:custGeom>
            <a:avLst/>
            <a:gdLst/>
            <a:ahLst/>
            <a:cxnLst/>
            <a:rect l="l" t="t" r="r" b="b"/>
            <a:pathLst>
              <a:path h="536575">
                <a:moveTo>
                  <a:pt x="0" y="0"/>
                </a:moveTo>
                <a:lnTo>
                  <a:pt x="0" y="536448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6407543" y="3846576"/>
            <a:ext cx="1436370" cy="0"/>
          </a:xfrm>
          <a:custGeom>
            <a:avLst/>
            <a:gdLst/>
            <a:ahLst/>
            <a:cxnLst/>
            <a:rect l="l" t="t" r="r" b="b"/>
            <a:pathLst>
              <a:path w="1436370">
                <a:moveTo>
                  <a:pt x="0" y="0"/>
                </a:moveTo>
                <a:lnTo>
                  <a:pt x="1436357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7872869" y="3048000"/>
            <a:ext cx="0" cy="798830"/>
          </a:xfrm>
          <a:custGeom>
            <a:avLst/>
            <a:gdLst/>
            <a:ahLst/>
            <a:cxnLst/>
            <a:rect l="l" t="t" r="r" b="b"/>
            <a:pathLst>
              <a:path h="798829">
                <a:moveTo>
                  <a:pt x="0" y="798575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7437767" y="3048000"/>
            <a:ext cx="435609" cy="0"/>
          </a:xfrm>
          <a:custGeom>
            <a:avLst/>
            <a:gdLst/>
            <a:ahLst/>
            <a:cxnLst/>
            <a:rect l="l" t="t" r="r" b="b"/>
            <a:pathLst>
              <a:path w="435609">
                <a:moveTo>
                  <a:pt x="435101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399667" y="2844545"/>
            <a:ext cx="76200" cy="208279"/>
          </a:xfrm>
          <a:custGeom>
            <a:avLst/>
            <a:gdLst/>
            <a:ahLst/>
            <a:cxnLst/>
            <a:rect l="l" t="t" r="r" b="b"/>
            <a:pathLst>
              <a:path w="76200" h="20828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753" y="76200"/>
                </a:lnTo>
                <a:lnTo>
                  <a:pt x="32753" y="63246"/>
                </a:lnTo>
                <a:lnTo>
                  <a:pt x="34290" y="60198"/>
                </a:lnTo>
                <a:lnTo>
                  <a:pt x="38100" y="58674"/>
                </a:lnTo>
                <a:lnTo>
                  <a:pt x="41148" y="60198"/>
                </a:lnTo>
                <a:lnTo>
                  <a:pt x="42659" y="63246"/>
                </a:lnTo>
                <a:lnTo>
                  <a:pt x="42659" y="76200"/>
                </a:lnTo>
                <a:lnTo>
                  <a:pt x="76200" y="76200"/>
                </a:lnTo>
                <a:close/>
              </a:path>
              <a:path w="76200" h="208280">
                <a:moveTo>
                  <a:pt x="42659" y="76200"/>
                </a:moveTo>
                <a:lnTo>
                  <a:pt x="42659" y="63246"/>
                </a:lnTo>
                <a:lnTo>
                  <a:pt x="41148" y="60198"/>
                </a:lnTo>
                <a:lnTo>
                  <a:pt x="38100" y="58674"/>
                </a:lnTo>
                <a:lnTo>
                  <a:pt x="34290" y="60198"/>
                </a:lnTo>
                <a:lnTo>
                  <a:pt x="32753" y="63246"/>
                </a:lnTo>
                <a:lnTo>
                  <a:pt x="32753" y="76200"/>
                </a:lnTo>
                <a:lnTo>
                  <a:pt x="42659" y="76200"/>
                </a:lnTo>
                <a:close/>
              </a:path>
              <a:path w="76200" h="208280">
                <a:moveTo>
                  <a:pt x="42659" y="203454"/>
                </a:moveTo>
                <a:lnTo>
                  <a:pt x="42659" y="76200"/>
                </a:lnTo>
                <a:lnTo>
                  <a:pt x="32753" y="76200"/>
                </a:lnTo>
                <a:lnTo>
                  <a:pt x="32753" y="203454"/>
                </a:lnTo>
                <a:lnTo>
                  <a:pt x="34290" y="206502"/>
                </a:lnTo>
                <a:lnTo>
                  <a:pt x="38100" y="208026"/>
                </a:lnTo>
                <a:lnTo>
                  <a:pt x="41148" y="206502"/>
                </a:lnTo>
                <a:lnTo>
                  <a:pt x="42659" y="203454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4854587" y="5008626"/>
            <a:ext cx="435609" cy="0"/>
          </a:xfrm>
          <a:custGeom>
            <a:avLst/>
            <a:gdLst/>
            <a:ahLst/>
            <a:cxnLst/>
            <a:rect l="l" t="t" r="r" b="b"/>
            <a:pathLst>
              <a:path w="435610">
                <a:moveTo>
                  <a:pt x="435102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4838585" y="5022341"/>
            <a:ext cx="0" cy="653415"/>
          </a:xfrm>
          <a:custGeom>
            <a:avLst/>
            <a:gdLst/>
            <a:ahLst/>
            <a:cxnLst/>
            <a:rect l="l" t="t" r="r" b="b"/>
            <a:pathLst>
              <a:path h="653414">
                <a:moveTo>
                  <a:pt x="0" y="0"/>
                </a:moveTo>
                <a:lnTo>
                  <a:pt x="0" y="653034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4838585" y="5675376"/>
            <a:ext cx="1727835" cy="0"/>
          </a:xfrm>
          <a:custGeom>
            <a:avLst/>
            <a:gdLst/>
            <a:ahLst/>
            <a:cxnLst/>
            <a:rect l="l" t="t" r="r" b="b"/>
            <a:pathLst>
              <a:path w="1727834">
                <a:moveTo>
                  <a:pt x="0" y="0"/>
                </a:moveTo>
                <a:lnTo>
                  <a:pt x="1727441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6566027" y="4528565"/>
            <a:ext cx="0" cy="1146810"/>
          </a:xfrm>
          <a:custGeom>
            <a:avLst/>
            <a:gdLst/>
            <a:ahLst/>
            <a:cxnLst/>
            <a:rect l="l" t="t" r="r" b="b"/>
            <a:pathLst>
              <a:path h="1146810">
                <a:moveTo>
                  <a:pt x="0" y="114681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5913767" y="4543044"/>
            <a:ext cx="652780" cy="0"/>
          </a:xfrm>
          <a:custGeom>
            <a:avLst/>
            <a:gdLst/>
            <a:ahLst/>
            <a:cxnLst/>
            <a:rect l="l" t="t" r="r" b="b"/>
            <a:pathLst>
              <a:path w="652779">
                <a:moveTo>
                  <a:pt x="65225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5875667" y="2830067"/>
            <a:ext cx="76200" cy="1732280"/>
          </a:xfrm>
          <a:custGeom>
            <a:avLst/>
            <a:gdLst/>
            <a:ahLst/>
            <a:cxnLst/>
            <a:rect l="l" t="t" r="r" b="b"/>
            <a:pathLst>
              <a:path w="76200" h="1732279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765" y="76200"/>
                </a:lnTo>
                <a:lnTo>
                  <a:pt x="32765" y="64007"/>
                </a:lnTo>
                <a:lnTo>
                  <a:pt x="34289" y="60198"/>
                </a:lnTo>
                <a:lnTo>
                  <a:pt x="38100" y="58674"/>
                </a:lnTo>
                <a:lnTo>
                  <a:pt x="41148" y="60198"/>
                </a:lnTo>
                <a:lnTo>
                  <a:pt x="42672" y="64007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76200" h="1732279">
                <a:moveTo>
                  <a:pt x="42672" y="76200"/>
                </a:moveTo>
                <a:lnTo>
                  <a:pt x="42672" y="64007"/>
                </a:lnTo>
                <a:lnTo>
                  <a:pt x="41148" y="60198"/>
                </a:lnTo>
                <a:lnTo>
                  <a:pt x="38100" y="58674"/>
                </a:lnTo>
                <a:lnTo>
                  <a:pt x="34289" y="60198"/>
                </a:lnTo>
                <a:lnTo>
                  <a:pt x="32765" y="64007"/>
                </a:lnTo>
                <a:lnTo>
                  <a:pt x="32765" y="76200"/>
                </a:lnTo>
                <a:lnTo>
                  <a:pt x="42672" y="76200"/>
                </a:lnTo>
                <a:close/>
              </a:path>
              <a:path w="76200" h="1732279">
                <a:moveTo>
                  <a:pt x="42672" y="1727453"/>
                </a:moveTo>
                <a:lnTo>
                  <a:pt x="42672" y="76200"/>
                </a:lnTo>
                <a:lnTo>
                  <a:pt x="32765" y="76200"/>
                </a:lnTo>
                <a:lnTo>
                  <a:pt x="32765" y="1727453"/>
                </a:lnTo>
                <a:lnTo>
                  <a:pt x="34289" y="1730502"/>
                </a:lnTo>
                <a:lnTo>
                  <a:pt x="38100" y="1732026"/>
                </a:lnTo>
                <a:lnTo>
                  <a:pt x="41148" y="1730502"/>
                </a:lnTo>
                <a:lnTo>
                  <a:pt x="42672" y="1727453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503561" y="4122420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5">
                <a:moveTo>
                  <a:pt x="349758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503561" y="4122420"/>
            <a:ext cx="0" cy="494030"/>
          </a:xfrm>
          <a:custGeom>
            <a:avLst/>
            <a:gdLst/>
            <a:ahLst/>
            <a:cxnLst/>
            <a:rect l="l" t="t" r="r" b="b"/>
            <a:pathLst>
              <a:path h="494029">
                <a:moveTo>
                  <a:pt x="0" y="0"/>
                </a:moveTo>
                <a:lnTo>
                  <a:pt x="0" y="493775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489083" y="4601717"/>
            <a:ext cx="1553210" cy="0"/>
          </a:xfrm>
          <a:custGeom>
            <a:avLst/>
            <a:gdLst/>
            <a:ahLst/>
            <a:cxnLst/>
            <a:rect l="l" t="t" r="r" b="b"/>
            <a:pathLst>
              <a:path w="1553210">
                <a:moveTo>
                  <a:pt x="0" y="0"/>
                </a:moveTo>
                <a:lnTo>
                  <a:pt x="1552956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5042039" y="3614165"/>
            <a:ext cx="0" cy="988060"/>
          </a:xfrm>
          <a:custGeom>
            <a:avLst/>
            <a:gdLst/>
            <a:ahLst/>
            <a:cxnLst/>
            <a:rect l="l" t="t" r="r" b="b"/>
            <a:pathLst>
              <a:path h="988060">
                <a:moveTo>
                  <a:pt x="0" y="987551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491113" y="3614165"/>
            <a:ext cx="551180" cy="0"/>
          </a:xfrm>
          <a:custGeom>
            <a:avLst/>
            <a:gdLst/>
            <a:ahLst/>
            <a:cxnLst/>
            <a:rect l="l" t="t" r="r" b="b"/>
            <a:pathLst>
              <a:path w="551179">
                <a:moveTo>
                  <a:pt x="550926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4453013" y="2844545"/>
            <a:ext cx="76200" cy="788670"/>
          </a:xfrm>
          <a:custGeom>
            <a:avLst/>
            <a:gdLst/>
            <a:ahLst/>
            <a:cxnLst/>
            <a:rect l="l" t="t" r="r" b="b"/>
            <a:pathLst>
              <a:path w="76200" h="78867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3528" y="76200"/>
                </a:lnTo>
                <a:lnTo>
                  <a:pt x="33528" y="63246"/>
                </a:lnTo>
                <a:lnTo>
                  <a:pt x="35052" y="60198"/>
                </a:lnTo>
                <a:lnTo>
                  <a:pt x="38100" y="58674"/>
                </a:lnTo>
                <a:lnTo>
                  <a:pt x="41910" y="60198"/>
                </a:lnTo>
                <a:lnTo>
                  <a:pt x="42672" y="63246"/>
                </a:lnTo>
                <a:lnTo>
                  <a:pt x="42672" y="76200"/>
                </a:lnTo>
                <a:lnTo>
                  <a:pt x="76200" y="76200"/>
                </a:lnTo>
                <a:close/>
              </a:path>
              <a:path w="76200" h="788670">
                <a:moveTo>
                  <a:pt x="42672" y="76200"/>
                </a:moveTo>
                <a:lnTo>
                  <a:pt x="42672" y="63246"/>
                </a:lnTo>
                <a:lnTo>
                  <a:pt x="41910" y="60198"/>
                </a:lnTo>
                <a:lnTo>
                  <a:pt x="38100" y="58674"/>
                </a:lnTo>
                <a:lnTo>
                  <a:pt x="35052" y="60198"/>
                </a:lnTo>
                <a:lnTo>
                  <a:pt x="33528" y="63246"/>
                </a:lnTo>
                <a:lnTo>
                  <a:pt x="33528" y="76200"/>
                </a:lnTo>
                <a:lnTo>
                  <a:pt x="42672" y="76200"/>
                </a:lnTo>
                <a:close/>
              </a:path>
              <a:path w="76200" h="788670">
                <a:moveTo>
                  <a:pt x="42672" y="784098"/>
                </a:moveTo>
                <a:lnTo>
                  <a:pt x="42672" y="76200"/>
                </a:lnTo>
                <a:lnTo>
                  <a:pt x="33528" y="76200"/>
                </a:lnTo>
                <a:lnTo>
                  <a:pt x="33528" y="784098"/>
                </a:lnTo>
                <a:lnTo>
                  <a:pt x="35052" y="787908"/>
                </a:lnTo>
                <a:lnTo>
                  <a:pt x="38100" y="788670"/>
                </a:lnTo>
                <a:lnTo>
                  <a:pt x="41910" y="787908"/>
                </a:lnTo>
                <a:lnTo>
                  <a:pt x="42672" y="784098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 txBox="1"/>
          <p:nvPr/>
        </p:nvSpPr>
        <p:spPr>
          <a:xfrm>
            <a:off x="5539104" y="5188204"/>
            <a:ext cx="18288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-4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2791091" y="6067044"/>
            <a:ext cx="0" cy="357505"/>
          </a:xfrm>
          <a:custGeom>
            <a:avLst/>
            <a:gdLst/>
            <a:ahLst/>
            <a:cxnLst/>
            <a:rect l="l" t="t" r="r" b="b"/>
            <a:pathLst>
              <a:path h="357504">
                <a:moveTo>
                  <a:pt x="0" y="0"/>
                </a:moveTo>
                <a:lnTo>
                  <a:pt x="0" y="357377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1994039" y="6416040"/>
            <a:ext cx="797560" cy="8890"/>
          </a:xfrm>
          <a:custGeom>
            <a:avLst/>
            <a:gdLst/>
            <a:ahLst/>
            <a:cxnLst/>
            <a:rect l="l" t="t" r="r" b="b"/>
            <a:pathLst>
              <a:path w="797560" h="8889">
                <a:moveTo>
                  <a:pt x="797051" y="8382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1994039" y="2593848"/>
            <a:ext cx="0" cy="3830954"/>
          </a:xfrm>
          <a:custGeom>
            <a:avLst/>
            <a:gdLst/>
            <a:ahLst/>
            <a:cxnLst/>
            <a:rect l="l" t="t" r="r" b="b"/>
            <a:pathLst>
              <a:path h="3830954">
                <a:moveTo>
                  <a:pt x="0" y="3830574"/>
                </a:moveTo>
                <a:lnTo>
                  <a:pt x="0" y="0"/>
                </a:lnTo>
              </a:path>
            </a:pathLst>
          </a:custGeom>
          <a:ln w="9525">
            <a:solidFill>
              <a:srgbClr val="5490A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989467" y="2555748"/>
            <a:ext cx="340360" cy="76200"/>
          </a:xfrm>
          <a:custGeom>
            <a:avLst/>
            <a:gdLst/>
            <a:ahLst/>
            <a:cxnLst/>
            <a:rect l="l" t="t" r="r" b="b"/>
            <a:pathLst>
              <a:path w="340360" h="76200">
                <a:moveTo>
                  <a:pt x="280415" y="38100"/>
                </a:moveTo>
                <a:lnTo>
                  <a:pt x="279653" y="34289"/>
                </a:lnTo>
                <a:lnTo>
                  <a:pt x="275844" y="33527"/>
                </a:lnTo>
                <a:lnTo>
                  <a:pt x="4571" y="33527"/>
                </a:lnTo>
                <a:lnTo>
                  <a:pt x="1523" y="34289"/>
                </a:lnTo>
                <a:lnTo>
                  <a:pt x="0" y="38100"/>
                </a:lnTo>
                <a:lnTo>
                  <a:pt x="1523" y="41147"/>
                </a:lnTo>
                <a:lnTo>
                  <a:pt x="4571" y="42671"/>
                </a:lnTo>
                <a:lnTo>
                  <a:pt x="275844" y="42671"/>
                </a:lnTo>
                <a:lnTo>
                  <a:pt x="279653" y="41147"/>
                </a:lnTo>
                <a:lnTo>
                  <a:pt x="280415" y="38100"/>
                </a:lnTo>
                <a:close/>
              </a:path>
              <a:path w="340360" h="76200">
                <a:moveTo>
                  <a:pt x="339851" y="38100"/>
                </a:moveTo>
                <a:lnTo>
                  <a:pt x="263651" y="0"/>
                </a:lnTo>
                <a:lnTo>
                  <a:pt x="263651" y="33527"/>
                </a:lnTo>
                <a:lnTo>
                  <a:pt x="275844" y="33527"/>
                </a:lnTo>
                <a:lnTo>
                  <a:pt x="279653" y="34289"/>
                </a:lnTo>
                <a:lnTo>
                  <a:pt x="280415" y="38100"/>
                </a:lnTo>
                <a:lnTo>
                  <a:pt x="280415" y="67818"/>
                </a:lnTo>
                <a:lnTo>
                  <a:pt x="339851" y="38100"/>
                </a:lnTo>
                <a:close/>
              </a:path>
              <a:path w="340360" h="76200">
                <a:moveTo>
                  <a:pt x="280415" y="67818"/>
                </a:moveTo>
                <a:lnTo>
                  <a:pt x="280415" y="38100"/>
                </a:lnTo>
                <a:lnTo>
                  <a:pt x="279653" y="41147"/>
                </a:lnTo>
                <a:lnTo>
                  <a:pt x="275844" y="42671"/>
                </a:lnTo>
                <a:lnTo>
                  <a:pt x="263651" y="42671"/>
                </a:lnTo>
                <a:lnTo>
                  <a:pt x="263651" y="76200"/>
                </a:lnTo>
                <a:lnTo>
                  <a:pt x="280415" y="67818"/>
                </a:lnTo>
                <a:close/>
              </a:path>
            </a:pathLst>
          </a:custGeom>
          <a:solidFill>
            <a:srgbClr val="5490A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 txBox="1"/>
          <p:nvPr/>
        </p:nvSpPr>
        <p:spPr>
          <a:xfrm>
            <a:off x="4081398" y="4321047"/>
            <a:ext cx="22225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6964806" y="3233673"/>
            <a:ext cx="341630" cy="474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0 </a:t>
            </a:r>
            <a:r>
              <a:rPr sz="1400" spc="6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  <a:spcBef>
                <a:spcPts val="295"/>
              </a:spcBef>
            </a:pPr>
            <a:r>
              <a:rPr sz="1400" spc="-10" dirty="0"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8481948" y="6040120"/>
            <a:ext cx="28067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-15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2025535" y="3272790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2010282" y="4143006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2006460" y="4984254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2004936" y="5866650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4040225" y="2097036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5536031" y="2081034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6954875" y="2093214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8405736" y="2090178"/>
            <a:ext cx="3181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H3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1728863" y="2356866"/>
            <a:ext cx="601980" cy="76200"/>
          </a:xfrm>
          <a:custGeom>
            <a:avLst/>
            <a:gdLst/>
            <a:ahLst/>
            <a:cxnLst/>
            <a:rect l="l" t="t" r="r" b="b"/>
            <a:pathLst>
              <a:path w="601980" h="76200">
                <a:moveTo>
                  <a:pt x="543306" y="38099"/>
                </a:moveTo>
                <a:lnTo>
                  <a:pt x="541782" y="35051"/>
                </a:lnTo>
                <a:lnTo>
                  <a:pt x="537972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909"/>
                </a:lnTo>
                <a:lnTo>
                  <a:pt x="4572" y="43433"/>
                </a:lnTo>
                <a:lnTo>
                  <a:pt x="537972" y="43433"/>
                </a:lnTo>
                <a:lnTo>
                  <a:pt x="541782" y="41909"/>
                </a:lnTo>
                <a:lnTo>
                  <a:pt x="543306" y="38099"/>
                </a:lnTo>
                <a:close/>
              </a:path>
              <a:path w="601980" h="76200">
                <a:moveTo>
                  <a:pt x="601980" y="38099"/>
                </a:moveTo>
                <a:lnTo>
                  <a:pt x="525780" y="0"/>
                </a:lnTo>
                <a:lnTo>
                  <a:pt x="525780" y="33527"/>
                </a:lnTo>
                <a:lnTo>
                  <a:pt x="537972" y="33527"/>
                </a:lnTo>
                <a:lnTo>
                  <a:pt x="541782" y="35051"/>
                </a:lnTo>
                <a:lnTo>
                  <a:pt x="543306" y="38099"/>
                </a:lnTo>
                <a:lnTo>
                  <a:pt x="543306" y="67436"/>
                </a:lnTo>
                <a:lnTo>
                  <a:pt x="601980" y="38099"/>
                </a:lnTo>
                <a:close/>
              </a:path>
              <a:path w="601980" h="76200">
                <a:moveTo>
                  <a:pt x="543306" y="67436"/>
                </a:moveTo>
                <a:lnTo>
                  <a:pt x="543306" y="38099"/>
                </a:lnTo>
                <a:lnTo>
                  <a:pt x="541782" y="41909"/>
                </a:lnTo>
                <a:lnTo>
                  <a:pt x="537972" y="43433"/>
                </a:lnTo>
                <a:lnTo>
                  <a:pt x="525780" y="43433"/>
                </a:lnTo>
                <a:lnTo>
                  <a:pt x="525780" y="76199"/>
                </a:lnTo>
                <a:lnTo>
                  <a:pt x="543306" y="674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 txBox="1"/>
          <p:nvPr/>
        </p:nvSpPr>
        <p:spPr>
          <a:xfrm>
            <a:off x="993781" y="2253741"/>
            <a:ext cx="71564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Matrix  </a:t>
            </a:r>
            <a:r>
              <a:rPr sz="2000" spc="-5" dirty="0">
                <a:latin typeface="Arial"/>
                <a:cs typeface="Arial"/>
              </a:rPr>
              <a:t>head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2835529" y="6301740"/>
            <a:ext cx="6818630" cy="740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155" marR="5080" indent="-8509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For an </a:t>
            </a:r>
            <a:r>
              <a:rPr sz="2400" i="1" dirty="0">
                <a:latin typeface="Arial"/>
                <a:cs typeface="Arial"/>
              </a:rPr>
              <a:t>nxm </a:t>
            </a:r>
            <a:r>
              <a:rPr sz="2400" spc="-5" dirty="0">
                <a:latin typeface="Arial"/>
                <a:cs typeface="Arial"/>
              </a:rPr>
              <a:t>sparse </a:t>
            </a:r>
            <a:r>
              <a:rPr sz="2400" dirty="0">
                <a:latin typeface="Arial"/>
                <a:cs typeface="Arial"/>
              </a:rPr>
              <a:t>matrix </a:t>
            </a:r>
            <a:r>
              <a:rPr sz="2400" spc="-5" dirty="0">
                <a:latin typeface="Arial"/>
                <a:cs typeface="Arial"/>
              </a:rPr>
              <a:t>with </a:t>
            </a:r>
            <a:r>
              <a:rPr sz="2400" i="1" dirty="0">
                <a:latin typeface="Arial"/>
                <a:cs typeface="Arial"/>
              </a:rPr>
              <a:t>r </a:t>
            </a:r>
            <a:r>
              <a:rPr sz="2400" spc="-5" dirty="0">
                <a:latin typeface="Arial"/>
                <a:cs typeface="Arial"/>
              </a:rPr>
              <a:t>nonzero </a:t>
            </a:r>
            <a:r>
              <a:rPr sz="2400" dirty="0">
                <a:latin typeface="Arial"/>
                <a:cs typeface="Arial"/>
              </a:rPr>
              <a:t>terms,  the </a:t>
            </a:r>
            <a:r>
              <a:rPr sz="2400" spc="-5" dirty="0">
                <a:latin typeface="Arial"/>
                <a:cs typeface="Arial"/>
              </a:rPr>
              <a:t>number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nodes needed is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max{n, m}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+ r +</a:t>
            </a:r>
            <a:r>
              <a:rPr sz="2400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2" name="object 18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83207" y="415797"/>
            <a:ext cx="2006600" cy="274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5"/>
              </a:lnSpc>
            </a:pPr>
            <a:r>
              <a:rPr sz="2000" b="1" i="0" u="sng" spc="-5" dirty="0">
                <a:solidFill>
                  <a:srgbClr val="000000"/>
                </a:solidFill>
                <a:latin typeface="Courier New"/>
                <a:cs typeface="Courier New"/>
              </a:rPr>
              <a:t>program</a:t>
            </a:r>
            <a:r>
              <a:rPr sz="2000" b="1" i="0" u="sng" spc="-6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sz="2000" b="1" i="0" u="sng" spc="-5" dirty="0">
                <a:solidFill>
                  <a:srgbClr val="000000"/>
                </a:solidFill>
                <a:latin typeface="Courier New"/>
                <a:cs typeface="Courier New"/>
              </a:rPr>
              <a:t>4.30: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3207" y="690498"/>
            <a:ext cx="6120765" cy="519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25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enum </a:t>
            </a:r>
            <a:r>
              <a:rPr sz="2000" b="1" spc="-5" dirty="0">
                <a:latin typeface="Courier New"/>
                <a:cs typeface="Courier New"/>
              </a:rPr>
              <a:t>Boolean { FALSE, TRUE</a:t>
            </a:r>
            <a:r>
              <a:rPr sz="2000" b="1" spc="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};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65"/>
              </a:lnSpc>
            </a:pP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struct Triple { int value, row, col ;</a:t>
            </a:r>
            <a:r>
              <a:rPr sz="2000" b="1" spc="5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024380">
              <a:lnSpc>
                <a:spcPts val="1930"/>
              </a:lnSpc>
            </a:pPr>
            <a:r>
              <a:rPr spc="-5" dirty="0">
                <a:solidFill>
                  <a:srgbClr val="3365CC"/>
                </a:solidFill>
              </a:rPr>
              <a:t>class </a:t>
            </a:r>
            <a:r>
              <a:rPr spc="-5" dirty="0"/>
              <a:t>Matrix ; //forward declaration  </a:t>
            </a:r>
            <a:r>
              <a:rPr spc="-5" dirty="0">
                <a:solidFill>
                  <a:srgbClr val="3365CC"/>
                </a:solidFill>
              </a:rPr>
              <a:t>class </a:t>
            </a:r>
            <a:r>
              <a:rPr spc="-5" dirty="0"/>
              <a:t>MatrixNode</a:t>
            </a:r>
            <a:r>
              <a:rPr spc="-40" dirty="0"/>
              <a:t> </a:t>
            </a:r>
            <a:r>
              <a:rPr spc="-5" dirty="0"/>
              <a:t>{</a:t>
            </a:r>
          </a:p>
          <a:p>
            <a:pPr marL="354965">
              <a:lnSpc>
                <a:spcPts val="1695"/>
              </a:lnSpc>
            </a:pPr>
            <a:r>
              <a:rPr spc="-5" dirty="0">
                <a:solidFill>
                  <a:srgbClr val="3365CC"/>
                </a:solidFill>
              </a:rPr>
              <a:t>friend class </a:t>
            </a:r>
            <a:r>
              <a:rPr spc="-5" dirty="0"/>
              <a:t>Matrix</a:t>
            </a:r>
            <a:r>
              <a:rPr spc="-30" dirty="0"/>
              <a:t> </a:t>
            </a:r>
            <a:r>
              <a:rPr spc="-5" dirty="0"/>
              <a:t>;</a:t>
            </a:r>
          </a:p>
          <a:p>
            <a:pPr marL="354965">
              <a:lnSpc>
                <a:spcPts val="1925"/>
              </a:lnSpc>
            </a:pPr>
            <a:r>
              <a:rPr spc="-5" dirty="0"/>
              <a:t>//for reading in a</a:t>
            </a:r>
            <a:r>
              <a:rPr spc="-10" dirty="0"/>
              <a:t> </a:t>
            </a:r>
            <a:r>
              <a:rPr spc="-5" dirty="0"/>
              <a:t>matrix</a:t>
            </a:r>
          </a:p>
          <a:p>
            <a:pPr marL="354965" marR="5080">
              <a:lnSpc>
                <a:spcPts val="1930"/>
              </a:lnSpc>
              <a:spcBef>
                <a:spcPts val="219"/>
              </a:spcBef>
            </a:pPr>
            <a:r>
              <a:rPr spc="-5" dirty="0">
                <a:solidFill>
                  <a:srgbClr val="3365CC"/>
                </a:solidFill>
              </a:rPr>
              <a:t>friend </a:t>
            </a:r>
            <a:r>
              <a:rPr spc="-5" dirty="0"/>
              <a:t>istream&amp; </a:t>
            </a:r>
            <a:r>
              <a:rPr spc="-5" dirty="0">
                <a:solidFill>
                  <a:srgbClr val="3365CC"/>
                </a:solidFill>
              </a:rPr>
              <a:t>operator</a:t>
            </a:r>
            <a:r>
              <a:rPr spc="-5" dirty="0"/>
              <a:t>&gt;&gt;(istream&amp;, Matrix&amp;) ;  </a:t>
            </a:r>
            <a:r>
              <a:rPr spc="-5" dirty="0">
                <a:solidFill>
                  <a:srgbClr val="3365CC"/>
                </a:solidFill>
              </a:rPr>
              <a:t>private:</a:t>
            </a:r>
          </a:p>
          <a:p>
            <a:pPr marL="926465" marR="2633980">
              <a:lnSpc>
                <a:spcPct val="80300"/>
              </a:lnSpc>
              <a:spcBef>
                <a:spcPts val="10"/>
              </a:spcBef>
            </a:pPr>
            <a:r>
              <a:rPr spc="-5" dirty="0"/>
              <a:t>MatrixNode *down, *right ;  Boolean head</a:t>
            </a:r>
            <a:r>
              <a:rPr spc="-55" dirty="0"/>
              <a:t> </a:t>
            </a:r>
            <a:r>
              <a:rPr spc="-5" dirty="0"/>
              <a:t>;</a:t>
            </a:r>
          </a:p>
          <a:p>
            <a:pPr marL="926465">
              <a:lnSpc>
                <a:spcPts val="1685"/>
              </a:lnSpc>
            </a:pPr>
            <a:r>
              <a:rPr spc="-5" dirty="0">
                <a:solidFill>
                  <a:srgbClr val="FF0000"/>
                </a:solidFill>
              </a:rPr>
              <a:t>union { //anonymous</a:t>
            </a:r>
            <a:r>
              <a:rPr spc="-1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union</a:t>
            </a:r>
          </a:p>
          <a:p>
            <a:pPr marL="1840864" marR="2938145">
              <a:lnSpc>
                <a:spcPts val="1930"/>
              </a:lnSpc>
              <a:spcBef>
                <a:spcPts val="219"/>
              </a:spcBef>
            </a:pPr>
            <a:r>
              <a:rPr spc="-5" dirty="0">
                <a:solidFill>
                  <a:srgbClr val="FF0000"/>
                </a:solidFill>
              </a:rPr>
              <a:t>MatrixNode *next</a:t>
            </a:r>
            <a:r>
              <a:rPr spc="-4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;  Triple triple</a:t>
            </a:r>
            <a:r>
              <a:rPr spc="-5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;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97607" y="3838816"/>
            <a:ext cx="3302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FF0000"/>
                </a:solidFill>
                <a:latin typeface="Courier New"/>
                <a:cs typeface="Courier New"/>
              </a:rPr>
              <a:t>};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26094" y="4083430"/>
            <a:ext cx="68827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MatrixNode(Boolean, Triple *) ;</a:t>
            </a:r>
            <a:r>
              <a:rPr sz="2000" b="1" spc="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//constructor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3194" y="4328045"/>
            <a:ext cx="3302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3194" y="4571898"/>
            <a:ext cx="6730365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MatrixNode::MatrixNode(Boolean b, Triple</a:t>
            </a:r>
            <a:r>
              <a:rPr sz="2000" b="1" spc="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*t)</a:t>
            </a:r>
            <a:endParaRPr sz="2000">
              <a:latin typeface="Courier New"/>
              <a:cs typeface="Courier New"/>
            </a:endParaRPr>
          </a:p>
          <a:p>
            <a:pPr marL="3556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//constructor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83194" y="5061115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6094" y="5305729"/>
            <a:ext cx="6425565" cy="155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65"/>
              </a:lnSpc>
            </a:pPr>
            <a:r>
              <a:rPr sz="2000" b="1" spc="-5" dirty="0">
                <a:latin typeface="Courier New"/>
                <a:cs typeface="Courier New"/>
              </a:rPr>
              <a:t>head = b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1925"/>
              </a:lnSpc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if </a:t>
            </a:r>
            <a:r>
              <a:rPr sz="2000" b="1" spc="-5" dirty="0">
                <a:latin typeface="Courier New"/>
                <a:cs typeface="Courier New"/>
              </a:rPr>
              <a:t>(b) { right = next = down =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this</a:t>
            </a:r>
            <a:r>
              <a:rPr sz="2000" b="1" spc="-5" dirty="0">
                <a:latin typeface="Courier New"/>
                <a:cs typeface="Courier New"/>
              </a:rPr>
              <a:t>;}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1925"/>
              </a:lnSpc>
            </a:pPr>
            <a:r>
              <a:rPr sz="2000" b="1" spc="-5" dirty="0">
                <a:latin typeface="Courier New"/>
                <a:cs typeface="Courier New"/>
              </a:rPr>
              <a:t>//row/column head</a:t>
            </a:r>
            <a:r>
              <a:rPr sz="2000" b="1" spc="-2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node</a:t>
            </a:r>
            <a:endParaRPr sz="2000">
              <a:latin typeface="Courier New"/>
              <a:cs typeface="Courier New"/>
            </a:endParaRPr>
          </a:p>
          <a:p>
            <a:pPr marL="12700" marR="5080">
              <a:lnSpc>
                <a:spcPts val="1930"/>
              </a:lnSpc>
              <a:spcBef>
                <a:spcPts val="215"/>
              </a:spcBef>
            </a:pPr>
            <a:r>
              <a:rPr sz="2000" b="1" spc="-5" dirty="0">
                <a:solidFill>
                  <a:srgbClr val="3365CC"/>
                </a:solidFill>
                <a:latin typeface="Courier New"/>
                <a:cs typeface="Courier New"/>
              </a:rPr>
              <a:t>else </a:t>
            </a:r>
            <a:r>
              <a:rPr sz="2000" b="1" spc="-5" dirty="0">
                <a:latin typeface="Courier New"/>
                <a:cs typeface="Courier New"/>
              </a:rPr>
              <a:t>triple = *t ; //head node for list of  headnodes OR</a:t>
            </a:r>
            <a:r>
              <a:rPr sz="2000" b="1" spc="-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element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1939"/>
              </a:lnSpc>
            </a:pPr>
            <a:r>
              <a:rPr sz="2000" b="1" spc="-5" dirty="0">
                <a:latin typeface="Courier New"/>
                <a:cs typeface="Courier New"/>
              </a:rPr>
              <a:t>//node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3194" y="6772630"/>
            <a:ext cx="1778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0826" y="649223"/>
            <a:ext cx="130429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typedef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0831" y="649223"/>
            <a:ext cx="18510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MatrixNode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58427" y="649223"/>
            <a:ext cx="31286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* MatrixNodePtr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0839" y="1087373"/>
            <a:ext cx="18510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//to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allow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8435" y="1087373"/>
            <a:ext cx="4041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subsequent creation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6171" y="1087373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array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of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53710" y="2328671"/>
            <a:ext cx="36753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operator</a:t>
            </a:r>
            <a:r>
              <a:rPr sz="2400" b="1" spc="-10" dirty="0">
                <a:latin typeface="Courier New"/>
                <a:cs typeface="Courier New"/>
              </a:rPr>
              <a:t>&gt;&gt;(istream&amp;,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0839" y="1379951"/>
            <a:ext cx="3105785" cy="2150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13105" indent="342265">
              <a:lnSpc>
                <a:spcPct val="119800"/>
              </a:lnSpc>
            </a:pPr>
            <a:r>
              <a:rPr sz="2400" b="1" spc="-10" dirty="0">
                <a:latin typeface="Courier New"/>
                <a:cs typeface="Courier New"/>
              </a:rPr>
              <a:t>pointers  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class</a:t>
            </a:r>
            <a:r>
              <a:rPr sz="2400" b="1" spc="-6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Matrix{</a:t>
            </a:r>
            <a:endParaRPr sz="2400">
              <a:latin typeface="Courier New"/>
              <a:cs typeface="Courier New"/>
            </a:endParaRPr>
          </a:p>
          <a:p>
            <a:pPr marL="354965" marR="5080">
              <a:lnSpc>
                <a:spcPct val="109800"/>
              </a:lnSpc>
              <a:spcBef>
                <a:spcPts val="285"/>
              </a:spcBef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friend</a:t>
            </a:r>
            <a:r>
              <a:rPr sz="2400" b="1" spc="-6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istream&amp;  </a:t>
            </a:r>
            <a:r>
              <a:rPr sz="2400" b="1" spc="-5" dirty="0">
                <a:latin typeface="Courier New"/>
                <a:cs typeface="Courier New"/>
              </a:rPr>
              <a:t>Matrix&amp;) ; 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5032" y="3569970"/>
            <a:ext cx="22155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//destructor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33726" y="3497549"/>
            <a:ext cx="2604770" cy="909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71500">
              <a:lnSpc>
                <a:spcPct val="119800"/>
              </a:lnSpc>
            </a:pPr>
            <a:r>
              <a:rPr sz="2400" b="1" spc="-5" dirty="0">
                <a:latin typeface="Courier New"/>
                <a:cs typeface="Courier New"/>
              </a:rPr>
              <a:t>~Matrix()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 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0826" y="4446270"/>
            <a:ext cx="4954905" cy="836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MatrixNode </a:t>
            </a:r>
            <a:r>
              <a:rPr sz="2400" b="1" spc="-10" dirty="0">
                <a:latin typeface="Courier New"/>
                <a:cs typeface="Courier New"/>
              </a:rPr>
              <a:t>*headnode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53</a:t>
            </a:r>
            <a:endParaRPr sz="3200">
              <a:latin typeface="Arial Narrow"/>
              <a:cs typeface="Arial Narrow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925519" y="2034349"/>
          <a:ext cx="3212584" cy="30622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5424"/>
                <a:gridCol w="745957"/>
                <a:gridCol w="813393"/>
                <a:gridCol w="927810"/>
              </a:tblGrid>
              <a:tr h="691895">
                <a:tc>
                  <a:txBody>
                    <a:bodyPr/>
                    <a:lstStyle/>
                    <a:p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200" spc="-5" dirty="0">
                          <a:latin typeface="Times New Roman"/>
                          <a:cs typeface="Times New Roman"/>
                        </a:rPr>
                        <a:t>[0]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200" spc="-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35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3200" spc="-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108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  <a:lnB w="6096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35673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[0]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T w="6096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096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108">
                      <a:solidFill>
                        <a:srgbClr val="000000"/>
                      </a:solidFill>
                      <a:prstDash val="solid"/>
                    </a:lnR>
                    <a:lnT w="6096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468249">
                <a:tc>
                  <a:txBody>
                    <a:bodyPr/>
                    <a:lstStyle/>
                    <a:p>
                      <a:pPr marL="65405">
                        <a:lnSpc>
                          <a:spcPts val="34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[1]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34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6055" algn="r">
                        <a:lnSpc>
                          <a:spcPts val="3460"/>
                        </a:lnSpc>
                      </a:pPr>
                      <a:r>
                        <a:rPr sz="3200" spc="-114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108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67112">
                <a:tc>
                  <a:txBody>
                    <a:bodyPr/>
                    <a:lstStyle/>
                    <a:p>
                      <a:pPr marL="65405">
                        <a:lnSpc>
                          <a:spcPts val="34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[2]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3460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0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0180" algn="r">
                        <a:lnSpc>
                          <a:spcPts val="3460"/>
                        </a:lnSpc>
                      </a:pPr>
                      <a:r>
                        <a:rPr sz="3200" spc="5" dirty="0">
                          <a:latin typeface="Times New Roman"/>
                          <a:cs typeface="Times New Roman"/>
                        </a:rPr>
                        <a:t>12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108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67493">
                <a:tc>
                  <a:txBody>
                    <a:bodyPr/>
                    <a:lstStyle/>
                    <a:p>
                      <a:pPr marL="65405">
                        <a:lnSpc>
                          <a:spcPts val="3454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[3]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54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ts val="3454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9090">
                        <a:lnSpc>
                          <a:spcPts val="3454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-4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108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6907">
                <a:tc>
                  <a:txBody>
                    <a:bodyPr/>
                    <a:lstStyle/>
                    <a:p>
                      <a:pPr marL="65405">
                        <a:lnSpc>
                          <a:spcPts val="3379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[4]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R w="6096">
                      <a:solidFill>
                        <a:srgbClr val="000000"/>
                      </a:solidFill>
                      <a:prstDash val="solid"/>
                    </a:lnR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79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096">
                      <a:solidFill>
                        <a:srgbClr val="000000"/>
                      </a:solidFill>
                      <a:prstDash val="solid"/>
                    </a:lnL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ts val="3379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3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3379"/>
                        </a:lnSpc>
                      </a:pPr>
                      <a:r>
                        <a:rPr sz="3200" dirty="0">
                          <a:latin typeface="Times New Roman"/>
                          <a:cs typeface="Times New Roman"/>
                        </a:rPr>
                        <a:t>-15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6108">
                      <a:solidFill>
                        <a:srgbClr val="000000"/>
                      </a:solidFill>
                      <a:prstDash val="solid"/>
                    </a:lnR>
                    <a:lnB w="609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907157" y="5431028"/>
            <a:ext cx="48552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u="heavy" dirty="0">
                <a:latin typeface="Arial"/>
                <a:cs typeface="Arial"/>
              </a:rPr>
              <a:t>Sample input for sparse</a:t>
            </a:r>
            <a:r>
              <a:rPr sz="2800" u="heavy" spc="-80" dirty="0">
                <a:latin typeface="Arial"/>
                <a:cs typeface="Arial"/>
              </a:rPr>
              <a:t> </a:t>
            </a:r>
            <a:r>
              <a:rPr sz="2800" u="heavy" dirty="0">
                <a:latin typeface="Arial"/>
                <a:cs typeface="Arial"/>
              </a:rPr>
              <a:t>matrix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55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Doubly Linked</a:t>
            </a:r>
            <a:r>
              <a:rPr spc="-35" dirty="0"/>
              <a:t> </a:t>
            </a:r>
            <a:r>
              <a:rPr spc="-5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7047" y="2331973"/>
            <a:ext cx="6767195" cy="3768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Move in forward and backward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direction.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Singly linked list (in one direction</a:t>
            </a:r>
            <a:r>
              <a:rPr sz="2400" spc="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only)</a:t>
            </a:r>
            <a:endParaRPr sz="2400">
              <a:latin typeface="Arial"/>
              <a:cs typeface="Arial"/>
            </a:endParaRPr>
          </a:p>
          <a:p>
            <a:pPr marL="355600" marR="462280" indent="-342900">
              <a:lnSpc>
                <a:spcPts val="3030"/>
              </a:lnSpc>
              <a:spcBef>
                <a:spcPts val="71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How to get the preceding node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during  deletion or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insertion?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29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Using 2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pointers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009ACC"/>
              </a:buClr>
              <a:buSzPct val="71428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Node in doubly linked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list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left </a:t>
            </a:r>
            <a:r>
              <a:rPr sz="2400" spc="-5" dirty="0">
                <a:latin typeface="Arial"/>
                <a:cs typeface="Arial"/>
              </a:rPr>
              <a:t>link field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(llink)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data field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(item)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right link field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(rlink)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90826" y="636269"/>
            <a:ext cx="23971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u="heavy" spc="-5" dirty="0">
                <a:latin typeface="Courier New"/>
                <a:cs typeface="Courier New"/>
              </a:rPr>
              <a:t>program</a:t>
            </a:r>
            <a:r>
              <a:rPr sz="2400" b="1" u="heavy" spc="-85" dirty="0">
                <a:latin typeface="Courier New"/>
                <a:cs typeface="Courier New"/>
              </a:rPr>
              <a:t> </a:t>
            </a:r>
            <a:r>
              <a:rPr sz="2400" b="1" u="heavy" spc="-10" dirty="0">
                <a:latin typeface="Courier New"/>
                <a:cs typeface="Courier New"/>
              </a:rPr>
              <a:t>4.33: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90826" y="1001999"/>
            <a:ext cx="2764155" cy="836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9800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class </a:t>
            </a:r>
            <a:r>
              <a:rPr sz="2400" b="1" spc="-5" dirty="0">
                <a:latin typeface="Courier New"/>
                <a:cs typeface="Courier New"/>
              </a:rPr>
              <a:t>DblList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  </a:t>
            </a: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6582" y="1439417"/>
            <a:ext cx="23977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DblListNode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56599" y="1840991"/>
            <a:ext cx="11201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friend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3620" y="1840991"/>
            <a:ext cx="9372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28692" y="1840991"/>
            <a:ext cx="16681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DblList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6599" y="2206721"/>
            <a:ext cx="2397760" cy="1237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6555" marR="187325" indent="-364490">
              <a:lnSpc>
                <a:spcPct val="1098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private:  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int </a:t>
            </a:r>
            <a:r>
              <a:rPr sz="2400" b="1" spc="-5" dirty="0">
                <a:latin typeface="Courier New"/>
                <a:cs typeface="Courier New"/>
              </a:rPr>
              <a:t>data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  <a:p>
            <a:pPr marL="376555">
              <a:lnSpc>
                <a:spcPct val="100000"/>
              </a:lnSpc>
              <a:spcBef>
                <a:spcPts val="280"/>
              </a:spcBef>
            </a:pPr>
            <a:r>
              <a:rPr sz="2400" b="1" spc="-10" dirty="0">
                <a:latin typeface="Courier New"/>
                <a:cs typeface="Courier New"/>
              </a:rPr>
              <a:t>DblListNode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10488" y="3045714"/>
            <a:ext cx="13036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*llink,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70389" y="3045714"/>
            <a:ext cx="14865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*rlink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0839" y="3447288"/>
            <a:ext cx="2764155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class </a:t>
            </a:r>
            <a:r>
              <a:rPr sz="2400" b="1" spc="-5" dirty="0">
                <a:latin typeface="Courier New"/>
                <a:cs typeface="Courier New"/>
              </a:rPr>
              <a:t>DblList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6599" y="4250435"/>
            <a:ext cx="1301750" cy="800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public: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400" b="1" spc="-10" dirty="0">
                <a:latin typeface="Courier New"/>
                <a:cs typeface="Courier New"/>
              </a:rPr>
              <a:t>//List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3986" y="4652771"/>
            <a:ext cx="22148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manipulation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05909" y="4652771"/>
            <a:ext cx="18497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operations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6599" y="5054345"/>
            <a:ext cx="2033270" cy="1202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09800"/>
              </a:lnSpc>
            </a:pPr>
            <a:r>
              <a:rPr sz="2400" b="1" spc="-5" dirty="0">
                <a:latin typeface="Courier New"/>
                <a:cs typeface="Courier New"/>
              </a:rPr>
              <a:t>//points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to  DblListNode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45642" y="5455920"/>
            <a:ext cx="1669414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head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node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400" b="1" spc="-5" dirty="0">
                <a:latin typeface="Courier New"/>
                <a:cs typeface="Courier New"/>
              </a:rPr>
              <a:t>*first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90839" y="6259067"/>
            <a:ext cx="3911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Doubly Linked List</a:t>
            </a:r>
            <a:r>
              <a:rPr spc="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37425" y="6343903"/>
            <a:ext cx="168656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u="heavy" spc="-5" dirty="0">
                <a:latin typeface="Arial"/>
                <a:cs typeface="Arial"/>
              </a:rPr>
              <a:t>Empty</a:t>
            </a:r>
            <a:r>
              <a:rPr sz="2800" u="heavy" spc="-90" dirty="0">
                <a:latin typeface="Arial"/>
                <a:cs typeface="Arial"/>
              </a:rPr>
              <a:t> </a:t>
            </a:r>
            <a:r>
              <a:rPr sz="2800" u="heavy" spc="-5" dirty="0">
                <a:latin typeface="Arial"/>
                <a:cs typeface="Arial"/>
              </a:rPr>
              <a:t>List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46917" y="4440173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6917" y="4440173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86641" y="4440173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86641" y="4440173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27033" y="5555741"/>
            <a:ext cx="421640" cy="378460"/>
          </a:xfrm>
          <a:custGeom>
            <a:avLst/>
            <a:gdLst/>
            <a:ahLst/>
            <a:cxnLst/>
            <a:rect l="l" t="t" r="r" b="b"/>
            <a:pathLst>
              <a:path w="421639" h="378460">
                <a:moveTo>
                  <a:pt x="0" y="0"/>
                </a:moveTo>
                <a:lnTo>
                  <a:pt x="0" y="377951"/>
                </a:lnTo>
                <a:lnTo>
                  <a:pt x="421386" y="377951"/>
                </a:lnTo>
                <a:lnTo>
                  <a:pt x="4213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46133" y="5555741"/>
            <a:ext cx="421640" cy="378460"/>
          </a:xfrm>
          <a:custGeom>
            <a:avLst/>
            <a:gdLst/>
            <a:ahLst/>
            <a:cxnLst/>
            <a:rect l="l" t="t" r="r" b="b"/>
            <a:pathLst>
              <a:path w="421639" h="378460">
                <a:moveTo>
                  <a:pt x="0" y="0"/>
                </a:moveTo>
                <a:lnTo>
                  <a:pt x="0" y="377951"/>
                </a:lnTo>
                <a:lnTo>
                  <a:pt x="421386" y="377951"/>
                </a:lnTo>
                <a:lnTo>
                  <a:pt x="421386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7519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46917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866017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86641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78993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98093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18717" y="5555741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41839" y="5801867"/>
            <a:ext cx="998219" cy="76200"/>
          </a:xfrm>
          <a:custGeom>
            <a:avLst/>
            <a:gdLst/>
            <a:ahLst/>
            <a:cxnLst/>
            <a:rect l="l" t="t" r="r" b="b"/>
            <a:pathLst>
              <a:path w="998220" h="76200">
                <a:moveTo>
                  <a:pt x="939545" y="38100"/>
                </a:moveTo>
                <a:lnTo>
                  <a:pt x="938783" y="35052"/>
                </a:lnTo>
                <a:lnTo>
                  <a:pt x="934973" y="33528"/>
                </a:lnTo>
                <a:lnTo>
                  <a:pt x="4571" y="33528"/>
                </a:lnTo>
                <a:lnTo>
                  <a:pt x="1523" y="35052"/>
                </a:lnTo>
                <a:lnTo>
                  <a:pt x="0" y="38100"/>
                </a:lnTo>
                <a:lnTo>
                  <a:pt x="1523" y="41910"/>
                </a:lnTo>
                <a:lnTo>
                  <a:pt x="4571" y="42672"/>
                </a:lnTo>
                <a:lnTo>
                  <a:pt x="934973" y="42672"/>
                </a:lnTo>
                <a:lnTo>
                  <a:pt x="938783" y="41910"/>
                </a:lnTo>
                <a:lnTo>
                  <a:pt x="939545" y="38100"/>
                </a:lnTo>
                <a:close/>
              </a:path>
              <a:path w="998220" h="76200">
                <a:moveTo>
                  <a:pt x="998219" y="38100"/>
                </a:moveTo>
                <a:lnTo>
                  <a:pt x="922019" y="0"/>
                </a:lnTo>
                <a:lnTo>
                  <a:pt x="922019" y="33528"/>
                </a:lnTo>
                <a:lnTo>
                  <a:pt x="934973" y="33528"/>
                </a:lnTo>
                <a:lnTo>
                  <a:pt x="938783" y="35052"/>
                </a:lnTo>
                <a:lnTo>
                  <a:pt x="939545" y="38100"/>
                </a:lnTo>
                <a:lnTo>
                  <a:pt x="939545" y="67437"/>
                </a:lnTo>
                <a:lnTo>
                  <a:pt x="998219" y="38100"/>
                </a:lnTo>
                <a:close/>
              </a:path>
              <a:path w="998220" h="76200">
                <a:moveTo>
                  <a:pt x="939545" y="67437"/>
                </a:moveTo>
                <a:lnTo>
                  <a:pt x="939545" y="38100"/>
                </a:lnTo>
                <a:lnTo>
                  <a:pt x="938783" y="41910"/>
                </a:lnTo>
                <a:lnTo>
                  <a:pt x="934973" y="42672"/>
                </a:lnTo>
                <a:lnTo>
                  <a:pt x="922019" y="42672"/>
                </a:lnTo>
                <a:lnTo>
                  <a:pt x="922019" y="76200"/>
                </a:lnTo>
                <a:lnTo>
                  <a:pt x="939545" y="6743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75439" y="5784341"/>
            <a:ext cx="998219" cy="76200"/>
          </a:xfrm>
          <a:custGeom>
            <a:avLst/>
            <a:gdLst/>
            <a:ahLst/>
            <a:cxnLst/>
            <a:rect l="l" t="t" r="r" b="b"/>
            <a:pathLst>
              <a:path w="998220" h="76200">
                <a:moveTo>
                  <a:pt x="939533" y="38100"/>
                </a:moveTo>
                <a:lnTo>
                  <a:pt x="938771" y="35052"/>
                </a:lnTo>
                <a:lnTo>
                  <a:pt x="934961" y="33528"/>
                </a:lnTo>
                <a:lnTo>
                  <a:pt x="4571" y="33528"/>
                </a:lnTo>
                <a:lnTo>
                  <a:pt x="1523" y="35052"/>
                </a:lnTo>
                <a:lnTo>
                  <a:pt x="0" y="38100"/>
                </a:lnTo>
                <a:lnTo>
                  <a:pt x="1523" y="41910"/>
                </a:lnTo>
                <a:lnTo>
                  <a:pt x="4571" y="43434"/>
                </a:lnTo>
                <a:lnTo>
                  <a:pt x="934961" y="43434"/>
                </a:lnTo>
                <a:lnTo>
                  <a:pt x="938771" y="41910"/>
                </a:lnTo>
                <a:lnTo>
                  <a:pt x="939533" y="38100"/>
                </a:lnTo>
                <a:close/>
              </a:path>
              <a:path w="998220" h="76200">
                <a:moveTo>
                  <a:pt x="998207" y="38100"/>
                </a:moveTo>
                <a:lnTo>
                  <a:pt x="922019" y="0"/>
                </a:lnTo>
                <a:lnTo>
                  <a:pt x="922019" y="33528"/>
                </a:lnTo>
                <a:lnTo>
                  <a:pt x="934961" y="33528"/>
                </a:lnTo>
                <a:lnTo>
                  <a:pt x="938771" y="35052"/>
                </a:lnTo>
                <a:lnTo>
                  <a:pt x="939533" y="38100"/>
                </a:lnTo>
                <a:lnTo>
                  <a:pt x="939533" y="67441"/>
                </a:lnTo>
                <a:lnTo>
                  <a:pt x="998207" y="38100"/>
                </a:lnTo>
                <a:close/>
              </a:path>
              <a:path w="998220" h="76200">
                <a:moveTo>
                  <a:pt x="939533" y="67441"/>
                </a:moveTo>
                <a:lnTo>
                  <a:pt x="939533" y="38100"/>
                </a:lnTo>
                <a:lnTo>
                  <a:pt x="938771" y="41910"/>
                </a:lnTo>
                <a:lnTo>
                  <a:pt x="934961" y="43434"/>
                </a:lnTo>
                <a:lnTo>
                  <a:pt x="922019" y="43434"/>
                </a:lnTo>
                <a:lnTo>
                  <a:pt x="922019" y="76200"/>
                </a:lnTo>
                <a:lnTo>
                  <a:pt x="939533" y="674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603383" y="5640323"/>
            <a:ext cx="999490" cy="76200"/>
          </a:xfrm>
          <a:custGeom>
            <a:avLst/>
            <a:gdLst/>
            <a:ahLst/>
            <a:cxnLst/>
            <a:rect l="l" t="t" r="r" b="b"/>
            <a:pathLst>
              <a:path w="999489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9436" y="67818"/>
                </a:lnTo>
                <a:lnTo>
                  <a:pt x="59436" y="38100"/>
                </a:lnTo>
                <a:lnTo>
                  <a:pt x="60198" y="34289"/>
                </a:lnTo>
                <a:lnTo>
                  <a:pt x="64008" y="32765"/>
                </a:lnTo>
                <a:lnTo>
                  <a:pt x="76200" y="32765"/>
                </a:lnTo>
                <a:close/>
              </a:path>
              <a:path w="999489" h="76200">
                <a:moveTo>
                  <a:pt x="998982" y="38100"/>
                </a:moveTo>
                <a:lnTo>
                  <a:pt x="997458" y="34289"/>
                </a:lnTo>
                <a:lnTo>
                  <a:pt x="994410" y="32765"/>
                </a:lnTo>
                <a:lnTo>
                  <a:pt x="64008" y="32765"/>
                </a:lnTo>
                <a:lnTo>
                  <a:pt x="60198" y="34289"/>
                </a:lnTo>
                <a:lnTo>
                  <a:pt x="59436" y="38100"/>
                </a:lnTo>
                <a:lnTo>
                  <a:pt x="60198" y="41148"/>
                </a:lnTo>
                <a:lnTo>
                  <a:pt x="64008" y="42672"/>
                </a:lnTo>
                <a:lnTo>
                  <a:pt x="994410" y="42672"/>
                </a:lnTo>
                <a:lnTo>
                  <a:pt x="997458" y="41148"/>
                </a:lnTo>
                <a:lnTo>
                  <a:pt x="998982" y="38100"/>
                </a:lnTo>
                <a:close/>
              </a:path>
              <a:path w="999489" h="76200">
                <a:moveTo>
                  <a:pt x="76200" y="76200"/>
                </a:moveTo>
                <a:lnTo>
                  <a:pt x="76200" y="42672"/>
                </a:lnTo>
                <a:lnTo>
                  <a:pt x="64008" y="42672"/>
                </a:lnTo>
                <a:lnTo>
                  <a:pt x="60198" y="41148"/>
                </a:lnTo>
                <a:lnTo>
                  <a:pt x="59436" y="38100"/>
                </a:lnTo>
                <a:lnTo>
                  <a:pt x="59436" y="67818"/>
                </a:lnTo>
                <a:lnTo>
                  <a:pt x="76200" y="76200"/>
                </a:lnTo>
                <a:close/>
              </a:path>
            </a:pathLst>
          </a:custGeom>
          <a:solidFill>
            <a:srgbClr val="3366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720219" y="5624321"/>
            <a:ext cx="998219" cy="76200"/>
          </a:xfrm>
          <a:custGeom>
            <a:avLst/>
            <a:gdLst/>
            <a:ahLst/>
            <a:cxnLst/>
            <a:rect l="l" t="t" r="r" b="b"/>
            <a:pathLst>
              <a:path w="998220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59436" y="34289"/>
                </a:lnTo>
                <a:lnTo>
                  <a:pt x="63246" y="33527"/>
                </a:lnTo>
                <a:lnTo>
                  <a:pt x="76200" y="33527"/>
                </a:lnTo>
                <a:close/>
              </a:path>
              <a:path w="998220" h="76200">
                <a:moveTo>
                  <a:pt x="998207" y="38099"/>
                </a:moveTo>
                <a:lnTo>
                  <a:pt x="996695" y="34289"/>
                </a:lnTo>
                <a:lnTo>
                  <a:pt x="993647" y="33527"/>
                </a:lnTo>
                <a:lnTo>
                  <a:pt x="63246" y="33527"/>
                </a:lnTo>
                <a:lnTo>
                  <a:pt x="59436" y="34289"/>
                </a:lnTo>
                <a:lnTo>
                  <a:pt x="58674" y="38100"/>
                </a:lnTo>
                <a:lnTo>
                  <a:pt x="59436" y="41148"/>
                </a:lnTo>
                <a:lnTo>
                  <a:pt x="63246" y="42672"/>
                </a:lnTo>
                <a:lnTo>
                  <a:pt x="993647" y="42671"/>
                </a:lnTo>
                <a:lnTo>
                  <a:pt x="996695" y="41147"/>
                </a:lnTo>
                <a:lnTo>
                  <a:pt x="998207" y="38099"/>
                </a:lnTo>
                <a:close/>
              </a:path>
              <a:path w="998220" h="76200">
                <a:moveTo>
                  <a:pt x="76200" y="76200"/>
                </a:moveTo>
                <a:lnTo>
                  <a:pt x="76200" y="42672"/>
                </a:lnTo>
                <a:lnTo>
                  <a:pt x="63246" y="42672"/>
                </a:lnTo>
                <a:lnTo>
                  <a:pt x="59436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66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78037" y="5730240"/>
            <a:ext cx="466090" cy="0"/>
          </a:xfrm>
          <a:custGeom>
            <a:avLst/>
            <a:gdLst/>
            <a:ahLst/>
            <a:cxnLst/>
            <a:rect l="l" t="t" r="r" b="b"/>
            <a:pathLst>
              <a:path w="466089">
                <a:moveTo>
                  <a:pt x="465581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79561" y="4744973"/>
            <a:ext cx="0" cy="982344"/>
          </a:xfrm>
          <a:custGeom>
            <a:avLst/>
            <a:gdLst/>
            <a:ahLst/>
            <a:cxnLst/>
            <a:rect l="l" t="t" r="r" b="b"/>
            <a:pathLst>
              <a:path h="982345">
                <a:moveTo>
                  <a:pt x="0" y="982217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89467" y="4706873"/>
            <a:ext cx="2457450" cy="76200"/>
          </a:xfrm>
          <a:custGeom>
            <a:avLst/>
            <a:gdLst/>
            <a:ahLst/>
            <a:cxnLst/>
            <a:rect l="l" t="t" r="r" b="b"/>
            <a:pathLst>
              <a:path w="2457450" h="76200">
                <a:moveTo>
                  <a:pt x="2398775" y="38100"/>
                </a:moveTo>
                <a:lnTo>
                  <a:pt x="2397251" y="34289"/>
                </a:lnTo>
                <a:lnTo>
                  <a:pt x="2393441" y="32765"/>
                </a:lnTo>
                <a:lnTo>
                  <a:pt x="4571" y="32765"/>
                </a:lnTo>
                <a:lnTo>
                  <a:pt x="1523" y="34289"/>
                </a:lnTo>
                <a:lnTo>
                  <a:pt x="0" y="38100"/>
                </a:lnTo>
                <a:lnTo>
                  <a:pt x="1523" y="41148"/>
                </a:lnTo>
                <a:lnTo>
                  <a:pt x="4571" y="42672"/>
                </a:lnTo>
                <a:lnTo>
                  <a:pt x="2393441" y="42672"/>
                </a:lnTo>
                <a:lnTo>
                  <a:pt x="2397251" y="41148"/>
                </a:lnTo>
                <a:lnTo>
                  <a:pt x="2398775" y="38100"/>
                </a:lnTo>
                <a:close/>
              </a:path>
              <a:path w="2457450" h="76200">
                <a:moveTo>
                  <a:pt x="2457449" y="38100"/>
                </a:moveTo>
                <a:lnTo>
                  <a:pt x="2381249" y="0"/>
                </a:lnTo>
                <a:lnTo>
                  <a:pt x="2381249" y="32765"/>
                </a:lnTo>
                <a:lnTo>
                  <a:pt x="2393441" y="32765"/>
                </a:lnTo>
                <a:lnTo>
                  <a:pt x="2397251" y="34289"/>
                </a:lnTo>
                <a:lnTo>
                  <a:pt x="2398775" y="38100"/>
                </a:lnTo>
                <a:lnTo>
                  <a:pt x="2398775" y="67437"/>
                </a:lnTo>
                <a:lnTo>
                  <a:pt x="2457449" y="38100"/>
                </a:lnTo>
                <a:close/>
              </a:path>
              <a:path w="2457450" h="76200">
                <a:moveTo>
                  <a:pt x="2398775" y="67437"/>
                </a:moveTo>
                <a:lnTo>
                  <a:pt x="2398775" y="38100"/>
                </a:lnTo>
                <a:lnTo>
                  <a:pt x="2397251" y="41148"/>
                </a:lnTo>
                <a:lnTo>
                  <a:pt x="2393441" y="42672"/>
                </a:lnTo>
                <a:lnTo>
                  <a:pt x="2381249" y="42672"/>
                </a:lnTo>
                <a:lnTo>
                  <a:pt x="2381249" y="76200"/>
                </a:lnTo>
                <a:lnTo>
                  <a:pt x="2398775" y="67437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741043" y="5737097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5">
                <a:moveTo>
                  <a:pt x="0" y="0"/>
                </a:moveTo>
                <a:lnTo>
                  <a:pt x="4488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204327" y="4630673"/>
            <a:ext cx="0" cy="1106805"/>
          </a:xfrm>
          <a:custGeom>
            <a:avLst/>
            <a:gdLst/>
            <a:ahLst/>
            <a:cxnLst/>
            <a:rect l="l" t="t" r="r" b="b"/>
            <a:pathLst>
              <a:path h="1106804">
                <a:moveTo>
                  <a:pt x="0" y="1106424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36983" y="4592573"/>
            <a:ext cx="2457450" cy="76200"/>
          </a:xfrm>
          <a:custGeom>
            <a:avLst/>
            <a:gdLst/>
            <a:ahLst/>
            <a:cxnLst/>
            <a:rect l="l" t="t" r="r" b="b"/>
            <a:pathLst>
              <a:path w="2457450" h="76200">
                <a:moveTo>
                  <a:pt x="76200" y="32765"/>
                </a:moveTo>
                <a:lnTo>
                  <a:pt x="76200" y="0"/>
                </a:lnTo>
                <a:lnTo>
                  <a:pt x="0" y="38100"/>
                </a:lnTo>
                <a:lnTo>
                  <a:pt x="59436" y="67818"/>
                </a:lnTo>
                <a:lnTo>
                  <a:pt x="59436" y="38100"/>
                </a:lnTo>
                <a:lnTo>
                  <a:pt x="60198" y="34289"/>
                </a:lnTo>
                <a:lnTo>
                  <a:pt x="64008" y="32765"/>
                </a:lnTo>
                <a:lnTo>
                  <a:pt x="76200" y="32765"/>
                </a:lnTo>
                <a:close/>
              </a:path>
              <a:path w="2457450" h="76200">
                <a:moveTo>
                  <a:pt x="2457450" y="38099"/>
                </a:moveTo>
                <a:lnTo>
                  <a:pt x="2456688" y="34289"/>
                </a:lnTo>
                <a:lnTo>
                  <a:pt x="2452865" y="32765"/>
                </a:lnTo>
                <a:lnTo>
                  <a:pt x="64008" y="32765"/>
                </a:lnTo>
                <a:lnTo>
                  <a:pt x="60198" y="34289"/>
                </a:lnTo>
                <a:lnTo>
                  <a:pt x="59436" y="38100"/>
                </a:lnTo>
                <a:lnTo>
                  <a:pt x="60198" y="41148"/>
                </a:lnTo>
                <a:lnTo>
                  <a:pt x="64008" y="42672"/>
                </a:lnTo>
                <a:lnTo>
                  <a:pt x="2452865" y="42671"/>
                </a:lnTo>
                <a:lnTo>
                  <a:pt x="2456688" y="41147"/>
                </a:lnTo>
                <a:lnTo>
                  <a:pt x="2457450" y="38099"/>
                </a:lnTo>
                <a:close/>
              </a:path>
              <a:path w="2457450" h="76200">
                <a:moveTo>
                  <a:pt x="76200" y="76200"/>
                </a:moveTo>
                <a:lnTo>
                  <a:pt x="76200" y="42672"/>
                </a:lnTo>
                <a:lnTo>
                  <a:pt x="64008" y="42672"/>
                </a:lnTo>
                <a:lnTo>
                  <a:pt x="60198" y="41148"/>
                </a:lnTo>
                <a:lnTo>
                  <a:pt x="59436" y="38100"/>
                </a:lnTo>
                <a:lnTo>
                  <a:pt x="59436" y="67818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635893" y="4629150"/>
            <a:ext cx="0" cy="333375"/>
          </a:xfrm>
          <a:custGeom>
            <a:avLst/>
            <a:gdLst/>
            <a:ahLst/>
            <a:cxnLst/>
            <a:rect l="l" t="t" r="r" b="b"/>
            <a:pathLst>
              <a:path h="333375">
                <a:moveTo>
                  <a:pt x="0" y="0"/>
                </a:moveTo>
                <a:lnTo>
                  <a:pt x="0" y="332994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35893" y="4976621"/>
            <a:ext cx="2567940" cy="0"/>
          </a:xfrm>
          <a:custGeom>
            <a:avLst/>
            <a:gdLst/>
            <a:ahLst/>
            <a:cxnLst/>
            <a:rect l="l" t="t" r="r" b="b"/>
            <a:pathLst>
              <a:path w="2567940">
                <a:moveTo>
                  <a:pt x="0" y="0"/>
                </a:moveTo>
                <a:lnTo>
                  <a:pt x="2567927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172591" y="4972050"/>
            <a:ext cx="76200" cy="581025"/>
          </a:xfrm>
          <a:custGeom>
            <a:avLst/>
            <a:gdLst/>
            <a:ahLst/>
            <a:cxnLst/>
            <a:rect l="l" t="t" r="r" b="b"/>
            <a:pathLst>
              <a:path w="76200" h="581025">
                <a:moveTo>
                  <a:pt x="76200" y="504444"/>
                </a:moveTo>
                <a:lnTo>
                  <a:pt x="0" y="504444"/>
                </a:lnTo>
                <a:lnTo>
                  <a:pt x="33527" y="571500"/>
                </a:lnTo>
                <a:lnTo>
                  <a:pt x="33527" y="517398"/>
                </a:lnTo>
                <a:lnTo>
                  <a:pt x="34290" y="520446"/>
                </a:lnTo>
                <a:lnTo>
                  <a:pt x="38100" y="521970"/>
                </a:lnTo>
                <a:lnTo>
                  <a:pt x="41135" y="520446"/>
                </a:lnTo>
                <a:lnTo>
                  <a:pt x="42659" y="517398"/>
                </a:lnTo>
                <a:lnTo>
                  <a:pt x="42659" y="571525"/>
                </a:lnTo>
                <a:lnTo>
                  <a:pt x="76200" y="504444"/>
                </a:lnTo>
                <a:close/>
              </a:path>
              <a:path w="76200" h="581025">
                <a:moveTo>
                  <a:pt x="42659" y="504444"/>
                </a:moveTo>
                <a:lnTo>
                  <a:pt x="42659" y="4572"/>
                </a:lnTo>
                <a:lnTo>
                  <a:pt x="41135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7" y="4572"/>
                </a:lnTo>
                <a:lnTo>
                  <a:pt x="33527" y="504444"/>
                </a:lnTo>
                <a:lnTo>
                  <a:pt x="42659" y="504444"/>
                </a:lnTo>
                <a:close/>
              </a:path>
              <a:path w="76200" h="581025">
                <a:moveTo>
                  <a:pt x="42659" y="571525"/>
                </a:moveTo>
                <a:lnTo>
                  <a:pt x="42659" y="517398"/>
                </a:lnTo>
                <a:lnTo>
                  <a:pt x="41135" y="520446"/>
                </a:lnTo>
                <a:lnTo>
                  <a:pt x="38100" y="521970"/>
                </a:lnTo>
                <a:lnTo>
                  <a:pt x="34290" y="520446"/>
                </a:lnTo>
                <a:lnTo>
                  <a:pt x="33527" y="517398"/>
                </a:lnTo>
                <a:lnTo>
                  <a:pt x="33527" y="571500"/>
                </a:lnTo>
                <a:lnTo>
                  <a:pt x="38100" y="580644"/>
                </a:lnTo>
                <a:lnTo>
                  <a:pt x="42659" y="5715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91619" y="4598670"/>
            <a:ext cx="6350" cy="657860"/>
          </a:xfrm>
          <a:custGeom>
            <a:avLst/>
            <a:gdLst/>
            <a:ahLst/>
            <a:cxnLst/>
            <a:rect l="l" t="t" r="r" b="b"/>
            <a:pathLst>
              <a:path w="6350" h="657860">
                <a:moveTo>
                  <a:pt x="0" y="0"/>
                </a:moveTo>
                <a:lnTo>
                  <a:pt x="6096" y="65760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67113" y="5247894"/>
            <a:ext cx="2524760" cy="0"/>
          </a:xfrm>
          <a:custGeom>
            <a:avLst/>
            <a:gdLst/>
            <a:ahLst/>
            <a:cxnLst/>
            <a:rect l="l" t="t" r="r" b="b"/>
            <a:pathLst>
              <a:path w="2524760">
                <a:moveTo>
                  <a:pt x="252450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27489" y="5234940"/>
            <a:ext cx="76200" cy="338455"/>
          </a:xfrm>
          <a:custGeom>
            <a:avLst/>
            <a:gdLst/>
            <a:ahLst/>
            <a:cxnLst/>
            <a:rect l="l" t="t" r="r" b="b"/>
            <a:pathLst>
              <a:path w="76200" h="338454">
                <a:moveTo>
                  <a:pt x="42672" y="331914"/>
                </a:moveTo>
                <a:lnTo>
                  <a:pt x="42672" y="275082"/>
                </a:lnTo>
                <a:lnTo>
                  <a:pt x="41910" y="278130"/>
                </a:lnTo>
                <a:lnTo>
                  <a:pt x="38100" y="279654"/>
                </a:lnTo>
                <a:lnTo>
                  <a:pt x="35051" y="278892"/>
                </a:lnTo>
                <a:lnTo>
                  <a:pt x="33528" y="275082"/>
                </a:lnTo>
                <a:lnTo>
                  <a:pt x="33201" y="262225"/>
                </a:lnTo>
                <a:lnTo>
                  <a:pt x="0" y="262889"/>
                </a:lnTo>
                <a:lnTo>
                  <a:pt x="39624" y="338327"/>
                </a:lnTo>
                <a:lnTo>
                  <a:pt x="42672" y="331914"/>
                </a:lnTo>
                <a:close/>
              </a:path>
              <a:path w="76200" h="338454">
                <a:moveTo>
                  <a:pt x="42377" y="262042"/>
                </a:moveTo>
                <a:lnTo>
                  <a:pt x="36575" y="5334"/>
                </a:lnTo>
                <a:lnTo>
                  <a:pt x="35051" y="1524"/>
                </a:lnTo>
                <a:lnTo>
                  <a:pt x="32004" y="0"/>
                </a:lnTo>
                <a:lnTo>
                  <a:pt x="28193" y="1524"/>
                </a:lnTo>
                <a:lnTo>
                  <a:pt x="26669" y="5334"/>
                </a:lnTo>
                <a:lnTo>
                  <a:pt x="33201" y="262225"/>
                </a:lnTo>
                <a:lnTo>
                  <a:pt x="42377" y="262042"/>
                </a:lnTo>
                <a:close/>
              </a:path>
              <a:path w="76200" h="338454">
                <a:moveTo>
                  <a:pt x="42672" y="275082"/>
                </a:moveTo>
                <a:lnTo>
                  <a:pt x="42377" y="262042"/>
                </a:lnTo>
                <a:lnTo>
                  <a:pt x="33201" y="262225"/>
                </a:lnTo>
                <a:lnTo>
                  <a:pt x="33528" y="275082"/>
                </a:lnTo>
                <a:lnTo>
                  <a:pt x="35051" y="278892"/>
                </a:lnTo>
                <a:lnTo>
                  <a:pt x="38100" y="279654"/>
                </a:lnTo>
                <a:lnTo>
                  <a:pt x="41910" y="278130"/>
                </a:lnTo>
                <a:lnTo>
                  <a:pt x="42672" y="275082"/>
                </a:lnTo>
                <a:close/>
              </a:path>
              <a:path w="76200" h="338454">
                <a:moveTo>
                  <a:pt x="76200" y="261365"/>
                </a:moveTo>
                <a:lnTo>
                  <a:pt x="42377" y="262042"/>
                </a:lnTo>
                <a:lnTo>
                  <a:pt x="42672" y="275082"/>
                </a:lnTo>
                <a:lnTo>
                  <a:pt x="42672" y="331914"/>
                </a:lnTo>
                <a:lnTo>
                  <a:pt x="76200" y="26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46539" y="4460747"/>
            <a:ext cx="1485900" cy="76200"/>
          </a:xfrm>
          <a:custGeom>
            <a:avLst/>
            <a:gdLst/>
            <a:ahLst/>
            <a:cxnLst/>
            <a:rect l="l" t="t" r="r" b="b"/>
            <a:pathLst>
              <a:path w="1485900" h="76200">
                <a:moveTo>
                  <a:pt x="1427226" y="38100"/>
                </a:moveTo>
                <a:lnTo>
                  <a:pt x="1425702" y="34289"/>
                </a:lnTo>
                <a:lnTo>
                  <a:pt x="1422653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1422653" y="42672"/>
                </a:lnTo>
                <a:lnTo>
                  <a:pt x="1425702" y="41148"/>
                </a:lnTo>
                <a:lnTo>
                  <a:pt x="1427226" y="38100"/>
                </a:lnTo>
                <a:close/>
              </a:path>
              <a:path w="1485900" h="76200">
                <a:moveTo>
                  <a:pt x="1485900" y="38100"/>
                </a:moveTo>
                <a:lnTo>
                  <a:pt x="1409700" y="0"/>
                </a:lnTo>
                <a:lnTo>
                  <a:pt x="1409700" y="33527"/>
                </a:lnTo>
                <a:lnTo>
                  <a:pt x="1422653" y="33527"/>
                </a:lnTo>
                <a:lnTo>
                  <a:pt x="1425702" y="34289"/>
                </a:lnTo>
                <a:lnTo>
                  <a:pt x="1427226" y="38100"/>
                </a:lnTo>
                <a:lnTo>
                  <a:pt x="1427226" y="67437"/>
                </a:lnTo>
                <a:lnTo>
                  <a:pt x="1485900" y="38100"/>
                </a:lnTo>
                <a:close/>
              </a:path>
              <a:path w="1485900" h="76200">
                <a:moveTo>
                  <a:pt x="1427226" y="67437"/>
                </a:moveTo>
                <a:lnTo>
                  <a:pt x="1427226" y="38100"/>
                </a:lnTo>
                <a:lnTo>
                  <a:pt x="1425702" y="41148"/>
                </a:lnTo>
                <a:lnTo>
                  <a:pt x="1422653" y="42672"/>
                </a:lnTo>
                <a:lnTo>
                  <a:pt x="1409700" y="42672"/>
                </a:lnTo>
                <a:lnTo>
                  <a:pt x="1409700" y="76200"/>
                </a:lnTo>
                <a:lnTo>
                  <a:pt x="1427226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939169" y="6616445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59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39169" y="6616445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59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358269" y="6616445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59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358269" y="6616445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59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778893" y="6616445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59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778893" y="6616445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59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527930" y="6217920"/>
            <a:ext cx="219646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55015" algn="l"/>
                <a:tab pos="1542415" algn="l"/>
              </a:tabLst>
            </a:pPr>
            <a:r>
              <a:rPr sz="2400" dirty="0">
                <a:latin typeface="Comic Sans MS"/>
                <a:cs typeface="Comic Sans MS"/>
              </a:rPr>
              <a:t>llink	</a:t>
            </a:r>
            <a:r>
              <a:rPr sz="2400" spc="-5" dirty="0">
                <a:latin typeface="Comic Sans MS"/>
                <a:cs typeface="Comic Sans MS"/>
              </a:rPr>
              <a:t>ite</a:t>
            </a:r>
            <a:r>
              <a:rPr sz="2400" dirty="0">
                <a:latin typeface="Comic Sans MS"/>
                <a:cs typeface="Comic Sans MS"/>
              </a:rPr>
              <a:t>m	</a:t>
            </a:r>
            <a:r>
              <a:rPr sz="3600" baseline="1157" dirty="0">
                <a:latin typeface="Comic Sans MS"/>
                <a:cs typeface="Comic Sans MS"/>
              </a:rPr>
              <a:t>rlink</a:t>
            </a:r>
            <a:endParaRPr sz="3600" baseline="1157">
              <a:latin typeface="Comic Sans MS"/>
              <a:cs typeface="Comic Sans MS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437267" y="6943343"/>
            <a:ext cx="1485900" cy="76200"/>
          </a:xfrm>
          <a:custGeom>
            <a:avLst/>
            <a:gdLst/>
            <a:ahLst/>
            <a:cxnLst/>
            <a:rect l="l" t="t" r="r" b="b"/>
            <a:pathLst>
              <a:path w="1485900" h="76200">
                <a:moveTo>
                  <a:pt x="1427226" y="38100"/>
                </a:moveTo>
                <a:lnTo>
                  <a:pt x="1425702" y="35051"/>
                </a:lnTo>
                <a:lnTo>
                  <a:pt x="1421891" y="33527"/>
                </a:lnTo>
                <a:lnTo>
                  <a:pt x="4572" y="32003"/>
                </a:lnTo>
                <a:lnTo>
                  <a:pt x="1524" y="33527"/>
                </a:lnTo>
                <a:lnTo>
                  <a:pt x="0" y="36575"/>
                </a:lnTo>
                <a:lnTo>
                  <a:pt x="1524" y="40385"/>
                </a:lnTo>
                <a:lnTo>
                  <a:pt x="4572" y="41148"/>
                </a:lnTo>
                <a:lnTo>
                  <a:pt x="1421891" y="42672"/>
                </a:lnTo>
                <a:lnTo>
                  <a:pt x="1425702" y="41909"/>
                </a:lnTo>
                <a:lnTo>
                  <a:pt x="1427226" y="38100"/>
                </a:lnTo>
                <a:close/>
              </a:path>
              <a:path w="1485900" h="76200">
                <a:moveTo>
                  <a:pt x="1485900" y="38100"/>
                </a:moveTo>
                <a:lnTo>
                  <a:pt x="1409700" y="0"/>
                </a:lnTo>
                <a:lnTo>
                  <a:pt x="1409700" y="33514"/>
                </a:lnTo>
                <a:lnTo>
                  <a:pt x="1421891" y="33527"/>
                </a:lnTo>
                <a:lnTo>
                  <a:pt x="1425702" y="35051"/>
                </a:lnTo>
                <a:lnTo>
                  <a:pt x="1427226" y="38100"/>
                </a:lnTo>
                <a:lnTo>
                  <a:pt x="1427226" y="67437"/>
                </a:lnTo>
                <a:lnTo>
                  <a:pt x="1485900" y="38100"/>
                </a:lnTo>
                <a:close/>
              </a:path>
              <a:path w="1485900" h="76200">
                <a:moveTo>
                  <a:pt x="1427226" y="67437"/>
                </a:moveTo>
                <a:lnTo>
                  <a:pt x="1427226" y="38100"/>
                </a:lnTo>
                <a:lnTo>
                  <a:pt x="1425702" y="41909"/>
                </a:lnTo>
                <a:lnTo>
                  <a:pt x="1421891" y="42672"/>
                </a:lnTo>
                <a:lnTo>
                  <a:pt x="1409700" y="42658"/>
                </a:lnTo>
                <a:lnTo>
                  <a:pt x="1409700" y="76200"/>
                </a:lnTo>
                <a:lnTo>
                  <a:pt x="1427226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986919" y="6880097"/>
            <a:ext cx="421005" cy="1905"/>
          </a:xfrm>
          <a:custGeom>
            <a:avLst/>
            <a:gdLst/>
            <a:ahLst/>
            <a:cxnLst/>
            <a:rect l="l" t="t" r="r" b="b"/>
            <a:pathLst>
              <a:path w="421004" h="1904">
                <a:moveTo>
                  <a:pt x="0" y="0"/>
                </a:moveTo>
                <a:lnTo>
                  <a:pt x="420624" y="152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07543" y="6676643"/>
            <a:ext cx="1905" cy="203835"/>
          </a:xfrm>
          <a:custGeom>
            <a:avLst/>
            <a:gdLst/>
            <a:ahLst/>
            <a:cxnLst/>
            <a:rect l="l" t="t" r="r" b="b"/>
            <a:pathLst>
              <a:path w="1904" h="203834">
                <a:moveTo>
                  <a:pt x="0" y="203453"/>
                </a:moveTo>
                <a:lnTo>
                  <a:pt x="1524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161417" y="6640068"/>
            <a:ext cx="236220" cy="76200"/>
          </a:xfrm>
          <a:custGeom>
            <a:avLst/>
            <a:gdLst/>
            <a:ahLst/>
            <a:cxnLst/>
            <a:rect l="l" t="t" r="r" b="b"/>
            <a:pathLst>
              <a:path w="236220" h="76200">
                <a:moveTo>
                  <a:pt x="75765" y="32709"/>
                </a:moveTo>
                <a:lnTo>
                  <a:pt x="75437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4289"/>
                </a:lnTo>
                <a:lnTo>
                  <a:pt x="63245" y="32765"/>
                </a:lnTo>
                <a:lnTo>
                  <a:pt x="75765" y="32709"/>
                </a:lnTo>
                <a:close/>
              </a:path>
              <a:path w="236220" h="76200">
                <a:moveTo>
                  <a:pt x="75863" y="42557"/>
                </a:moveTo>
                <a:lnTo>
                  <a:pt x="75765" y="32709"/>
                </a:lnTo>
                <a:lnTo>
                  <a:pt x="63245" y="32765"/>
                </a:lnTo>
                <a:lnTo>
                  <a:pt x="60198" y="34289"/>
                </a:lnTo>
                <a:lnTo>
                  <a:pt x="58674" y="38100"/>
                </a:lnTo>
                <a:lnTo>
                  <a:pt x="60198" y="41148"/>
                </a:lnTo>
                <a:lnTo>
                  <a:pt x="63245" y="42672"/>
                </a:lnTo>
                <a:lnTo>
                  <a:pt x="75863" y="42557"/>
                </a:lnTo>
                <a:close/>
              </a:path>
              <a:path w="236220" h="76200">
                <a:moveTo>
                  <a:pt x="76200" y="76200"/>
                </a:moveTo>
                <a:lnTo>
                  <a:pt x="75863" y="42557"/>
                </a:lnTo>
                <a:lnTo>
                  <a:pt x="63245" y="42672"/>
                </a:lnTo>
                <a:lnTo>
                  <a:pt x="60198" y="41148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  <a:path w="236220" h="76200">
                <a:moveTo>
                  <a:pt x="236207" y="36575"/>
                </a:moveTo>
                <a:lnTo>
                  <a:pt x="234683" y="33527"/>
                </a:lnTo>
                <a:lnTo>
                  <a:pt x="231648" y="32003"/>
                </a:lnTo>
                <a:lnTo>
                  <a:pt x="75765" y="32709"/>
                </a:lnTo>
                <a:lnTo>
                  <a:pt x="75863" y="42557"/>
                </a:lnTo>
                <a:lnTo>
                  <a:pt x="231648" y="41148"/>
                </a:lnTo>
                <a:lnTo>
                  <a:pt x="234683" y="40385"/>
                </a:lnTo>
                <a:lnTo>
                  <a:pt x="236207" y="36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722761" y="6878573"/>
            <a:ext cx="421005" cy="0"/>
          </a:xfrm>
          <a:custGeom>
            <a:avLst/>
            <a:gdLst/>
            <a:ahLst/>
            <a:cxnLst/>
            <a:rect l="l" t="t" r="r" b="b"/>
            <a:pathLst>
              <a:path w="421004">
                <a:moveTo>
                  <a:pt x="42062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722761" y="6675119"/>
            <a:ext cx="0" cy="203835"/>
          </a:xfrm>
          <a:custGeom>
            <a:avLst/>
            <a:gdLst/>
            <a:ahLst/>
            <a:cxnLst/>
            <a:rect l="l" t="t" r="r" b="b"/>
            <a:pathLst>
              <a:path h="203834">
                <a:moveTo>
                  <a:pt x="0" y="203453"/>
                </a:moveTo>
                <a:lnTo>
                  <a:pt x="0" y="0"/>
                </a:lnTo>
              </a:path>
            </a:pathLst>
          </a:custGeom>
          <a:ln w="9525">
            <a:solidFill>
              <a:srgbClr val="00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732667" y="6637019"/>
            <a:ext cx="236220" cy="76200"/>
          </a:xfrm>
          <a:custGeom>
            <a:avLst/>
            <a:gdLst/>
            <a:ahLst/>
            <a:cxnLst/>
            <a:rect l="l" t="t" r="r" b="b"/>
            <a:pathLst>
              <a:path w="236220" h="76200">
                <a:moveTo>
                  <a:pt x="177545" y="38100"/>
                </a:moveTo>
                <a:lnTo>
                  <a:pt x="176022" y="35051"/>
                </a:lnTo>
                <a:lnTo>
                  <a:pt x="172974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09"/>
                </a:lnTo>
                <a:lnTo>
                  <a:pt x="4572" y="42672"/>
                </a:lnTo>
                <a:lnTo>
                  <a:pt x="172974" y="42672"/>
                </a:lnTo>
                <a:lnTo>
                  <a:pt x="176022" y="41909"/>
                </a:lnTo>
                <a:lnTo>
                  <a:pt x="177545" y="38100"/>
                </a:lnTo>
                <a:close/>
              </a:path>
              <a:path w="236220" h="76200">
                <a:moveTo>
                  <a:pt x="236219" y="38100"/>
                </a:moveTo>
                <a:lnTo>
                  <a:pt x="160019" y="0"/>
                </a:lnTo>
                <a:lnTo>
                  <a:pt x="160019" y="33527"/>
                </a:lnTo>
                <a:lnTo>
                  <a:pt x="172974" y="33527"/>
                </a:lnTo>
                <a:lnTo>
                  <a:pt x="176022" y="35051"/>
                </a:lnTo>
                <a:lnTo>
                  <a:pt x="177545" y="38100"/>
                </a:lnTo>
                <a:lnTo>
                  <a:pt x="177545" y="67437"/>
                </a:lnTo>
                <a:lnTo>
                  <a:pt x="236219" y="38100"/>
                </a:lnTo>
                <a:close/>
              </a:path>
              <a:path w="236220" h="76200">
                <a:moveTo>
                  <a:pt x="177545" y="67437"/>
                </a:moveTo>
                <a:lnTo>
                  <a:pt x="177545" y="38100"/>
                </a:lnTo>
                <a:lnTo>
                  <a:pt x="176022" y="41909"/>
                </a:lnTo>
                <a:lnTo>
                  <a:pt x="172974" y="42672"/>
                </a:lnTo>
                <a:lnTo>
                  <a:pt x="160019" y="42672"/>
                </a:lnTo>
                <a:lnTo>
                  <a:pt x="160019" y="76200"/>
                </a:lnTo>
                <a:lnTo>
                  <a:pt x="177545" y="67437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866017" y="4440173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866017" y="4440173"/>
            <a:ext cx="421005" cy="378460"/>
          </a:xfrm>
          <a:custGeom>
            <a:avLst/>
            <a:gdLst/>
            <a:ahLst/>
            <a:cxnLst/>
            <a:rect l="l" t="t" r="r" b="b"/>
            <a:pathLst>
              <a:path w="421004" h="378460">
                <a:moveTo>
                  <a:pt x="0" y="0"/>
                </a:moveTo>
                <a:lnTo>
                  <a:pt x="0" y="377951"/>
                </a:lnTo>
                <a:lnTo>
                  <a:pt x="420624" y="377951"/>
                </a:lnTo>
                <a:lnTo>
                  <a:pt x="420624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926215" y="4629150"/>
            <a:ext cx="276225" cy="0"/>
          </a:xfrm>
          <a:custGeom>
            <a:avLst/>
            <a:gdLst/>
            <a:ahLst/>
            <a:cxnLst/>
            <a:rect l="l" t="t" r="r" b="b"/>
            <a:pathLst>
              <a:path w="276225">
                <a:moveTo>
                  <a:pt x="0" y="0"/>
                </a:moveTo>
                <a:lnTo>
                  <a:pt x="27584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319161" y="2364994"/>
            <a:ext cx="7908925" cy="2306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299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1063625" algn="l"/>
              </a:tabLst>
            </a:pP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latin typeface="Arial"/>
                <a:cs typeface="Arial"/>
              </a:rPr>
              <a:t>head node </a:t>
            </a:r>
            <a:r>
              <a:rPr sz="3200" spc="-5" dirty="0">
                <a:latin typeface="Arial"/>
                <a:cs typeface="Arial"/>
              </a:rPr>
              <a:t>is also </a:t>
            </a:r>
            <a:r>
              <a:rPr sz="3200" spc="-10" dirty="0">
                <a:latin typeface="Arial"/>
                <a:cs typeface="Arial"/>
              </a:rPr>
              <a:t>used </a:t>
            </a:r>
            <a:r>
              <a:rPr sz="3200" spc="-5" dirty="0">
                <a:latin typeface="Arial"/>
                <a:cs typeface="Arial"/>
              </a:rPr>
              <a:t>in a </a:t>
            </a:r>
            <a:r>
              <a:rPr sz="3200" spc="-10" dirty="0">
                <a:latin typeface="Arial"/>
                <a:cs typeface="Arial"/>
              </a:rPr>
              <a:t>doubly  linked </a:t>
            </a:r>
            <a:r>
              <a:rPr sz="3200" spc="-5" dirty="0">
                <a:latin typeface="Arial"/>
                <a:cs typeface="Arial"/>
              </a:rPr>
              <a:t>list to </a:t>
            </a:r>
            <a:r>
              <a:rPr sz="3200" spc="-10" dirty="0">
                <a:latin typeface="Arial"/>
                <a:cs typeface="Arial"/>
              </a:rPr>
              <a:t>allow </a:t>
            </a:r>
            <a:r>
              <a:rPr sz="3200" spc="-5" dirty="0">
                <a:latin typeface="Arial"/>
                <a:cs typeface="Arial"/>
              </a:rPr>
              <a:t>us to </a:t>
            </a:r>
            <a:r>
              <a:rPr sz="3200" spc="-10" dirty="0">
                <a:latin typeface="Arial"/>
                <a:cs typeface="Arial"/>
              </a:rPr>
              <a:t>implement our  operations more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easily.</a:t>
            </a:r>
            <a:endParaRPr sz="3200">
              <a:latin typeface="Arial"/>
              <a:cs typeface="Arial"/>
            </a:endParaRPr>
          </a:p>
          <a:p>
            <a:pPr marR="434340" algn="ctr">
              <a:lnSpc>
                <a:spcPct val="100000"/>
              </a:lnSpc>
              <a:spcBef>
                <a:spcPts val="775"/>
              </a:spcBef>
              <a:tabLst>
                <a:tab pos="742315" algn="l"/>
                <a:tab pos="1529715" algn="l"/>
              </a:tabLst>
            </a:pPr>
            <a:r>
              <a:rPr sz="2400" dirty="0">
                <a:latin typeface="Comic Sans MS"/>
                <a:cs typeface="Comic Sans MS"/>
              </a:rPr>
              <a:t>llink	</a:t>
            </a:r>
            <a:r>
              <a:rPr sz="2400" spc="-5" dirty="0">
                <a:latin typeface="Comic Sans MS"/>
                <a:cs typeface="Comic Sans MS"/>
              </a:rPr>
              <a:t>item	</a:t>
            </a:r>
            <a:r>
              <a:rPr sz="3600" baseline="1157" dirty="0">
                <a:latin typeface="Comic Sans MS"/>
                <a:cs typeface="Comic Sans MS"/>
              </a:rPr>
              <a:t>rlink</a:t>
            </a:r>
            <a:endParaRPr sz="3600" baseline="1157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2400" spc="-5" dirty="0">
                <a:latin typeface="Arial"/>
                <a:cs typeface="Arial"/>
              </a:rPr>
              <a:t>Head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71813" y="2641092"/>
            <a:ext cx="1814830" cy="457200"/>
          </a:xfrm>
          <a:custGeom>
            <a:avLst/>
            <a:gdLst/>
            <a:ahLst/>
            <a:cxnLst/>
            <a:rect l="l" t="t" r="r" b="b"/>
            <a:pathLst>
              <a:path w="1814829" h="457200">
                <a:moveTo>
                  <a:pt x="0" y="0"/>
                </a:moveTo>
                <a:lnTo>
                  <a:pt x="0" y="457200"/>
                </a:lnTo>
                <a:lnTo>
                  <a:pt x="1814321" y="457200"/>
                </a:lnTo>
                <a:lnTo>
                  <a:pt x="181432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71813" y="2641092"/>
            <a:ext cx="1814830" cy="457200"/>
          </a:xfrm>
          <a:custGeom>
            <a:avLst/>
            <a:gdLst/>
            <a:ahLst/>
            <a:cxnLst/>
            <a:rect l="l" t="t" r="r" b="b"/>
            <a:pathLst>
              <a:path w="1814829" h="457200">
                <a:moveTo>
                  <a:pt x="0" y="0"/>
                </a:moveTo>
                <a:lnTo>
                  <a:pt x="0" y="457200"/>
                </a:lnTo>
                <a:lnTo>
                  <a:pt x="1814321" y="457200"/>
                </a:lnTo>
                <a:lnTo>
                  <a:pt x="181432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30537" y="2641092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199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30815" y="2660142"/>
            <a:ext cx="0" cy="455930"/>
          </a:xfrm>
          <a:custGeom>
            <a:avLst/>
            <a:gdLst/>
            <a:ahLst/>
            <a:cxnLst/>
            <a:rect l="l" t="t" r="r" b="b"/>
            <a:pathLst>
              <a:path h="455930">
                <a:moveTo>
                  <a:pt x="0" y="0"/>
                </a:moveTo>
                <a:lnTo>
                  <a:pt x="0" y="4556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1063" y="2914650"/>
            <a:ext cx="494030" cy="0"/>
          </a:xfrm>
          <a:custGeom>
            <a:avLst/>
            <a:gdLst/>
            <a:ahLst/>
            <a:cxnLst/>
            <a:rect l="l" t="t" r="r" b="b"/>
            <a:pathLst>
              <a:path w="494029">
                <a:moveTo>
                  <a:pt x="0" y="0"/>
                </a:moveTo>
                <a:lnTo>
                  <a:pt x="49377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84839" y="2639567"/>
            <a:ext cx="0" cy="275590"/>
          </a:xfrm>
          <a:custGeom>
            <a:avLst/>
            <a:gdLst/>
            <a:ahLst/>
            <a:cxnLst/>
            <a:rect l="l" t="t" r="r" b="b"/>
            <a:pathLst>
              <a:path h="275589">
                <a:moveTo>
                  <a:pt x="0" y="275081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321187" y="2601467"/>
            <a:ext cx="268605" cy="76200"/>
          </a:xfrm>
          <a:custGeom>
            <a:avLst/>
            <a:gdLst/>
            <a:ahLst/>
            <a:cxnLst/>
            <a:rect l="l" t="t" r="r" b="b"/>
            <a:pathLst>
              <a:path w="268604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8674" y="67437"/>
                </a:lnTo>
                <a:lnTo>
                  <a:pt x="58674" y="38100"/>
                </a:lnTo>
                <a:lnTo>
                  <a:pt x="60198" y="35051"/>
                </a:lnTo>
                <a:lnTo>
                  <a:pt x="63246" y="33527"/>
                </a:lnTo>
                <a:lnTo>
                  <a:pt x="76200" y="33527"/>
                </a:lnTo>
                <a:close/>
              </a:path>
              <a:path w="268604" h="76200">
                <a:moveTo>
                  <a:pt x="268224" y="38100"/>
                </a:moveTo>
                <a:lnTo>
                  <a:pt x="266700" y="35051"/>
                </a:lnTo>
                <a:lnTo>
                  <a:pt x="263652" y="33527"/>
                </a:lnTo>
                <a:lnTo>
                  <a:pt x="63246" y="33527"/>
                </a:lnTo>
                <a:lnTo>
                  <a:pt x="60198" y="35051"/>
                </a:lnTo>
                <a:lnTo>
                  <a:pt x="58674" y="38100"/>
                </a:lnTo>
                <a:lnTo>
                  <a:pt x="60198" y="41909"/>
                </a:lnTo>
                <a:lnTo>
                  <a:pt x="63246" y="42671"/>
                </a:lnTo>
                <a:lnTo>
                  <a:pt x="263652" y="42671"/>
                </a:lnTo>
                <a:lnTo>
                  <a:pt x="266700" y="41909"/>
                </a:lnTo>
                <a:lnTo>
                  <a:pt x="268224" y="38100"/>
                </a:lnTo>
                <a:close/>
              </a:path>
              <a:path w="268604" h="76200">
                <a:moveTo>
                  <a:pt x="76200" y="76200"/>
                </a:moveTo>
                <a:lnTo>
                  <a:pt x="76200" y="42671"/>
                </a:lnTo>
                <a:lnTo>
                  <a:pt x="63246" y="42671"/>
                </a:lnTo>
                <a:lnTo>
                  <a:pt x="60198" y="41909"/>
                </a:lnTo>
                <a:lnTo>
                  <a:pt x="58674" y="38100"/>
                </a:lnTo>
                <a:lnTo>
                  <a:pt x="58674" y="67437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79967" y="2907792"/>
            <a:ext cx="494030" cy="0"/>
          </a:xfrm>
          <a:custGeom>
            <a:avLst/>
            <a:gdLst/>
            <a:ahLst/>
            <a:cxnLst/>
            <a:rect l="l" t="t" r="r" b="b"/>
            <a:pathLst>
              <a:path w="494030">
                <a:moveTo>
                  <a:pt x="49377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79967" y="2633472"/>
            <a:ext cx="0" cy="274320"/>
          </a:xfrm>
          <a:custGeom>
            <a:avLst/>
            <a:gdLst/>
            <a:ahLst/>
            <a:cxnLst/>
            <a:rect l="l" t="t" r="r" b="b"/>
            <a:pathLst>
              <a:path h="274319">
                <a:moveTo>
                  <a:pt x="0" y="274319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74633" y="2595372"/>
            <a:ext cx="269240" cy="76200"/>
          </a:xfrm>
          <a:custGeom>
            <a:avLst/>
            <a:gdLst/>
            <a:ahLst/>
            <a:cxnLst/>
            <a:rect l="l" t="t" r="r" b="b"/>
            <a:pathLst>
              <a:path w="269239" h="76200">
                <a:moveTo>
                  <a:pt x="209550" y="38100"/>
                </a:moveTo>
                <a:lnTo>
                  <a:pt x="208787" y="34289"/>
                </a:lnTo>
                <a:lnTo>
                  <a:pt x="204978" y="33527"/>
                </a:lnTo>
                <a:lnTo>
                  <a:pt x="5334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7"/>
                </a:lnTo>
                <a:lnTo>
                  <a:pt x="5334" y="42671"/>
                </a:lnTo>
                <a:lnTo>
                  <a:pt x="204978" y="42671"/>
                </a:lnTo>
                <a:lnTo>
                  <a:pt x="208787" y="41147"/>
                </a:lnTo>
                <a:lnTo>
                  <a:pt x="209550" y="38100"/>
                </a:lnTo>
                <a:close/>
              </a:path>
              <a:path w="269239" h="76200">
                <a:moveTo>
                  <a:pt x="268986" y="38100"/>
                </a:moveTo>
                <a:lnTo>
                  <a:pt x="192786" y="0"/>
                </a:lnTo>
                <a:lnTo>
                  <a:pt x="192786" y="33527"/>
                </a:lnTo>
                <a:lnTo>
                  <a:pt x="204978" y="33527"/>
                </a:lnTo>
                <a:lnTo>
                  <a:pt x="208787" y="34289"/>
                </a:lnTo>
                <a:lnTo>
                  <a:pt x="209550" y="38100"/>
                </a:lnTo>
                <a:lnTo>
                  <a:pt x="209550" y="67818"/>
                </a:lnTo>
                <a:lnTo>
                  <a:pt x="268986" y="38100"/>
                </a:lnTo>
                <a:close/>
              </a:path>
              <a:path w="269239" h="76200">
                <a:moveTo>
                  <a:pt x="209550" y="67818"/>
                </a:moveTo>
                <a:lnTo>
                  <a:pt x="209550" y="38100"/>
                </a:lnTo>
                <a:lnTo>
                  <a:pt x="208787" y="41147"/>
                </a:lnTo>
                <a:lnTo>
                  <a:pt x="204978" y="42671"/>
                </a:lnTo>
                <a:lnTo>
                  <a:pt x="192786" y="42671"/>
                </a:lnTo>
                <a:lnTo>
                  <a:pt x="192786" y="76200"/>
                </a:lnTo>
                <a:lnTo>
                  <a:pt x="209550" y="678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188087" y="3941826"/>
            <a:ext cx="1814830" cy="457200"/>
          </a:xfrm>
          <a:custGeom>
            <a:avLst/>
            <a:gdLst/>
            <a:ahLst/>
            <a:cxnLst/>
            <a:rect l="l" t="t" r="r" b="b"/>
            <a:pathLst>
              <a:path w="1814829" h="457200">
                <a:moveTo>
                  <a:pt x="0" y="0"/>
                </a:moveTo>
                <a:lnTo>
                  <a:pt x="0" y="457200"/>
                </a:lnTo>
                <a:lnTo>
                  <a:pt x="1814322" y="457200"/>
                </a:lnTo>
                <a:lnTo>
                  <a:pt x="1814322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48348" y="3976115"/>
            <a:ext cx="1651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06842" y="3976115"/>
            <a:ext cx="1651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355" dirty="0">
                <a:latin typeface="Arial"/>
                <a:cs typeface="Arial"/>
              </a:rPr>
              <a:t>●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46798" y="3941826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47077" y="3960876"/>
            <a:ext cx="0" cy="455295"/>
          </a:xfrm>
          <a:custGeom>
            <a:avLst/>
            <a:gdLst/>
            <a:ahLst/>
            <a:cxnLst/>
            <a:rect l="l" t="t" r="r" b="b"/>
            <a:pathLst>
              <a:path h="455295">
                <a:moveTo>
                  <a:pt x="0" y="0"/>
                </a:moveTo>
                <a:lnTo>
                  <a:pt x="0" y="45491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93911" y="3987546"/>
            <a:ext cx="1814830" cy="457200"/>
          </a:xfrm>
          <a:custGeom>
            <a:avLst/>
            <a:gdLst/>
            <a:ahLst/>
            <a:cxnLst/>
            <a:rect l="l" t="t" r="r" b="b"/>
            <a:pathLst>
              <a:path w="1814829" h="457200">
                <a:moveTo>
                  <a:pt x="0" y="0"/>
                </a:moveTo>
                <a:lnTo>
                  <a:pt x="0" y="457200"/>
                </a:lnTo>
                <a:lnTo>
                  <a:pt x="1814321" y="457200"/>
                </a:lnTo>
                <a:lnTo>
                  <a:pt x="181432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493911" y="3987546"/>
          <a:ext cx="1815083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724"/>
                <a:gridCol w="700277"/>
                <a:gridCol w="656082"/>
              </a:tblGrid>
              <a:tr h="457200"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solidFill>
                      <a:srgbClr val="0099CC"/>
                    </a:solidFill>
                  </a:tcPr>
                </a:tc>
              </a:tr>
            </a:tbl>
          </a:graphicData>
        </a:graphic>
      </p:graphicFrame>
      <p:sp>
        <p:nvSpPr>
          <p:cNvPr id="22" name="object 22"/>
          <p:cNvSpPr/>
          <p:nvPr/>
        </p:nvSpPr>
        <p:spPr>
          <a:xfrm>
            <a:off x="6173609" y="2639567"/>
            <a:ext cx="1815464" cy="457200"/>
          </a:xfrm>
          <a:custGeom>
            <a:avLst/>
            <a:gdLst/>
            <a:ahLst/>
            <a:cxnLst/>
            <a:rect l="l" t="t" r="r" b="b"/>
            <a:pathLst>
              <a:path w="1815465" h="457200">
                <a:moveTo>
                  <a:pt x="0" y="0"/>
                </a:moveTo>
                <a:lnTo>
                  <a:pt x="0" y="457200"/>
                </a:lnTo>
                <a:lnTo>
                  <a:pt x="1815083" y="457200"/>
                </a:lnTo>
                <a:lnTo>
                  <a:pt x="181508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73609" y="2639567"/>
            <a:ext cx="1815464" cy="457200"/>
          </a:xfrm>
          <a:custGeom>
            <a:avLst/>
            <a:gdLst/>
            <a:ahLst/>
            <a:cxnLst/>
            <a:rect l="l" t="t" r="r" b="b"/>
            <a:pathLst>
              <a:path w="1815465" h="457200">
                <a:moveTo>
                  <a:pt x="0" y="0"/>
                </a:moveTo>
                <a:lnTo>
                  <a:pt x="0" y="457200"/>
                </a:lnTo>
                <a:lnTo>
                  <a:pt x="1815083" y="457200"/>
                </a:lnTo>
                <a:lnTo>
                  <a:pt x="1815083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32320" y="2639567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332598" y="2658617"/>
            <a:ext cx="0" cy="455930"/>
          </a:xfrm>
          <a:custGeom>
            <a:avLst/>
            <a:gdLst/>
            <a:ahLst/>
            <a:cxnLst/>
            <a:rect l="l" t="t" r="r" b="b"/>
            <a:pathLst>
              <a:path h="455930">
                <a:moveTo>
                  <a:pt x="0" y="0"/>
                </a:moveTo>
                <a:lnTo>
                  <a:pt x="0" y="45567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83243" y="2318766"/>
            <a:ext cx="76200" cy="270510"/>
          </a:xfrm>
          <a:custGeom>
            <a:avLst/>
            <a:gdLst/>
            <a:ahLst/>
            <a:cxnLst/>
            <a:rect l="l" t="t" r="r" b="b"/>
            <a:pathLst>
              <a:path w="76200" h="270510">
                <a:moveTo>
                  <a:pt x="76200" y="194309"/>
                </a:moveTo>
                <a:lnTo>
                  <a:pt x="0" y="194309"/>
                </a:lnTo>
                <a:lnTo>
                  <a:pt x="32765" y="259841"/>
                </a:lnTo>
                <a:lnTo>
                  <a:pt x="32765" y="206501"/>
                </a:lnTo>
                <a:lnTo>
                  <a:pt x="34289" y="210311"/>
                </a:lnTo>
                <a:lnTo>
                  <a:pt x="38100" y="211073"/>
                </a:lnTo>
                <a:lnTo>
                  <a:pt x="41147" y="210311"/>
                </a:lnTo>
                <a:lnTo>
                  <a:pt x="42671" y="206501"/>
                </a:lnTo>
                <a:lnTo>
                  <a:pt x="42671" y="261365"/>
                </a:lnTo>
                <a:lnTo>
                  <a:pt x="76200" y="194309"/>
                </a:lnTo>
                <a:close/>
              </a:path>
              <a:path w="76200" h="270510">
                <a:moveTo>
                  <a:pt x="42671" y="194309"/>
                </a:moveTo>
                <a:lnTo>
                  <a:pt x="42671" y="5333"/>
                </a:lnTo>
                <a:lnTo>
                  <a:pt x="41147" y="1523"/>
                </a:lnTo>
                <a:lnTo>
                  <a:pt x="38100" y="0"/>
                </a:lnTo>
                <a:lnTo>
                  <a:pt x="34289" y="1523"/>
                </a:lnTo>
                <a:lnTo>
                  <a:pt x="32765" y="5333"/>
                </a:lnTo>
                <a:lnTo>
                  <a:pt x="32765" y="194309"/>
                </a:lnTo>
                <a:lnTo>
                  <a:pt x="42671" y="194309"/>
                </a:lnTo>
                <a:close/>
              </a:path>
              <a:path w="76200" h="270510">
                <a:moveTo>
                  <a:pt x="42671" y="261365"/>
                </a:moveTo>
                <a:lnTo>
                  <a:pt x="42671" y="206501"/>
                </a:lnTo>
                <a:lnTo>
                  <a:pt x="41147" y="210311"/>
                </a:lnTo>
                <a:lnTo>
                  <a:pt x="38100" y="211073"/>
                </a:lnTo>
                <a:lnTo>
                  <a:pt x="34289" y="210311"/>
                </a:lnTo>
                <a:lnTo>
                  <a:pt x="32765" y="206501"/>
                </a:lnTo>
                <a:lnTo>
                  <a:pt x="32765" y="259841"/>
                </a:lnTo>
                <a:lnTo>
                  <a:pt x="38100" y="270509"/>
                </a:lnTo>
                <a:lnTo>
                  <a:pt x="42671" y="2613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21343" y="2306573"/>
            <a:ext cx="211454" cy="0"/>
          </a:xfrm>
          <a:custGeom>
            <a:avLst/>
            <a:gdLst/>
            <a:ahLst/>
            <a:cxnLst/>
            <a:rect l="l" t="t" r="r" b="b"/>
            <a:pathLst>
              <a:path w="211455">
                <a:moveTo>
                  <a:pt x="0" y="0"/>
                </a:moveTo>
                <a:lnTo>
                  <a:pt x="21107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02001" y="2058161"/>
            <a:ext cx="7048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13367" y="4546091"/>
            <a:ext cx="76200" cy="253365"/>
          </a:xfrm>
          <a:custGeom>
            <a:avLst/>
            <a:gdLst/>
            <a:ahLst/>
            <a:cxnLst/>
            <a:rect l="l" t="t" r="r" b="b"/>
            <a:pathLst>
              <a:path w="76200" h="253364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765" y="76200"/>
                </a:lnTo>
                <a:lnTo>
                  <a:pt x="32765" y="64008"/>
                </a:lnTo>
                <a:lnTo>
                  <a:pt x="34289" y="60198"/>
                </a:lnTo>
                <a:lnTo>
                  <a:pt x="38100" y="58674"/>
                </a:lnTo>
                <a:lnTo>
                  <a:pt x="41147" y="60198"/>
                </a:lnTo>
                <a:lnTo>
                  <a:pt x="42671" y="64008"/>
                </a:lnTo>
                <a:lnTo>
                  <a:pt x="42671" y="76200"/>
                </a:lnTo>
                <a:lnTo>
                  <a:pt x="76200" y="76200"/>
                </a:lnTo>
                <a:close/>
              </a:path>
              <a:path w="76200" h="253364">
                <a:moveTo>
                  <a:pt x="42671" y="76200"/>
                </a:moveTo>
                <a:lnTo>
                  <a:pt x="42671" y="64008"/>
                </a:lnTo>
                <a:lnTo>
                  <a:pt x="41147" y="60198"/>
                </a:lnTo>
                <a:lnTo>
                  <a:pt x="38100" y="58674"/>
                </a:lnTo>
                <a:lnTo>
                  <a:pt x="34289" y="60198"/>
                </a:lnTo>
                <a:lnTo>
                  <a:pt x="32765" y="64008"/>
                </a:lnTo>
                <a:lnTo>
                  <a:pt x="32765" y="76200"/>
                </a:lnTo>
                <a:lnTo>
                  <a:pt x="42671" y="76200"/>
                </a:lnTo>
                <a:close/>
              </a:path>
              <a:path w="76200" h="253364">
                <a:moveTo>
                  <a:pt x="42671" y="247650"/>
                </a:moveTo>
                <a:lnTo>
                  <a:pt x="42671" y="76200"/>
                </a:lnTo>
                <a:lnTo>
                  <a:pt x="32765" y="76200"/>
                </a:lnTo>
                <a:lnTo>
                  <a:pt x="32765" y="247650"/>
                </a:lnTo>
                <a:lnTo>
                  <a:pt x="34289" y="251460"/>
                </a:lnTo>
                <a:lnTo>
                  <a:pt x="38100" y="252984"/>
                </a:lnTo>
                <a:lnTo>
                  <a:pt x="41147" y="251460"/>
                </a:lnTo>
                <a:lnTo>
                  <a:pt x="42671" y="2476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51467" y="4811267"/>
            <a:ext cx="511809" cy="0"/>
          </a:xfrm>
          <a:custGeom>
            <a:avLst/>
            <a:gdLst/>
            <a:ahLst/>
            <a:cxnLst/>
            <a:rect l="l" t="t" r="r" b="b"/>
            <a:pathLst>
              <a:path w="511810">
                <a:moveTo>
                  <a:pt x="0" y="0"/>
                </a:moveTo>
                <a:lnTo>
                  <a:pt x="51130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5985" y="4211573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72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862463" y="4211573"/>
            <a:ext cx="264160" cy="0"/>
          </a:xfrm>
          <a:custGeom>
            <a:avLst/>
            <a:gdLst/>
            <a:ahLst/>
            <a:cxnLst/>
            <a:rect l="l" t="t" r="r" b="b"/>
            <a:pathLst>
              <a:path w="264160">
                <a:moveTo>
                  <a:pt x="0" y="0"/>
                </a:moveTo>
                <a:lnTo>
                  <a:pt x="263652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609735" y="4211573"/>
            <a:ext cx="246379" cy="0"/>
          </a:xfrm>
          <a:custGeom>
            <a:avLst/>
            <a:gdLst/>
            <a:ahLst/>
            <a:cxnLst/>
            <a:rect l="l" t="t" r="r" b="b"/>
            <a:pathLst>
              <a:path w="246380">
                <a:moveTo>
                  <a:pt x="0" y="0"/>
                </a:moveTo>
                <a:lnTo>
                  <a:pt x="2461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26643" y="2888742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>
                <a:moveTo>
                  <a:pt x="0" y="0"/>
                </a:moveTo>
                <a:lnTo>
                  <a:pt x="33450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170561" y="2337816"/>
            <a:ext cx="76200" cy="268605"/>
          </a:xfrm>
          <a:custGeom>
            <a:avLst/>
            <a:gdLst/>
            <a:ahLst/>
            <a:cxnLst/>
            <a:rect l="l" t="t" r="r" b="b"/>
            <a:pathLst>
              <a:path w="76200" h="268605">
                <a:moveTo>
                  <a:pt x="76187" y="192023"/>
                </a:moveTo>
                <a:lnTo>
                  <a:pt x="0" y="192023"/>
                </a:lnTo>
                <a:lnTo>
                  <a:pt x="33528" y="259080"/>
                </a:lnTo>
                <a:lnTo>
                  <a:pt x="33528" y="204977"/>
                </a:lnTo>
                <a:lnTo>
                  <a:pt x="35051" y="208787"/>
                </a:lnTo>
                <a:lnTo>
                  <a:pt x="38100" y="209550"/>
                </a:lnTo>
                <a:lnTo>
                  <a:pt x="41910" y="208787"/>
                </a:lnTo>
                <a:lnTo>
                  <a:pt x="42672" y="204977"/>
                </a:lnTo>
                <a:lnTo>
                  <a:pt x="42672" y="259076"/>
                </a:lnTo>
                <a:lnTo>
                  <a:pt x="76187" y="192023"/>
                </a:lnTo>
                <a:close/>
              </a:path>
              <a:path w="76200" h="268605">
                <a:moveTo>
                  <a:pt x="42672" y="192023"/>
                </a:moveTo>
                <a:lnTo>
                  <a:pt x="42672" y="5333"/>
                </a:lnTo>
                <a:lnTo>
                  <a:pt x="41910" y="1523"/>
                </a:lnTo>
                <a:lnTo>
                  <a:pt x="38100" y="0"/>
                </a:lnTo>
                <a:lnTo>
                  <a:pt x="35051" y="1523"/>
                </a:lnTo>
                <a:lnTo>
                  <a:pt x="33528" y="5333"/>
                </a:lnTo>
                <a:lnTo>
                  <a:pt x="33528" y="192023"/>
                </a:lnTo>
                <a:lnTo>
                  <a:pt x="42672" y="192023"/>
                </a:lnTo>
                <a:close/>
              </a:path>
              <a:path w="76200" h="268605">
                <a:moveTo>
                  <a:pt x="42672" y="259076"/>
                </a:moveTo>
                <a:lnTo>
                  <a:pt x="42672" y="204977"/>
                </a:lnTo>
                <a:lnTo>
                  <a:pt x="41910" y="208787"/>
                </a:lnTo>
                <a:lnTo>
                  <a:pt x="38100" y="209550"/>
                </a:lnTo>
                <a:lnTo>
                  <a:pt x="35051" y="208787"/>
                </a:lnTo>
                <a:lnTo>
                  <a:pt x="33528" y="204977"/>
                </a:lnTo>
                <a:lnTo>
                  <a:pt x="33528" y="259080"/>
                </a:lnTo>
                <a:lnTo>
                  <a:pt x="38100" y="268223"/>
                </a:lnTo>
                <a:lnTo>
                  <a:pt x="42672" y="2590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08661" y="2324100"/>
            <a:ext cx="511809" cy="0"/>
          </a:xfrm>
          <a:custGeom>
            <a:avLst/>
            <a:gdLst/>
            <a:ahLst/>
            <a:cxnLst/>
            <a:rect l="l" t="t" r="r" b="b"/>
            <a:pathLst>
              <a:path w="511809">
                <a:moveTo>
                  <a:pt x="0" y="0"/>
                </a:moveTo>
                <a:lnTo>
                  <a:pt x="51128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772795" y="2077211"/>
            <a:ext cx="70485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84671" y="3294126"/>
            <a:ext cx="1428750" cy="0"/>
          </a:xfrm>
          <a:custGeom>
            <a:avLst/>
            <a:gdLst/>
            <a:ahLst/>
            <a:cxnLst/>
            <a:rect l="l" t="t" r="r" b="b"/>
            <a:pathLst>
              <a:path w="1428750">
                <a:moveTo>
                  <a:pt x="0" y="0"/>
                </a:moveTo>
                <a:lnTo>
                  <a:pt x="142875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775320" y="3288791"/>
            <a:ext cx="76200" cy="605155"/>
          </a:xfrm>
          <a:custGeom>
            <a:avLst/>
            <a:gdLst/>
            <a:ahLst/>
            <a:cxnLst/>
            <a:rect l="l" t="t" r="r" b="b"/>
            <a:pathLst>
              <a:path w="76200" h="605154">
                <a:moveTo>
                  <a:pt x="76200" y="528828"/>
                </a:moveTo>
                <a:lnTo>
                  <a:pt x="0" y="528828"/>
                </a:lnTo>
                <a:lnTo>
                  <a:pt x="33527" y="595884"/>
                </a:lnTo>
                <a:lnTo>
                  <a:pt x="33527" y="541782"/>
                </a:lnTo>
                <a:lnTo>
                  <a:pt x="35051" y="544830"/>
                </a:lnTo>
                <a:lnTo>
                  <a:pt x="38100" y="546354"/>
                </a:lnTo>
                <a:lnTo>
                  <a:pt x="41922" y="544830"/>
                </a:lnTo>
                <a:lnTo>
                  <a:pt x="43446" y="541782"/>
                </a:lnTo>
                <a:lnTo>
                  <a:pt x="43446" y="594334"/>
                </a:lnTo>
                <a:lnTo>
                  <a:pt x="76200" y="528828"/>
                </a:lnTo>
                <a:close/>
              </a:path>
              <a:path w="76200" h="605154">
                <a:moveTo>
                  <a:pt x="43446" y="528828"/>
                </a:moveTo>
                <a:lnTo>
                  <a:pt x="43446" y="5334"/>
                </a:lnTo>
                <a:lnTo>
                  <a:pt x="41922" y="1524"/>
                </a:lnTo>
                <a:lnTo>
                  <a:pt x="38100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528828"/>
                </a:lnTo>
                <a:lnTo>
                  <a:pt x="43446" y="528828"/>
                </a:lnTo>
                <a:close/>
              </a:path>
              <a:path w="76200" h="605154">
                <a:moveTo>
                  <a:pt x="43446" y="594334"/>
                </a:moveTo>
                <a:lnTo>
                  <a:pt x="43446" y="541782"/>
                </a:lnTo>
                <a:lnTo>
                  <a:pt x="41922" y="544830"/>
                </a:lnTo>
                <a:lnTo>
                  <a:pt x="38100" y="546354"/>
                </a:lnTo>
                <a:lnTo>
                  <a:pt x="35051" y="544830"/>
                </a:lnTo>
                <a:lnTo>
                  <a:pt x="33527" y="541782"/>
                </a:lnTo>
                <a:lnTo>
                  <a:pt x="33527" y="595884"/>
                </a:lnTo>
                <a:lnTo>
                  <a:pt x="38100" y="605028"/>
                </a:lnTo>
                <a:lnTo>
                  <a:pt x="43446" y="5943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672451" y="2906267"/>
            <a:ext cx="0" cy="546735"/>
          </a:xfrm>
          <a:custGeom>
            <a:avLst/>
            <a:gdLst/>
            <a:ahLst/>
            <a:cxnLst/>
            <a:rect l="l" t="t" r="r" b="b"/>
            <a:pathLst>
              <a:path h="546735">
                <a:moveTo>
                  <a:pt x="0" y="0"/>
                </a:moveTo>
                <a:lnTo>
                  <a:pt x="0" y="54635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61227" y="3435096"/>
            <a:ext cx="1393825" cy="0"/>
          </a:xfrm>
          <a:custGeom>
            <a:avLst/>
            <a:gdLst/>
            <a:ahLst/>
            <a:cxnLst/>
            <a:rect l="l" t="t" r="r" b="b"/>
            <a:pathLst>
              <a:path w="1393825">
                <a:moveTo>
                  <a:pt x="1393698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779143" y="4176521"/>
            <a:ext cx="775970" cy="0"/>
          </a:xfrm>
          <a:custGeom>
            <a:avLst/>
            <a:gdLst/>
            <a:ahLst/>
            <a:cxnLst/>
            <a:rect l="l" t="t" r="r" b="b"/>
            <a:pathLst>
              <a:path w="775970">
                <a:moveTo>
                  <a:pt x="0" y="0"/>
                </a:moveTo>
                <a:lnTo>
                  <a:pt x="775703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554846" y="2871216"/>
            <a:ext cx="0" cy="1305560"/>
          </a:xfrm>
          <a:custGeom>
            <a:avLst/>
            <a:gdLst/>
            <a:ahLst/>
            <a:cxnLst/>
            <a:rect l="l" t="t" r="r" b="b"/>
            <a:pathLst>
              <a:path h="1305560">
                <a:moveTo>
                  <a:pt x="0" y="1305305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061070" y="2833116"/>
            <a:ext cx="499109" cy="76200"/>
          </a:xfrm>
          <a:custGeom>
            <a:avLst/>
            <a:gdLst/>
            <a:ahLst/>
            <a:cxnLst/>
            <a:rect l="l" t="t" r="r" b="b"/>
            <a:pathLst>
              <a:path w="499109" h="76200">
                <a:moveTo>
                  <a:pt x="76200" y="33527"/>
                </a:moveTo>
                <a:lnTo>
                  <a:pt x="76200" y="0"/>
                </a:lnTo>
                <a:lnTo>
                  <a:pt x="0" y="38100"/>
                </a:lnTo>
                <a:lnTo>
                  <a:pt x="59448" y="67824"/>
                </a:lnTo>
                <a:lnTo>
                  <a:pt x="59448" y="38100"/>
                </a:lnTo>
                <a:lnTo>
                  <a:pt x="60210" y="35051"/>
                </a:lnTo>
                <a:lnTo>
                  <a:pt x="64020" y="33527"/>
                </a:lnTo>
                <a:lnTo>
                  <a:pt x="76200" y="33527"/>
                </a:lnTo>
                <a:close/>
              </a:path>
              <a:path w="499109" h="76200">
                <a:moveTo>
                  <a:pt x="499122" y="38100"/>
                </a:moveTo>
                <a:lnTo>
                  <a:pt x="497598" y="35051"/>
                </a:lnTo>
                <a:lnTo>
                  <a:pt x="493775" y="33527"/>
                </a:lnTo>
                <a:lnTo>
                  <a:pt x="64020" y="33527"/>
                </a:lnTo>
                <a:lnTo>
                  <a:pt x="60210" y="35051"/>
                </a:lnTo>
                <a:lnTo>
                  <a:pt x="59448" y="38100"/>
                </a:lnTo>
                <a:lnTo>
                  <a:pt x="60210" y="41909"/>
                </a:lnTo>
                <a:lnTo>
                  <a:pt x="64020" y="43433"/>
                </a:lnTo>
                <a:lnTo>
                  <a:pt x="493775" y="43433"/>
                </a:lnTo>
                <a:lnTo>
                  <a:pt x="497598" y="41909"/>
                </a:lnTo>
                <a:lnTo>
                  <a:pt x="499122" y="38100"/>
                </a:lnTo>
                <a:close/>
              </a:path>
              <a:path w="499109" h="76200">
                <a:moveTo>
                  <a:pt x="76200" y="76200"/>
                </a:moveTo>
                <a:lnTo>
                  <a:pt x="76200" y="43433"/>
                </a:lnTo>
                <a:lnTo>
                  <a:pt x="64020" y="43433"/>
                </a:lnTo>
                <a:lnTo>
                  <a:pt x="60210" y="41909"/>
                </a:lnTo>
                <a:lnTo>
                  <a:pt x="59448" y="38100"/>
                </a:lnTo>
                <a:lnTo>
                  <a:pt x="59448" y="67824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378575" y="2900172"/>
            <a:ext cx="0" cy="387350"/>
          </a:xfrm>
          <a:custGeom>
            <a:avLst/>
            <a:gdLst/>
            <a:ahLst/>
            <a:cxnLst/>
            <a:rect l="l" t="t" r="r" b="b"/>
            <a:pathLst>
              <a:path h="387350">
                <a:moveTo>
                  <a:pt x="0" y="0"/>
                </a:moveTo>
                <a:lnTo>
                  <a:pt x="0" y="38709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234569" y="3441191"/>
            <a:ext cx="76200" cy="394335"/>
          </a:xfrm>
          <a:custGeom>
            <a:avLst/>
            <a:gdLst/>
            <a:ahLst/>
            <a:cxnLst/>
            <a:rect l="l" t="t" r="r" b="b"/>
            <a:pathLst>
              <a:path w="76200" h="394335">
                <a:moveTo>
                  <a:pt x="76187" y="317754"/>
                </a:moveTo>
                <a:lnTo>
                  <a:pt x="0" y="317754"/>
                </a:lnTo>
                <a:lnTo>
                  <a:pt x="32765" y="383307"/>
                </a:lnTo>
                <a:lnTo>
                  <a:pt x="32765" y="330708"/>
                </a:lnTo>
                <a:lnTo>
                  <a:pt x="34289" y="333756"/>
                </a:lnTo>
                <a:lnTo>
                  <a:pt x="38087" y="335280"/>
                </a:lnTo>
                <a:lnTo>
                  <a:pt x="41148" y="333756"/>
                </a:lnTo>
                <a:lnTo>
                  <a:pt x="42672" y="330708"/>
                </a:lnTo>
                <a:lnTo>
                  <a:pt x="42672" y="384784"/>
                </a:lnTo>
                <a:lnTo>
                  <a:pt x="76187" y="317754"/>
                </a:lnTo>
                <a:close/>
              </a:path>
              <a:path w="76200" h="394335">
                <a:moveTo>
                  <a:pt x="42672" y="317754"/>
                </a:moveTo>
                <a:lnTo>
                  <a:pt x="42672" y="5334"/>
                </a:lnTo>
                <a:lnTo>
                  <a:pt x="41148" y="1524"/>
                </a:lnTo>
                <a:lnTo>
                  <a:pt x="38087" y="0"/>
                </a:lnTo>
                <a:lnTo>
                  <a:pt x="34289" y="1524"/>
                </a:lnTo>
                <a:lnTo>
                  <a:pt x="32765" y="5334"/>
                </a:lnTo>
                <a:lnTo>
                  <a:pt x="32765" y="317754"/>
                </a:lnTo>
                <a:lnTo>
                  <a:pt x="42672" y="317754"/>
                </a:lnTo>
                <a:close/>
              </a:path>
              <a:path w="76200" h="394335">
                <a:moveTo>
                  <a:pt x="42672" y="384784"/>
                </a:moveTo>
                <a:lnTo>
                  <a:pt x="42672" y="330708"/>
                </a:lnTo>
                <a:lnTo>
                  <a:pt x="41148" y="333756"/>
                </a:lnTo>
                <a:lnTo>
                  <a:pt x="38087" y="335280"/>
                </a:lnTo>
                <a:lnTo>
                  <a:pt x="34289" y="333756"/>
                </a:lnTo>
                <a:lnTo>
                  <a:pt x="32765" y="330708"/>
                </a:lnTo>
                <a:lnTo>
                  <a:pt x="32765" y="383307"/>
                </a:lnTo>
                <a:lnTo>
                  <a:pt x="38087" y="393954"/>
                </a:lnTo>
                <a:lnTo>
                  <a:pt x="42672" y="384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602109" y="4152900"/>
            <a:ext cx="776605" cy="0"/>
          </a:xfrm>
          <a:custGeom>
            <a:avLst/>
            <a:gdLst/>
            <a:ahLst/>
            <a:cxnLst/>
            <a:rect l="l" t="t" r="r" b="b"/>
            <a:pathLst>
              <a:path w="776604">
                <a:moveTo>
                  <a:pt x="776465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602109" y="2847594"/>
            <a:ext cx="0" cy="1305560"/>
          </a:xfrm>
          <a:custGeom>
            <a:avLst/>
            <a:gdLst/>
            <a:ahLst/>
            <a:cxnLst/>
            <a:rect l="l" t="t" r="r" b="b"/>
            <a:pathLst>
              <a:path h="1305560">
                <a:moveTo>
                  <a:pt x="0" y="1305306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597537" y="2809494"/>
            <a:ext cx="498475" cy="76200"/>
          </a:xfrm>
          <a:custGeom>
            <a:avLst/>
            <a:gdLst/>
            <a:ahLst/>
            <a:cxnLst/>
            <a:rect l="l" t="t" r="r" b="b"/>
            <a:pathLst>
              <a:path w="498475" h="76200">
                <a:moveTo>
                  <a:pt x="439674" y="38100"/>
                </a:moveTo>
                <a:lnTo>
                  <a:pt x="438150" y="35051"/>
                </a:lnTo>
                <a:lnTo>
                  <a:pt x="435102" y="33528"/>
                </a:lnTo>
                <a:lnTo>
                  <a:pt x="4572" y="33528"/>
                </a:lnTo>
                <a:lnTo>
                  <a:pt x="1524" y="35051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2672"/>
                </a:lnTo>
                <a:lnTo>
                  <a:pt x="435102" y="42672"/>
                </a:lnTo>
                <a:lnTo>
                  <a:pt x="438150" y="41910"/>
                </a:lnTo>
                <a:lnTo>
                  <a:pt x="439674" y="38100"/>
                </a:lnTo>
                <a:close/>
              </a:path>
              <a:path w="498475" h="76200">
                <a:moveTo>
                  <a:pt x="498348" y="38100"/>
                </a:moveTo>
                <a:lnTo>
                  <a:pt x="422148" y="0"/>
                </a:lnTo>
                <a:lnTo>
                  <a:pt x="422148" y="33528"/>
                </a:lnTo>
                <a:lnTo>
                  <a:pt x="435102" y="33528"/>
                </a:lnTo>
                <a:lnTo>
                  <a:pt x="438150" y="35051"/>
                </a:lnTo>
                <a:lnTo>
                  <a:pt x="439674" y="38100"/>
                </a:lnTo>
                <a:lnTo>
                  <a:pt x="439674" y="67437"/>
                </a:lnTo>
                <a:lnTo>
                  <a:pt x="498348" y="38100"/>
                </a:lnTo>
                <a:close/>
              </a:path>
              <a:path w="498475" h="76200">
                <a:moveTo>
                  <a:pt x="439674" y="67437"/>
                </a:moveTo>
                <a:lnTo>
                  <a:pt x="439674" y="38100"/>
                </a:lnTo>
                <a:lnTo>
                  <a:pt x="438150" y="41910"/>
                </a:lnTo>
                <a:lnTo>
                  <a:pt x="435102" y="42672"/>
                </a:lnTo>
                <a:lnTo>
                  <a:pt x="422148" y="42672"/>
                </a:lnTo>
                <a:lnTo>
                  <a:pt x="422148" y="76200"/>
                </a:lnTo>
                <a:lnTo>
                  <a:pt x="439674" y="67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85985" y="2888742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>
                <a:moveTo>
                  <a:pt x="0" y="0"/>
                </a:moveTo>
                <a:lnTo>
                  <a:pt x="38785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1786254" y="4581144"/>
            <a:ext cx="7590155" cy="1506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7289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newnode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u="heavy" dirty="0">
                <a:latin typeface="Arial"/>
                <a:cs typeface="Arial"/>
              </a:rPr>
              <a:t>Insertion into an empty doubly linked circular</a:t>
            </a:r>
            <a:r>
              <a:rPr sz="2800" u="heavy" spc="-75" dirty="0">
                <a:latin typeface="Arial"/>
                <a:cs typeface="Arial"/>
              </a:rPr>
              <a:t> </a:t>
            </a:r>
            <a:r>
              <a:rPr sz="2800" u="heavy" dirty="0">
                <a:latin typeface="Arial"/>
                <a:cs typeface="Arial"/>
              </a:rPr>
              <a:t>list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59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59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Insertion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4147" y="1900428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7023" y="1900428"/>
            <a:ext cx="56813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DblList::Insert(DblListNode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*p,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4147" y="2192273"/>
            <a:ext cx="2764155" cy="690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DblListNode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*x)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//insert node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p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3491" y="2484120"/>
            <a:ext cx="404050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to the right of node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x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84147" y="2776728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9907" y="3068573"/>
            <a:ext cx="38582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32430" algn="l"/>
              </a:tabLst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p-&gt;llink </a:t>
            </a:r>
            <a:r>
              <a:rPr sz="2400" b="1" spc="-5" dirty="0">
                <a:latin typeface="Courier New"/>
                <a:cs typeface="Courier New"/>
              </a:rPr>
              <a:t>= x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	</a:t>
            </a:r>
            <a:r>
              <a:rPr sz="2400" b="1" spc="-10" dirty="0">
                <a:latin typeface="Courier New"/>
                <a:cs typeface="Courier New"/>
              </a:rPr>
              <a:t>//(1)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9907" y="3360420"/>
            <a:ext cx="38576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p-&gt;rlink </a:t>
            </a:r>
            <a:r>
              <a:rPr sz="2400" b="1" spc="-5" dirty="0">
                <a:latin typeface="Courier New"/>
                <a:cs typeface="Courier New"/>
              </a:rPr>
              <a:t>= x-&gt;rlink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63422" y="3360420"/>
            <a:ext cx="937894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b="1" spc="-10" dirty="0">
                <a:latin typeface="Courier New"/>
                <a:cs typeface="Courier New"/>
              </a:rPr>
              <a:t>//(2)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590"/>
              </a:lnSpc>
            </a:pPr>
            <a:r>
              <a:rPr sz="2400" b="1" spc="-10" dirty="0">
                <a:latin typeface="Courier New"/>
                <a:cs typeface="Courier New"/>
              </a:rPr>
              <a:t>//(3)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9907" y="3726911"/>
            <a:ext cx="3857625" cy="616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79800"/>
              </a:lnSpc>
            </a:pPr>
            <a:r>
              <a:rPr sz="2400" b="1" spc="-10" dirty="0">
                <a:solidFill>
                  <a:srgbClr val="6500FF"/>
                </a:solidFill>
                <a:latin typeface="Courier New"/>
                <a:cs typeface="Courier New"/>
              </a:rPr>
              <a:t>x-&gt;rlink-</a:t>
            </a:r>
            <a:r>
              <a:rPr sz="2400" b="1" spc="-10" dirty="0">
                <a:latin typeface="Courier New"/>
                <a:cs typeface="Courier New"/>
              </a:rPr>
              <a:t>&gt;llink </a:t>
            </a:r>
            <a:r>
              <a:rPr sz="2400" b="1" spc="-5" dirty="0">
                <a:latin typeface="Courier New"/>
                <a:cs typeface="Courier New"/>
              </a:rPr>
              <a:t>= p ;  x-&gt;rlink = p ;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//(4)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84147" y="4236720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22867" y="5486400"/>
            <a:ext cx="1946275" cy="407670"/>
          </a:xfrm>
          <a:custGeom>
            <a:avLst/>
            <a:gdLst/>
            <a:ahLst/>
            <a:cxnLst/>
            <a:rect l="l" t="t" r="r" b="b"/>
            <a:pathLst>
              <a:path w="1946275" h="407670">
                <a:moveTo>
                  <a:pt x="0" y="0"/>
                </a:moveTo>
                <a:lnTo>
                  <a:pt x="0" y="407670"/>
                </a:lnTo>
                <a:lnTo>
                  <a:pt x="1946147" y="407670"/>
                </a:lnTo>
                <a:lnTo>
                  <a:pt x="1946147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91319" y="5492496"/>
            <a:ext cx="0" cy="395605"/>
          </a:xfrm>
          <a:custGeom>
            <a:avLst/>
            <a:gdLst/>
            <a:ahLst/>
            <a:cxnLst/>
            <a:rect l="l" t="t" r="r" b="b"/>
            <a:pathLst>
              <a:path h="395604">
                <a:moveTo>
                  <a:pt x="0" y="0"/>
                </a:moveTo>
                <a:lnTo>
                  <a:pt x="0" y="3954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00563" y="5479541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961267" y="5489447"/>
            <a:ext cx="1946275" cy="407670"/>
          </a:xfrm>
          <a:custGeom>
            <a:avLst/>
            <a:gdLst/>
            <a:ahLst/>
            <a:cxnLst/>
            <a:rect l="l" t="t" r="r" b="b"/>
            <a:pathLst>
              <a:path w="1946275" h="407670">
                <a:moveTo>
                  <a:pt x="0" y="0"/>
                </a:moveTo>
                <a:lnTo>
                  <a:pt x="0" y="407670"/>
                </a:lnTo>
                <a:lnTo>
                  <a:pt x="1946148" y="407670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529719" y="5495544"/>
            <a:ext cx="0" cy="395605"/>
          </a:xfrm>
          <a:custGeom>
            <a:avLst/>
            <a:gdLst/>
            <a:ahLst/>
            <a:cxnLst/>
            <a:rect l="l" t="t" r="r" b="b"/>
            <a:pathLst>
              <a:path h="395604">
                <a:moveTo>
                  <a:pt x="0" y="0"/>
                </a:moveTo>
                <a:lnTo>
                  <a:pt x="0" y="3954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38951" y="548259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62901" y="5489447"/>
            <a:ext cx="1946275" cy="407670"/>
          </a:xfrm>
          <a:custGeom>
            <a:avLst/>
            <a:gdLst/>
            <a:ahLst/>
            <a:cxnLst/>
            <a:rect l="l" t="t" r="r" b="b"/>
            <a:pathLst>
              <a:path w="1946275" h="407670">
                <a:moveTo>
                  <a:pt x="0" y="0"/>
                </a:moveTo>
                <a:lnTo>
                  <a:pt x="0" y="407670"/>
                </a:lnTo>
                <a:lnTo>
                  <a:pt x="1946148" y="407670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31365" y="5495544"/>
            <a:ext cx="0" cy="395605"/>
          </a:xfrm>
          <a:custGeom>
            <a:avLst/>
            <a:gdLst/>
            <a:ahLst/>
            <a:cxnLst/>
            <a:rect l="l" t="t" r="r" b="b"/>
            <a:pathLst>
              <a:path h="395604">
                <a:moveTo>
                  <a:pt x="0" y="0"/>
                </a:moveTo>
                <a:lnTo>
                  <a:pt x="0" y="39547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840596" y="5482590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0"/>
                </a:moveTo>
                <a:lnTo>
                  <a:pt x="0" y="40843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54893" y="5754623"/>
            <a:ext cx="706755" cy="76200"/>
          </a:xfrm>
          <a:custGeom>
            <a:avLst/>
            <a:gdLst/>
            <a:ahLst/>
            <a:cxnLst/>
            <a:rect l="l" t="t" r="r" b="b"/>
            <a:pathLst>
              <a:path w="706754" h="76200">
                <a:moveTo>
                  <a:pt x="630174" y="38100"/>
                </a:moveTo>
                <a:lnTo>
                  <a:pt x="620984" y="31242"/>
                </a:lnTo>
                <a:lnTo>
                  <a:pt x="0" y="31242"/>
                </a:lnTo>
                <a:lnTo>
                  <a:pt x="0" y="44196"/>
                </a:lnTo>
                <a:lnTo>
                  <a:pt x="622005" y="44196"/>
                </a:lnTo>
                <a:lnTo>
                  <a:pt x="630174" y="38100"/>
                </a:lnTo>
                <a:close/>
              </a:path>
              <a:path w="706754" h="76200">
                <a:moveTo>
                  <a:pt x="706374" y="38100"/>
                </a:moveTo>
                <a:lnTo>
                  <a:pt x="579119" y="0"/>
                </a:lnTo>
                <a:lnTo>
                  <a:pt x="620984" y="31242"/>
                </a:lnTo>
                <a:lnTo>
                  <a:pt x="630174" y="31242"/>
                </a:lnTo>
                <a:lnTo>
                  <a:pt x="630174" y="60914"/>
                </a:lnTo>
                <a:lnTo>
                  <a:pt x="706374" y="38100"/>
                </a:lnTo>
                <a:close/>
              </a:path>
              <a:path w="706754" h="76200">
                <a:moveTo>
                  <a:pt x="630174" y="60914"/>
                </a:moveTo>
                <a:lnTo>
                  <a:pt x="630174" y="44196"/>
                </a:lnTo>
                <a:lnTo>
                  <a:pt x="622005" y="44196"/>
                </a:lnTo>
                <a:lnTo>
                  <a:pt x="579119" y="76200"/>
                </a:lnTo>
                <a:lnTo>
                  <a:pt x="630174" y="60914"/>
                </a:lnTo>
                <a:close/>
              </a:path>
              <a:path w="706754" h="76200">
                <a:moveTo>
                  <a:pt x="630174" y="38100"/>
                </a:moveTo>
                <a:lnTo>
                  <a:pt x="630174" y="31242"/>
                </a:lnTo>
                <a:lnTo>
                  <a:pt x="620984" y="31242"/>
                </a:lnTo>
                <a:lnTo>
                  <a:pt x="630174" y="38100"/>
                </a:lnTo>
                <a:close/>
              </a:path>
              <a:path w="706754" h="76200">
                <a:moveTo>
                  <a:pt x="630174" y="44196"/>
                </a:moveTo>
                <a:lnTo>
                  <a:pt x="630174" y="38100"/>
                </a:lnTo>
                <a:lnTo>
                  <a:pt x="622005" y="44196"/>
                </a:lnTo>
                <a:lnTo>
                  <a:pt x="630174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491113" y="5590794"/>
            <a:ext cx="676910" cy="76200"/>
          </a:xfrm>
          <a:custGeom>
            <a:avLst/>
            <a:gdLst/>
            <a:ahLst/>
            <a:cxnLst/>
            <a:rect l="l" t="t" r="r" b="b"/>
            <a:pathLst>
              <a:path w="676910" h="76200">
                <a:moveTo>
                  <a:pt x="127254" y="0"/>
                </a:moveTo>
                <a:lnTo>
                  <a:pt x="0" y="38100"/>
                </a:lnTo>
                <a:lnTo>
                  <a:pt x="76200" y="60914"/>
                </a:lnTo>
                <a:lnTo>
                  <a:pt x="76200" y="32003"/>
                </a:lnTo>
                <a:lnTo>
                  <a:pt x="84368" y="32003"/>
                </a:lnTo>
                <a:lnTo>
                  <a:pt x="127254" y="0"/>
                </a:lnTo>
                <a:close/>
              </a:path>
              <a:path w="676910" h="76200">
                <a:moveTo>
                  <a:pt x="84368" y="32003"/>
                </a:moveTo>
                <a:lnTo>
                  <a:pt x="76200" y="32003"/>
                </a:lnTo>
                <a:lnTo>
                  <a:pt x="76200" y="38100"/>
                </a:lnTo>
                <a:lnTo>
                  <a:pt x="84368" y="32003"/>
                </a:lnTo>
                <a:close/>
              </a:path>
              <a:path w="676910" h="76200">
                <a:moveTo>
                  <a:pt x="676656" y="44195"/>
                </a:moveTo>
                <a:lnTo>
                  <a:pt x="676656" y="32003"/>
                </a:lnTo>
                <a:lnTo>
                  <a:pt x="84368" y="32004"/>
                </a:lnTo>
                <a:lnTo>
                  <a:pt x="76200" y="38100"/>
                </a:lnTo>
                <a:lnTo>
                  <a:pt x="84368" y="44195"/>
                </a:lnTo>
                <a:lnTo>
                  <a:pt x="676656" y="44195"/>
                </a:lnTo>
                <a:close/>
              </a:path>
              <a:path w="676910" h="76200">
                <a:moveTo>
                  <a:pt x="84368" y="44195"/>
                </a:moveTo>
                <a:lnTo>
                  <a:pt x="76200" y="38100"/>
                </a:lnTo>
                <a:lnTo>
                  <a:pt x="76200" y="44195"/>
                </a:lnTo>
                <a:lnTo>
                  <a:pt x="84368" y="44195"/>
                </a:lnTo>
                <a:close/>
              </a:path>
              <a:path w="676910" h="76200">
                <a:moveTo>
                  <a:pt x="127254" y="76200"/>
                </a:moveTo>
                <a:lnTo>
                  <a:pt x="84368" y="44196"/>
                </a:lnTo>
                <a:lnTo>
                  <a:pt x="76200" y="44195"/>
                </a:lnTo>
                <a:lnTo>
                  <a:pt x="76200" y="60914"/>
                </a:lnTo>
                <a:lnTo>
                  <a:pt x="12725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86422" y="5754623"/>
            <a:ext cx="767715" cy="76200"/>
          </a:xfrm>
          <a:custGeom>
            <a:avLst/>
            <a:gdLst/>
            <a:ahLst/>
            <a:cxnLst/>
            <a:rect l="l" t="t" r="r" b="b"/>
            <a:pathLst>
              <a:path w="767715" h="76200">
                <a:moveTo>
                  <a:pt x="691133" y="38109"/>
                </a:moveTo>
                <a:lnTo>
                  <a:pt x="681956" y="31242"/>
                </a:lnTo>
                <a:lnTo>
                  <a:pt x="0" y="31242"/>
                </a:lnTo>
                <a:lnTo>
                  <a:pt x="0" y="44196"/>
                </a:lnTo>
                <a:lnTo>
                  <a:pt x="682978" y="44196"/>
                </a:lnTo>
                <a:lnTo>
                  <a:pt x="691133" y="38109"/>
                </a:lnTo>
                <a:close/>
              </a:path>
              <a:path w="767715" h="76200">
                <a:moveTo>
                  <a:pt x="767346" y="38100"/>
                </a:moveTo>
                <a:lnTo>
                  <a:pt x="640092" y="0"/>
                </a:lnTo>
                <a:lnTo>
                  <a:pt x="681956" y="31242"/>
                </a:lnTo>
                <a:lnTo>
                  <a:pt x="691133" y="31242"/>
                </a:lnTo>
                <a:lnTo>
                  <a:pt x="691146" y="38100"/>
                </a:lnTo>
                <a:lnTo>
                  <a:pt x="691146" y="60914"/>
                </a:lnTo>
                <a:lnTo>
                  <a:pt x="767346" y="38100"/>
                </a:lnTo>
                <a:close/>
              </a:path>
              <a:path w="767715" h="76200">
                <a:moveTo>
                  <a:pt x="691133" y="60918"/>
                </a:moveTo>
                <a:lnTo>
                  <a:pt x="691133" y="44196"/>
                </a:lnTo>
                <a:lnTo>
                  <a:pt x="682978" y="44196"/>
                </a:lnTo>
                <a:lnTo>
                  <a:pt x="640092" y="76200"/>
                </a:lnTo>
                <a:lnTo>
                  <a:pt x="691133" y="60918"/>
                </a:lnTo>
                <a:close/>
              </a:path>
              <a:path w="767715" h="76200">
                <a:moveTo>
                  <a:pt x="691133" y="38090"/>
                </a:moveTo>
                <a:lnTo>
                  <a:pt x="691133" y="31242"/>
                </a:lnTo>
                <a:lnTo>
                  <a:pt x="681956" y="31242"/>
                </a:lnTo>
                <a:lnTo>
                  <a:pt x="691133" y="38090"/>
                </a:lnTo>
                <a:close/>
              </a:path>
              <a:path w="767715" h="76200">
                <a:moveTo>
                  <a:pt x="691146" y="60914"/>
                </a:moveTo>
                <a:lnTo>
                  <a:pt x="691146" y="38100"/>
                </a:lnTo>
                <a:lnTo>
                  <a:pt x="682978" y="44196"/>
                </a:lnTo>
                <a:lnTo>
                  <a:pt x="691133" y="44196"/>
                </a:lnTo>
                <a:lnTo>
                  <a:pt x="691133" y="609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908927" y="5576315"/>
            <a:ext cx="735330" cy="76200"/>
          </a:xfrm>
          <a:custGeom>
            <a:avLst/>
            <a:gdLst/>
            <a:ahLst/>
            <a:cxnLst/>
            <a:rect l="l" t="t" r="r" b="b"/>
            <a:pathLst>
              <a:path w="735329" h="76200">
                <a:moveTo>
                  <a:pt x="127266" y="0"/>
                </a:moveTo>
                <a:lnTo>
                  <a:pt x="0" y="38100"/>
                </a:lnTo>
                <a:lnTo>
                  <a:pt x="76200" y="60912"/>
                </a:lnTo>
                <a:lnTo>
                  <a:pt x="76212" y="38090"/>
                </a:lnTo>
                <a:lnTo>
                  <a:pt x="76212" y="32004"/>
                </a:lnTo>
                <a:lnTo>
                  <a:pt x="84370" y="32004"/>
                </a:lnTo>
                <a:lnTo>
                  <a:pt x="127266" y="0"/>
                </a:lnTo>
                <a:close/>
              </a:path>
              <a:path w="735329" h="76200">
                <a:moveTo>
                  <a:pt x="85392" y="44958"/>
                </a:moveTo>
                <a:lnTo>
                  <a:pt x="76200" y="38100"/>
                </a:lnTo>
                <a:lnTo>
                  <a:pt x="76212" y="60915"/>
                </a:lnTo>
                <a:lnTo>
                  <a:pt x="76212" y="44958"/>
                </a:lnTo>
                <a:lnTo>
                  <a:pt x="85392" y="44958"/>
                </a:lnTo>
                <a:close/>
              </a:path>
              <a:path w="735329" h="76200">
                <a:moveTo>
                  <a:pt x="84370" y="32004"/>
                </a:moveTo>
                <a:lnTo>
                  <a:pt x="76212" y="32004"/>
                </a:lnTo>
                <a:lnTo>
                  <a:pt x="76212" y="38090"/>
                </a:lnTo>
                <a:lnTo>
                  <a:pt x="84370" y="32004"/>
                </a:lnTo>
                <a:close/>
              </a:path>
              <a:path w="735329" h="76200">
                <a:moveTo>
                  <a:pt x="735342" y="44958"/>
                </a:moveTo>
                <a:lnTo>
                  <a:pt x="735342" y="32004"/>
                </a:lnTo>
                <a:lnTo>
                  <a:pt x="84370" y="32004"/>
                </a:lnTo>
                <a:lnTo>
                  <a:pt x="76212" y="38090"/>
                </a:lnTo>
                <a:lnTo>
                  <a:pt x="85392" y="44958"/>
                </a:lnTo>
                <a:lnTo>
                  <a:pt x="735342" y="44958"/>
                </a:lnTo>
                <a:close/>
              </a:path>
              <a:path w="735329" h="76200">
                <a:moveTo>
                  <a:pt x="127266" y="76200"/>
                </a:moveTo>
                <a:lnTo>
                  <a:pt x="85392" y="44958"/>
                </a:lnTo>
                <a:lnTo>
                  <a:pt x="76212" y="44958"/>
                </a:lnTo>
                <a:lnTo>
                  <a:pt x="76212" y="60915"/>
                </a:lnTo>
                <a:lnTo>
                  <a:pt x="12726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178437" y="4576571"/>
            <a:ext cx="1946275" cy="407670"/>
          </a:xfrm>
          <a:custGeom>
            <a:avLst/>
            <a:gdLst/>
            <a:ahLst/>
            <a:cxnLst/>
            <a:rect l="l" t="t" r="r" b="b"/>
            <a:pathLst>
              <a:path w="1946275" h="407670">
                <a:moveTo>
                  <a:pt x="0" y="0"/>
                </a:moveTo>
                <a:lnTo>
                  <a:pt x="0" y="407670"/>
                </a:lnTo>
                <a:lnTo>
                  <a:pt x="1946148" y="407670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45365" y="4582667"/>
            <a:ext cx="0" cy="395605"/>
          </a:xfrm>
          <a:custGeom>
            <a:avLst/>
            <a:gdLst/>
            <a:ahLst/>
            <a:cxnLst/>
            <a:rect l="l" t="t" r="r" b="b"/>
            <a:pathLst>
              <a:path h="395604">
                <a:moveTo>
                  <a:pt x="0" y="0"/>
                </a:moveTo>
                <a:lnTo>
                  <a:pt x="0" y="39547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556120" y="4570476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0"/>
                </a:moveTo>
                <a:lnTo>
                  <a:pt x="0" y="40767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9206369" y="5792723"/>
            <a:ext cx="547370" cy="0"/>
          </a:xfrm>
          <a:custGeom>
            <a:avLst/>
            <a:gdLst/>
            <a:ahLst/>
            <a:cxnLst/>
            <a:rect l="l" t="t" r="r" b="b"/>
            <a:pathLst>
              <a:path w="547370">
                <a:moveTo>
                  <a:pt x="0" y="0"/>
                </a:moveTo>
                <a:lnTo>
                  <a:pt x="54710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766427" y="4786121"/>
            <a:ext cx="0" cy="993775"/>
          </a:xfrm>
          <a:custGeom>
            <a:avLst/>
            <a:gdLst/>
            <a:ahLst/>
            <a:cxnLst/>
            <a:rect l="l" t="t" r="r" b="b"/>
            <a:pathLst>
              <a:path h="993775">
                <a:moveTo>
                  <a:pt x="0" y="993648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127620" y="4733544"/>
            <a:ext cx="2639060" cy="76200"/>
          </a:xfrm>
          <a:custGeom>
            <a:avLst/>
            <a:gdLst/>
            <a:ahLst/>
            <a:cxnLst/>
            <a:rect l="l" t="t" r="r" b="b"/>
            <a:pathLst>
              <a:path w="2639059" h="76200">
                <a:moveTo>
                  <a:pt x="127253" y="0"/>
                </a:moveTo>
                <a:lnTo>
                  <a:pt x="0" y="38100"/>
                </a:lnTo>
                <a:lnTo>
                  <a:pt x="76200" y="60914"/>
                </a:lnTo>
                <a:lnTo>
                  <a:pt x="76200" y="32004"/>
                </a:lnTo>
                <a:lnTo>
                  <a:pt x="84368" y="32003"/>
                </a:lnTo>
                <a:lnTo>
                  <a:pt x="127253" y="0"/>
                </a:lnTo>
                <a:close/>
              </a:path>
              <a:path w="2639059" h="76200">
                <a:moveTo>
                  <a:pt x="84368" y="32004"/>
                </a:moveTo>
                <a:lnTo>
                  <a:pt x="76200" y="32004"/>
                </a:lnTo>
                <a:lnTo>
                  <a:pt x="76200" y="38100"/>
                </a:lnTo>
                <a:lnTo>
                  <a:pt x="84368" y="32004"/>
                </a:lnTo>
                <a:close/>
              </a:path>
              <a:path w="2639059" h="76200">
                <a:moveTo>
                  <a:pt x="2638805" y="44195"/>
                </a:moveTo>
                <a:lnTo>
                  <a:pt x="2638805" y="32004"/>
                </a:lnTo>
                <a:lnTo>
                  <a:pt x="84368" y="32004"/>
                </a:lnTo>
                <a:lnTo>
                  <a:pt x="76200" y="38100"/>
                </a:lnTo>
                <a:lnTo>
                  <a:pt x="84368" y="44195"/>
                </a:lnTo>
                <a:lnTo>
                  <a:pt x="2638805" y="44195"/>
                </a:lnTo>
                <a:close/>
              </a:path>
              <a:path w="2639059" h="76200">
                <a:moveTo>
                  <a:pt x="84368" y="44195"/>
                </a:moveTo>
                <a:lnTo>
                  <a:pt x="76200" y="38100"/>
                </a:lnTo>
                <a:lnTo>
                  <a:pt x="76200" y="44195"/>
                </a:lnTo>
                <a:lnTo>
                  <a:pt x="84368" y="44195"/>
                </a:lnTo>
                <a:close/>
              </a:path>
              <a:path w="2639059" h="76200">
                <a:moveTo>
                  <a:pt x="127253" y="76200"/>
                </a:moveTo>
                <a:lnTo>
                  <a:pt x="84368" y="44195"/>
                </a:lnTo>
                <a:lnTo>
                  <a:pt x="76200" y="44195"/>
                </a:lnTo>
                <a:lnTo>
                  <a:pt x="76200" y="60914"/>
                </a:lnTo>
                <a:lnTo>
                  <a:pt x="127253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221115" y="5614415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>
                <a:moveTo>
                  <a:pt x="530352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235593" y="4840223"/>
            <a:ext cx="0" cy="774700"/>
          </a:xfrm>
          <a:custGeom>
            <a:avLst/>
            <a:gdLst/>
            <a:ahLst/>
            <a:cxnLst/>
            <a:rect l="l" t="t" r="r" b="b"/>
            <a:pathLst>
              <a:path h="774700">
                <a:moveTo>
                  <a:pt x="0" y="774191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21115" y="4787646"/>
            <a:ext cx="2947035" cy="76200"/>
          </a:xfrm>
          <a:custGeom>
            <a:avLst/>
            <a:gdLst/>
            <a:ahLst/>
            <a:cxnLst/>
            <a:rect l="l" t="t" r="r" b="b"/>
            <a:pathLst>
              <a:path w="2947035" h="76200">
                <a:moveTo>
                  <a:pt x="2870454" y="38100"/>
                </a:moveTo>
                <a:lnTo>
                  <a:pt x="2862285" y="32004"/>
                </a:lnTo>
                <a:lnTo>
                  <a:pt x="0" y="32003"/>
                </a:lnTo>
                <a:lnTo>
                  <a:pt x="0" y="44195"/>
                </a:lnTo>
                <a:lnTo>
                  <a:pt x="2862285" y="44195"/>
                </a:lnTo>
                <a:lnTo>
                  <a:pt x="2870454" y="38100"/>
                </a:lnTo>
                <a:close/>
              </a:path>
              <a:path w="2947035" h="76200">
                <a:moveTo>
                  <a:pt x="2946654" y="38100"/>
                </a:moveTo>
                <a:lnTo>
                  <a:pt x="2819400" y="0"/>
                </a:lnTo>
                <a:lnTo>
                  <a:pt x="2862285" y="32003"/>
                </a:lnTo>
                <a:lnTo>
                  <a:pt x="2870454" y="32003"/>
                </a:lnTo>
                <a:lnTo>
                  <a:pt x="2870454" y="60914"/>
                </a:lnTo>
                <a:lnTo>
                  <a:pt x="2946654" y="38100"/>
                </a:lnTo>
                <a:close/>
              </a:path>
              <a:path w="2947035" h="76200">
                <a:moveTo>
                  <a:pt x="2870454" y="60914"/>
                </a:moveTo>
                <a:lnTo>
                  <a:pt x="2870454" y="44195"/>
                </a:lnTo>
                <a:lnTo>
                  <a:pt x="2862285" y="44196"/>
                </a:lnTo>
                <a:lnTo>
                  <a:pt x="2819400" y="76200"/>
                </a:lnTo>
                <a:lnTo>
                  <a:pt x="2870454" y="60914"/>
                </a:lnTo>
                <a:close/>
              </a:path>
              <a:path w="2947035" h="76200">
                <a:moveTo>
                  <a:pt x="2870454" y="38100"/>
                </a:moveTo>
                <a:lnTo>
                  <a:pt x="2870454" y="32003"/>
                </a:lnTo>
                <a:lnTo>
                  <a:pt x="2862285" y="32003"/>
                </a:lnTo>
                <a:lnTo>
                  <a:pt x="2870454" y="38100"/>
                </a:lnTo>
                <a:close/>
              </a:path>
              <a:path w="2947035" h="76200">
                <a:moveTo>
                  <a:pt x="2870454" y="44195"/>
                </a:moveTo>
                <a:lnTo>
                  <a:pt x="2870454" y="38100"/>
                </a:lnTo>
                <a:lnTo>
                  <a:pt x="2862285" y="44195"/>
                </a:lnTo>
                <a:lnTo>
                  <a:pt x="2870454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460633" y="4638294"/>
            <a:ext cx="707390" cy="76200"/>
          </a:xfrm>
          <a:custGeom>
            <a:avLst/>
            <a:gdLst/>
            <a:ahLst/>
            <a:cxnLst/>
            <a:rect l="l" t="t" r="r" b="b"/>
            <a:pathLst>
              <a:path w="707389" h="76200">
                <a:moveTo>
                  <a:pt x="630936" y="38100"/>
                </a:moveTo>
                <a:lnTo>
                  <a:pt x="622767" y="32004"/>
                </a:lnTo>
                <a:lnTo>
                  <a:pt x="0" y="32004"/>
                </a:lnTo>
                <a:lnTo>
                  <a:pt x="0" y="44195"/>
                </a:lnTo>
                <a:lnTo>
                  <a:pt x="622767" y="44195"/>
                </a:lnTo>
                <a:lnTo>
                  <a:pt x="630936" y="38100"/>
                </a:lnTo>
                <a:close/>
              </a:path>
              <a:path w="707389" h="76200">
                <a:moveTo>
                  <a:pt x="707136" y="38100"/>
                </a:moveTo>
                <a:lnTo>
                  <a:pt x="579882" y="0"/>
                </a:lnTo>
                <a:lnTo>
                  <a:pt x="622767" y="32004"/>
                </a:lnTo>
                <a:lnTo>
                  <a:pt x="630936" y="32004"/>
                </a:lnTo>
                <a:lnTo>
                  <a:pt x="630936" y="60914"/>
                </a:lnTo>
                <a:lnTo>
                  <a:pt x="707136" y="38100"/>
                </a:lnTo>
                <a:close/>
              </a:path>
              <a:path w="707389" h="76200">
                <a:moveTo>
                  <a:pt x="630936" y="60914"/>
                </a:moveTo>
                <a:lnTo>
                  <a:pt x="630936" y="44195"/>
                </a:lnTo>
                <a:lnTo>
                  <a:pt x="622767" y="44195"/>
                </a:lnTo>
                <a:lnTo>
                  <a:pt x="579882" y="76200"/>
                </a:lnTo>
                <a:lnTo>
                  <a:pt x="630936" y="60914"/>
                </a:lnTo>
                <a:close/>
              </a:path>
              <a:path w="707389" h="76200">
                <a:moveTo>
                  <a:pt x="630936" y="44195"/>
                </a:moveTo>
                <a:lnTo>
                  <a:pt x="630936" y="38100"/>
                </a:lnTo>
                <a:lnTo>
                  <a:pt x="622767" y="44195"/>
                </a:lnTo>
                <a:lnTo>
                  <a:pt x="630936" y="44195"/>
                </a:lnTo>
                <a:close/>
              </a:path>
              <a:path w="707389" h="76200">
                <a:moveTo>
                  <a:pt x="630936" y="38100"/>
                </a:moveTo>
                <a:lnTo>
                  <a:pt x="630936" y="32004"/>
                </a:lnTo>
                <a:lnTo>
                  <a:pt x="622767" y="32004"/>
                </a:lnTo>
                <a:lnTo>
                  <a:pt x="630936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943732" y="4422647"/>
            <a:ext cx="146812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head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848741" y="4852415"/>
            <a:ext cx="0" cy="341630"/>
          </a:xfrm>
          <a:custGeom>
            <a:avLst/>
            <a:gdLst/>
            <a:ahLst/>
            <a:cxnLst/>
            <a:rect l="l" t="t" r="r" b="b"/>
            <a:pathLst>
              <a:path h="341629">
                <a:moveTo>
                  <a:pt x="0" y="0"/>
                </a:moveTo>
                <a:lnTo>
                  <a:pt x="0" y="34137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178693" y="5221223"/>
            <a:ext cx="2654300" cy="0"/>
          </a:xfrm>
          <a:custGeom>
            <a:avLst/>
            <a:gdLst/>
            <a:ahLst/>
            <a:cxnLst/>
            <a:rect l="l" t="t" r="r" b="b"/>
            <a:pathLst>
              <a:path w="2654300">
                <a:moveTo>
                  <a:pt x="0" y="0"/>
                </a:moveTo>
                <a:lnTo>
                  <a:pt x="265403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43641" y="5221223"/>
            <a:ext cx="76200" cy="285750"/>
          </a:xfrm>
          <a:custGeom>
            <a:avLst/>
            <a:gdLst/>
            <a:ahLst/>
            <a:cxnLst/>
            <a:rect l="l" t="t" r="r" b="b"/>
            <a:pathLst>
              <a:path w="76200" h="285750">
                <a:moveTo>
                  <a:pt x="38100" y="209550"/>
                </a:moveTo>
                <a:lnTo>
                  <a:pt x="0" y="158496"/>
                </a:lnTo>
                <a:lnTo>
                  <a:pt x="31241" y="262844"/>
                </a:lnTo>
                <a:lnTo>
                  <a:pt x="31241" y="209550"/>
                </a:lnTo>
                <a:lnTo>
                  <a:pt x="38100" y="209550"/>
                </a:lnTo>
                <a:close/>
              </a:path>
              <a:path w="76200" h="285750">
                <a:moveTo>
                  <a:pt x="44195" y="201381"/>
                </a:moveTo>
                <a:lnTo>
                  <a:pt x="44195" y="0"/>
                </a:lnTo>
                <a:lnTo>
                  <a:pt x="31241" y="0"/>
                </a:lnTo>
                <a:lnTo>
                  <a:pt x="31241" y="200360"/>
                </a:lnTo>
                <a:lnTo>
                  <a:pt x="38100" y="209550"/>
                </a:lnTo>
                <a:lnTo>
                  <a:pt x="44195" y="201381"/>
                </a:lnTo>
                <a:close/>
              </a:path>
              <a:path w="76200" h="285750">
                <a:moveTo>
                  <a:pt x="44195" y="265389"/>
                </a:moveTo>
                <a:lnTo>
                  <a:pt x="44195" y="209550"/>
                </a:lnTo>
                <a:lnTo>
                  <a:pt x="31241" y="209550"/>
                </a:lnTo>
                <a:lnTo>
                  <a:pt x="31241" y="262844"/>
                </a:lnTo>
                <a:lnTo>
                  <a:pt x="38100" y="285750"/>
                </a:lnTo>
                <a:lnTo>
                  <a:pt x="44195" y="265389"/>
                </a:lnTo>
                <a:close/>
              </a:path>
              <a:path w="76200" h="285750">
                <a:moveTo>
                  <a:pt x="76200" y="158496"/>
                </a:moveTo>
                <a:lnTo>
                  <a:pt x="38100" y="209550"/>
                </a:lnTo>
                <a:lnTo>
                  <a:pt x="44195" y="209550"/>
                </a:lnTo>
                <a:lnTo>
                  <a:pt x="44195" y="265389"/>
                </a:lnTo>
                <a:lnTo>
                  <a:pt x="76200" y="158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448185" y="4840223"/>
            <a:ext cx="0" cy="285750"/>
          </a:xfrm>
          <a:custGeom>
            <a:avLst/>
            <a:gdLst/>
            <a:ahLst/>
            <a:cxnLst/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48185" y="5138165"/>
            <a:ext cx="2683510" cy="0"/>
          </a:xfrm>
          <a:custGeom>
            <a:avLst/>
            <a:gdLst/>
            <a:ahLst/>
            <a:cxnLst/>
            <a:rect l="l" t="t" r="r" b="b"/>
            <a:pathLst>
              <a:path w="2683509">
                <a:moveTo>
                  <a:pt x="0" y="0"/>
                </a:moveTo>
                <a:lnTo>
                  <a:pt x="26829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107565" y="5138165"/>
            <a:ext cx="76200" cy="341630"/>
          </a:xfrm>
          <a:custGeom>
            <a:avLst/>
            <a:gdLst/>
            <a:ahLst/>
            <a:cxnLst/>
            <a:rect l="l" t="t" r="r" b="b"/>
            <a:pathLst>
              <a:path w="76200" h="341629">
                <a:moveTo>
                  <a:pt x="38100" y="265175"/>
                </a:moveTo>
                <a:lnTo>
                  <a:pt x="0" y="214884"/>
                </a:lnTo>
                <a:lnTo>
                  <a:pt x="31991" y="321096"/>
                </a:lnTo>
                <a:lnTo>
                  <a:pt x="31991" y="265175"/>
                </a:lnTo>
                <a:lnTo>
                  <a:pt x="38100" y="265175"/>
                </a:lnTo>
                <a:close/>
              </a:path>
              <a:path w="76200" h="341629">
                <a:moveTo>
                  <a:pt x="44183" y="257146"/>
                </a:moveTo>
                <a:lnTo>
                  <a:pt x="44183" y="0"/>
                </a:lnTo>
                <a:lnTo>
                  <a:pt x="31991" y="0"/>
                </a:lnTo>
                <a:lnTo>
                  <a:pt x="31991" y="257113"/>
                </a:lnTo>
                <a:lnTo>
                  <a:pt x="38100" y="265175"/>
                </a:lnTo>
                <a:lnTo>
                  <a:pt x="44183" y="257146"/>
                </a:lnTo>
                <a:close/>
              </a:path>
              <a:path w="76200" h="341629">
                <a:moveTo>
                  <a:pt x="44183" y="321179"/>
                </a:moveTo>
                <a:lnTo>
                  <a:pt x="44183" y="265175"/>
                </a:lnTo>
                <a:lnTo>
                  <a:pt x="31991" y="265175"/>
                </a:lnTo>
                <a:lnTo>
                  <a:pt x="31991" y="321096"/>
                </a:lnTo>
                <a:lnTo>
                  <a:pt x="38100" y="341375"/>
                </a:lnTo>
                <a:lnTo>
                  <a:pt x="44183" y="321179"/>
                </a:lnTo>
                <a:close/>
              </a:path>
              <a:path w="76200" h="341629">
                <a:moveTo>
                  <a:pt x="76200" y="214884"/>
                </a:moveTo>
                <a:lnTo>
                  <a:pt x="38100" y="265175"/>
                </a:lnTo>
                <a:lnTo>
                  <a:pt x="44183" y="265175"/>
                </a:lnTo>
                <a:lnTo>
                  <a:pt x="44183" y="321179"/>
                </a:lnTo>
                <a:lnTo>
                  <a:pt x="76200" y="2148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61267" y="6368796"/>
            <a:ext cx="1946275" cy="407670"/>
          </a:xfrm>
          <a:custGeom>
            <a:avLst/>
            <a:gdLst/>
            <a:ahLst/>
            <a:cxnLst/>
            <a:rect l="l" t="t" r="r" b="b"/>
            <a:pathLst>
              <a:path w="1946275" h="407670">
                <a:moveTo>
                  <a:pt x="0" y="0"/>
                </a:moveTo>
                <a:lnTo>
                  <a:pt x="0" y="407670"/>
                </a:lnTo>
                <a:lnTo>
                  <a:pt x="1946148" y="407670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33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27433" y="6374891"/>
            <a:ext cx="0" cy="395605"/>
          </a:xfrm>
          <a:custGeom>
            <a:avLst/>
            <a:gdLst/>
            <a:ahLst/>
            <a:cxnLst/>
            <a:rect l="l" t="t" r="r" b="b"/>
            <a:pathLst>
              <a:path h="395604">
                <a:moveTo>
                  <a:pt x="0" y="0"/>
                </a:moveTo>
                <a:lnTo>
                  <a:pt x="0" y="395478"/>
                </a:lnTo>
              </a:path>
            </a:pathLst>
          </a:custGeom>
          <a:ln w="12700">
            <a:solidFill>
              <a:srgbClr val="33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38951" y="6362700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0"/>
                </a:moveTo>
                <a:lnTo>
                  <a:pt x="0" y="407670"/>
                </a:lnTo>
              </a:path>
            </a:pathLst>
          </a:custGeom>
          <a:ln w="12700">
            <a:solidFill>
              <a:srgbClr val="33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759575" y="6579869"/>
            <a:ext cx="600710" cy="0"/>
          </a:xfrm>
          <a:custGeom>
            <a:avLst/>
            <a:gdLst/>
            <a:ahLst/>
            <a:cxnLst/>
            <a:rect l="l" t="t" r="r" b="b"/>
            <a:pathLst>
              <a:path w="600709">
                <a:moveTo>
                  <a:pt x="0" y="0"/>
                </a:moveTo>
                <a:lnTo>
                  <a:pt x="600468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264275" y="5926073"/>
            <a:ext cx="1081405" cy="674370"/>
          </a:xfrm>
          <a:custGeom>
            <a:avLst/>
            <a:gdLst/>
            <a:ahLst/>
            <a:cxnLst/>
            <a:rect l="l" t="t" r="r" b="b"/>
            <a:pathLst>
              <a:path w="1081404" h="674370">
                <a:moveTo>
                  <a:pt x="84582" y="7620"/>
                </a:moveTo>
                <a:lnTo>
                  <a:pt x="0" y="0"/>
                </a:lnTo>
                <a:lnTo>
                  <a:pt x="44958" y="72389"/>
                </a:lnTo>
                <a:lnTo>
                  <a:pt x="49542" y="64895"/>
                </a:lnTo>
                <a:lnTo>
                  <a:pt x="49542" y="34289"/>
                </a:lnTo>
                <a:lnTo>
                  <a:pt x="50304" y="30479"/>
                </a:lnTo>
                <a:lnTo>
                  <a:pt x="53352" y="28955"/>
                </a:lnTo>
                <a:lnTo>
                  <a:pt x="56387" y="28955"/>
                </a:lnTo>
                <a:lnTo>
                  <a:pt x="67351" y="35785"/>
                </a:lnTo>
                <a:lnTo>
                  <a:pt x="84582" y="7620"/>
                </a:lnTo>
                <a:close/>
              </a:path>
              <a:path w="1081404" h="674370">
                <a:moveTo>
                  <a:pt x="67351" y="35785"/>
                </a:moveTo>
                <a:lnTo>
                  <a:pt x="56387" y="28955"/>
                </a:lnTo>
                <a:lnTo>
                  <a:pt x="53352" y="28955"/>
                </a:lnTo>
                <a:lnTo>
                  <a:pt x="50304" y="30479"/>
                </a:lnTo>
                <a:lnTo>
                  <a:pt x="49542" y="34289"/>
                </a:lnTo>
                <a:lnTo>
                  <a:pt x="51828" y="37337"/>
                </a:lnTo>
                <a:lnTo>
                  <a:pt x="62381" y="43909"/>
                </a:lnTo>
                <a:lnTo>
                  <a:pt x="67351" y="35785"/>
                </a:lnTo>
                <a:close/>
              </a:path>
              <a:path w="1081404" h="674370">
                <a:moveTo>
                  <a:pt x="62381" y="43909"/>
                </a:moveTo>
                <a:lnTo>
                  <a:pt x="51828" y="37337"/>
                </a:lnTo>
                <a:lnTo>
                  <a:pt x="49542" y="34289"/>
                </a:lnTo>
                <a:lnTo>
                  <a:pt x="49542" y="64895"/>
                </a:lnTo>
                <a:lnTo>
                  <a:pt x="62381" y="43909"/>
                </a:lnTo>
                <a:close/>
              </a:path>
              <a:path w="1081404" h="674370">
                <a:moveTo>
                  <a:pt x="1081290" y="669036"/>
                </a:moveTo>
                <a:lnTo>
                  <a:pt x="1079004" y="665988"/>
                </a:lnTo>
                <a:lnTo>
                  <a:pt x="67351" y="35785"/>
                </a:lnTo>
                <a:lnTo>
                  <a:pt x="62381" y="43909"/>
                </a:lnTo>
                <a:lnTo>
                  <a:pt x="1073670" y="673608"/>
                </a:lnTo>
                <a:lnTo>
                  <a:pt x="1077480" y="674370"/>
                </a:lnTo>
                <a:lnTo>
                  <a:pt x="1080528" y="672084"/>
                </a:lnTo>
                <a:lnTo>
                  <a:pt x="1081290" y="669036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310263" y="5816346"/>
            <a:ext cx="76200" cy="622935"/>
          </a:xfrm>
          <a:custGeom>
            <a:avLst/>
            <a:gdLst/>
            <a:ahLst/>
            <a:cxnLst/>
            <a:rect l="l" t="t" r="r" b="b"/>
            <a:pathLst>
              <a:path w="76200" h="622935">
                <a:moveTo>
                  <a:pt x="76200" y="546353"/>
                </a:moveTo>
                <a:lnTo>
                  <a:pt x="0" y="546353"/>
                </a:lnTo>
                <a:lnTo>
                  <a:pt x="33528" y="613410"/>
                </a:lnTo>
                <a:lnTo>
                  <a:pt x="33528" y="558545"/>
                </a:lnTo>
                <a:lnTo>
                  <a:pt x="35052" y="562355"/>
                </a:lnTo>
                <a:lnTo>
                  <a:pt x="38100" y="563879"/>
                </a:lnTo>
                <a:lnTo>
                  <a:pt x="41910" y="562355"/>
                </a:lnTo>
                <a:lnTo>
                  <a:pt x="42672" y="558545"/>
                </a:lnTo>
                <a:lnTo>
                  <a:pt x="42672" y="613409"/>
                </a:lnTo>
                <a:lnTo>
                  <a:pt x="76200" y="546353"/>
                </a:lnTo>
                <a:close/>
              </a:path>
              <a:path w="76200" h="622935">
                <a:moveTo>
                  <a:pt x="42672" y="546353"/>
                </a:moveTo>
                <a:lnTo>
                  <a:pt x="42671" y="4571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1"/>
                </a:lnTo>
                <a:lnTo>
                  <a:pt x="33528" y="546353"/>
                </a:lnTo>
                <a:lnTo>
                  <a:pt x="42672" y="546353"/>
                </a:lnTo>
                <a:close/>
              </a:path>
              <a:path w="76200" h="622935">
                <a:moveTo>
                  <a:pt x="42672" y="613409"/>
                </a:moveTo>
                <a:lnTo>
                  <a:pt x="42672" y="558545"/>
                </a:lnTo>
                <a:lnTo>
                  <a:pt x="41910" y="562355"/>
                </a:lnTo>
                <a:lnTo>
                  <a:pt x="38100" y="563879"/>
                </a:lnTo>
                <a:lnTo>
                  <a:pt x="35052" y="562355"/>
                </a:lnTo>
                <a:lnTo>
                  <a:pt x="33528" y="558545"/>
                </a:lnTo>
                <a:lnTo>
                  <a:pt x="33528" y="613410"/>
                </a:lnTo>
                <a:lnTo>
                  <a:pt x="38100" y="622553"/>
                </a:lnTo>
                <a:lnTo>
                  <a:pt x="42672" y="613409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273943" y="5910071"/>
            <a:ext cx="744855" cy="746125"/>
          </a:xfrm>
          <a:custGeom>
            <a:avLst/>
            <a:gdLst/>
            <a:ahLst/>
            <a:cxnLst/>
            <a:rect l="l" t="t" r="r" b="b"/>
            <a:pathLst>
              <a:path w="744854" h="746125">
                <a:moveTo>
                  <a:pt x="80772" y="26669"/>
                </a:moveTo>
                <a:lnTo>
                  <a:pt x="0" y="0"/>
                </a:lnTo>
                <a:lnTo>
                  <a:pt x="26669" y="80772"/>
                </a:lnTo>
                <a:lnTo>
                  <a:pt x="39624" y="67817"/>
                </a:lnTo>
                <a:lnTo>
                  <a:pt x="39624" y="44957"/>
                </a:lnTo>
                <a:lnTo>
                  <a:pt x="41148" y="41148"/>
                </a:lnTo>
                <a:lnTo>
                  <a:pt x="44958" y="40386"/>
                </a:lnTo>
                <a:lnTo>
                  <a:pt x="48005" y="41148"/>
                </a:lnTo>
                <a:lnTo>
                  <a:pt x="57139" y="50302"/>
                </a:lnTo>
                <a:lnTo>
                  <a:pt x="80772" y="26669"/>
                </a:lnTo>
                <a:close/>
              </a:path>
              <a:path w="744854" h="746125">
                <a:moveTo>
                  <a:pt x="57139" y="50302"/>
                </a:moveTo>
                <a:lnTo>
                  <a:pt x="48005" y="41148"/>
                </a:lnTo>
                <a:lnTo>
                  <a:pt x="44958" y="40386"/>
                </a:lnTo>
                <a:lnTo>
                  <a:pt x="41148" y="41148"/>
                </a:lnTo>
                <a:lnTo>
                  <a:pt x="39624" y="44957"/>
                </a:lnTo>
                <a:lnTo>
                  <a:pt x="41148" y="48005"/>
                </a:lnTo>
                <a:lnTo>
                  <a:pt x="50281" y="57160"/>
                </a:lnTo>
                <a:lnTo>
                  <a:pt x="57139" y="50302"/>
                </a:lnTo>
                <a:close/>
              </a:path>
              <a:path w="744854" h="746125">
                <a:moveTo>
                  <a:pt x="50281" y="57160"/>
                </a:moveTo>
                <a:lnTo>
                  <a:pt x="41148" y="48005"/>
                </a:lnTo>
                <a:lnTo>
                  <a:pt x="39624" y="44957"/>
                </a:lnTo>
                <a:lnTo>
                  <a:pt x="39624" y="67817"/>
                </a:lnTo>
                <a:lnTo>
                  <a:pt x="50281" y="57160"/>
                </a:lnTo>
                <a:close/>
              </a:path>
              <a:path w="744854" h="746125">
                <a:moveTo>
                  <a:pt x="744474" y="741426"/>
                </a:moveTo>
                <a:lnTo>
                  <a:pt x="742950" y="737616"/>
                </a:lnTo>
                <a:lnTo>
                  <a:pt x="57139" y="50302"/>
                </a:lnTo>
                <a:lnTo>
                  <a:pt x="50281" y="57160"/>
                </a:lnTo>
                <a:lnTo>
                  <a:pt x="736091" y="744474"/>
                </a:lnTo>
                <a:lnTo>
                  <a:pt x="739901" y="745998"/>
                </a:lnTo>
                <a:lnTo>
                  <a:pt x="742950" y="744474"/>
                </a:lnTo>
                <a:lnTo>
                  <a:pt x="744474" y="741426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67263" y="5875020"/>
            <a:ext cx="0" cy="759460"/>
          </a:xfrm>
          <a:custGeom>
            <a:avLst/>
            <a:gdLst/>
            <a:ahLst/>
            <a:cxnLst/>
            <a:rect l="l" t="t" r="r" b="b"/>
            <a:pathLst>
              <a:path h="759459">
                <a:moveTo>
                  <a:pt x="0" y="0"/>
                </a:moveTo>
                <a:lnTo>
                  <a:pt x="0" y="758951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80217" y="6576821"/>
            <a:ext cx="798830" cy="76200"/>
          </a:xfrm>
          <a:custGeom>
            <a:avLst/>
            <a:gdLst/>
            <a:ahLst/>
            <a:cxnLst/>
            <a:rect l="l" t="t" r="r" b="b"/>
            <a:pathLst>
              <a:path w="798829" h="76200">
                <a:moveTo>
                  <a:pt x="739901" y="38100"/>
                </a:moveTo>
                <a:lnTo>
                  <a:pt x="738377" y="34289"/>
                </a:lnTo>
                <a:lnTo>
                  <a:pt x="734567" y="33527"/>
                </a:lnTo>
                <a:lnTo>
                  <a:pt x="4572" y="33527"/>
                </a:lnTo>
                <a:lnTo>
                  <a:pt x="1524" y="34289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734567" y="42672"/>
                </a:lnTo>
                <a:lnTo>
                  <a:pt x="738377" y="41148"/>
                </a:lnTo>
                <a:lnTo>
                  <a:pt x="739901" y="38100"/>
                </a:lnTo>
                <a:close/>
              </a:path>
              <a:path w="798829" h="76200">
                <a:moveTo>
                  <a:pt x="798576" y="38100"/>
                </a:moveTo>
                <a:lnTo>
                  <a:pt x="722376" y="0"/>
                </a:lnTo>
                <a:lnTo>
                  <a:pt x="722376" y="33527"/>
                </a:lnTo>
                <a:lnTo>
                  <a:pt x="734567" y="33527"/>
                </a:lnTo>
                <a:lnTo>
                  <a:pt x="738377" y="34289"/>
                </a:lnTo>
                <a:lnTo>
                  <a:pt x="739901" y="38100"/>
                </a:lnTo>
                <a:lnTo>
                  <a:pt x="739901" y="67437"/>
                </a:lnTo>
                <a:lnTo>
                  <a:pt x="798576" y="38100"/>
                </a:lnTo>
                <a:close/>
              </a:path>
              <a:path w="798829" h="76200">
                <a:moveTo>
                  <a:pt x="739901" y="67437"/>
                </a:moveTo>
                <a:lnTo>
                  <a:pt x="739901" y="38100"/>
                </a:lnTo>
                <a:lnTo>
                  <a:pt x="738377" y="41148"/>
                </a:lnTo>
                <a:lnTo>
                  <a:pt x="734567" y="42672"/>
                </a:lnTo>
                <a:lnTo>
                  <a:pt x="722376" y="42672"/>
                </a:lnTo>
                <a:lnTo>
                  <a:pt x="722376" y="76200"/>
                </a:lnTo>
                <a:lnTo>
                  <a:pt x="739901" y="67437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7073772" y="6028944"/>
            <a:ext cx="3987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(2)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51643" y="6133338"/>
            <a:ext cx="3987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(4)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598796" y="5903214"/>
            <a:ext cx="3987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(1)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69178" y="5922264"/>
            <a:ext cx="3987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(3)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305933" y="6824471"/>
            <a:ext cx="104330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5490A8"/>
                </a:solidFill>
                <a:latin typeface="Arial"/>
                <a:cs typeface="Arial"/>
              </a:rPr>
              <a:t>Node</a:t>
            </a:r>
            <a:r>
              <a:rPr sz="2400" spc="-85" dirty="0">
                <a:solidFill>
                  <a:srgbClr val="5490A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90A8"/>
                </a:solidFill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522347" y="5042916"/>
            <a:ext cx="1940560" cy="8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>
              <a:lnSpc>
                <a:spcPct val="100000"/>
              </a:lnSpc>
            </a:pPr>
            <a:r>
              <a:rPr sz="2400" spc="-5" dirty="0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sz="2400" spc="-8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80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  <a:tabLst>
                <a:tab pos="706755" algn="l"/>
              </a:tabLst>
            </a:pPr>
            <a:r>
              <a:rPr sz="2400" spc="-5" dirty="0">
                <a:latin typeface="Arial"/>
                <a:cs typeface="Arial"/>
              </a:rPr>
              <a:t>llink	item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rlink</a:t>
            </a:r>
            <a:endParaRPr sz="24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885067" y="6349746"/>
            <a:ext cx="2026919" cy="426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885067" y="6349746"/>
            <a:ext cx="2026920" cy="426720"/>
          </a:xfrm>
          <a:custGeom>
            <a:avLst/>
            <a:gdLst/>
            <a:ahLst/>
            <a:cxnLst/>
            <a:rect l="l" t="t" r="r" b="b"/>
            <a:pathLst>
              <a:path w="2026920" h="426720">
                <a:moveTo>
                  <a:pt x="0" y="0"/>
                </a:moveTo>
                <a:lnTo>
                  <a:pt x="0" y="426720"/>
                </a:lnTo>
                <a:lnTo>
                  <a:pt x="2026919" y="426720"/>
                </a:lnTo>
                <a:lnTo>
                  <a:pt x="202691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930787" y="5479541"/>
            <a:ext cx="2027681" cy="42748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930787" y="5479541"/>
            <a:ext cx="2028189" cy="427990"/>
          </a:xfrm>
          <a:custGeom>
            <a:avLst/>
            <a:gdLst/>
            <a:ahLst/>
            <a:cxnLst/>
            <a:rect l="l" t="t" r="r" b="b"/>
            <a:pathLst>
              <a:path w="2028190" h="427989">
                <a:moveTo>
                  <a:pt x="0" y="0"/>
                </a:moveTo>
                <a:lnTo>
                  <a:pt x="0" y="427482"/>
                </a:lnTo>
                <a:lnTo>
                  <a:pt x="2027681" y="427482"/>
                </a:lnTo>
                <a:lnTo>
                  <a:pt x="2027681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839" y="928116"/>
            <a:ext cx="824230" cy="139065"/>
          </a:xfrm>
          <a:custGeom>
            <a:avLst/>
            <a:gdLst/>
            <a:ahLst/>
            <a:cxnLst/>
            <a:rect l="l" t="t" r="r" b="b"/>
            <a:pathLst>
              <a:path w="824230" h="139065">
                <a:moveTo>
                  <a:pt x="0" y="0"/>
                </a:moveTo>
                <a:lnTo>
                  <a:pt x="0" y="138683"/>
                </a:lnTo>
                <a:lnTo>
                  <a:pt x="823721" y="138683"/>
                </a:lnTo>
                <a:lnTo>
                  <a:pt x="82372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4839" y="348995"/>
            <a:ext cx="824230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5420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60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4839" y="348995"/>
            <a:ext cx="824230" cy="579120"/>
          </a:xfrm>
          <a:custGeom>
            <a:avLst/>
            <a:gdLst/>
            <a:ahLst/>
            <a:cxnLst/>
            <a:rect l="l" t="t" r="r" b="b"/>
            <a:pathLst>
              <a:path w="824230" h="579119">
                <a:moveTo>
                  <a:pt x="0" y="0"/>
                </a:moveTo>
                <a:lnTo>
                  <a:pt x="0" y="579119"/>
                </a:lnTo>
                <a:lnTo>
                  <a:pt x="823722" y="579119"/>
                </a:lnTo>
                <a:lnTo>
                  <a:pt x="823722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88447" y="385318"/>
            <a:ext cx="3975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FFFFFF"/>
                </a:solidFill>
                <a:latin typeface="Arial Narrow"/>
                <a:cs typeface="Arial Narrow"/>
              </a:rPr>
              <a:t>60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8802" y="1792223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1691" y="1792223"/>
            <a:ext cx="49510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DblList::Delete(DblListNode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81695" y="2084070"/>
            <a:ext cx="56819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65CC"/>
                </a:solidFill>
                <a:latin typeface="Courier New"/>
                <a:cs typeface="Courier New"/>
              </a:rPr>
              <a:t>if</a:t>
            </a:r>
            <a:r>
              <a:rPr sz="2400" b="1" spc="-10" dirty="0">
                <a:latin typeface="Courier New"/>
                <a:cs typeface="Courier New"/>
              </a:rPr>
              <a:t>(x </a:t>
            </a:r>
            <a:r>
              <a:rPr sz="2400" b="1" spc="-5" dirty="0">
                <a:latin typeface="Courier New"/>
                <a:cs typeface="Courier New"/>
              </a:rPr>
              <a:t>== first) 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cerr</a:t>
            </a:r>
            <a:r>
              <a:rPr sz="2400" b="1" spc="-30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&lt;&lt;"Deletion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19651" y="1866107"/>
            <a:ext cx="1303655" cy="616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335" marR="5080" indent="-1270">
              <a:lnSpc>
                <a:spcPct val="79800"/>
              </a:lnSpc>
            </a:pPr>
            <a:r>
              <a:rPr sz="2400" b="1" spc="-5" dirty="0">
                <a:latin typeface="Courier New"/>
                <a:cs typeface="Courier New"/>
              </a:rPr>
              <a:t>*x) {  of</a:t>
            </a:r>
            <a:r>
              <a:rPr sz="2400" b="1" spc="-9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head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8815" y="2376678"/>
            <a:ext cx="14852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node</a:t>
            </a:r>
            <a:r>
              <a:rPr sz="2400" b="1" spc="-9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not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0712" y="2376678"/>
            <a:ext cx="349440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permitted" &lt;&lt;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endl</a:t>
            </a:r>
            <a:r>
              <a:rPr sz="2400" b="1" spc="-8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4575" y="2668523"/>
            <a:ext cx="11207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else</a:t>
            </a:r>
            <a:r>
              <a:rPr sz="2400" b="1" spc="-105" dirty="0">
                <a:solidFill>
                  <a:srgbClr val="3365CC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28811" y="2960370"/>
            <a:ext cx="27635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FF0000"/>
                </a:solidFill>
                <a:latin typeface="Courier New"/>
                <a:cs typeface="Courier New"/>
              </a:rPr>
              <a:t>x-&gt;llink</a:t>
            </a:r>
            <a:r>
              <a:rPr sz="2400" b="1" spc="-5" dirty="0">
                <a:solidFill>
                  <a:srgbClr val="FF0000"/>
                </a:solidFill>
                <a:latin typeface="Courier New"/>
                <a:cs typeface="Courier New"/>
              </a:rPr>
              <a:t>-</a:t>
            </a:r>
            <a:r>
              <a:rPr sz="2400" b="1" spc="-10" dirty="0">
                <a:latin typeface="Courier New"/>
                <a:cs typeface="Courier New"/>
              </a:rPr>
              <a:t>&gt;rlink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8600" y="2960370"/>
            <a:ext cx="1851660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x-&gt;rlink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=</a:t>
            </a:r>
            <a:r>
              <a:rPr sz="2400" b="1" spc="-6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x-&gt;llink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56774" y="2960370"/>
            <a:ext cx="1303655" cy="691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b="1" spc="-5" dirty="0">
                <a:latin typeface="Courier New"/>
                <a:cs typeface="Courier New"/>
              </a:rPr>
              <a:t>;</a:t>
            </a:r>
            <a:r>
              <a:rPr sz="2400" b="1" spc="-8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//(1)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ts val="2590"/>
              </a:lnSpc>
            </a:pPr>
            <a:r>
              <a:rPr sz="2400" b="1" spc="-10" dirty="0">
                <a:latin typeface="Courier New"/>
                <a:cs typeface="Courier New"/>
              </a:rPr>
              <a:t>;//(2)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28798" y="3326861"/>
            <a:ext cx="2764155" cy="616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79800"/>
              </a:lnSpc>
            </a:pPr>
            <a:r>
              <a:rPr sz="2400" b="1" spc="-10" dirty="0">
                <a:solidFill>
                  <a:srgbClr val="008000"/>
                </a:solidFill>
                <a:latin typeface="Courier New"/>
                <a:cs typeface="Courier New"/>
              </a:rPr>
              <a:t>x-&gt;rlink-</a:t>
            </a:r>
            <a:r>
              <a:rPr sz="2400" b="1" spc="-5" dirty="0">
                <a:solidFill>
                  <a:srgbClr val="008000"/>
                </a:solidFill>
                <a:latin typeface="Courier New"/>
                <a:cs typeface="Courier New"/>
              </a:rPr>
              <a:t>&gt;</a:t>
            </a:r>
            <a:r>
              <a:rPr sz="2400" b="1" spc="-10" dirty="0">
                <a:latin typeface="Courier New"/>
                <a:cs typeface="Courier New"/>
              </a:rPr>
              <a:t>llink  </a:t>
            </a:r>
            <a:r>
              <a:rPr sz="2400" b="1" spc="-5" dirty="0">
                <a:solidFill>
                  <a:srgbClr val="3365CC"/>
                </a:solidFill>
                <a:latin typeface="Courier New"/>
                <a:cs typeface="Courier New"/>
              </a:rPr>
              <a:t>delete </a:t>
            </a:r>
            <a:r>
              <a:rPr sz="2400" b="1" spc="-5" dirty="0">
                <a:latin typeface="Courier New"/>
                <a:cs typeface="Courier New"/>
              </a:rPr>
              <a:t>x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64575" y="3836670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8815" y="4129278"/>
            <a:ext cx="20827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46439" y="5737097"/>
            <a:ext cx="2026920" cy="426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46439" y="5737097"/>
            <a:ext cx="2026920" cy="426720"/>
          </a:xfrm>
          <a:custGeom>
            <a:avLst/>
            <a:gdLst/>
            <a:ahLst/>
            <a:cxnLst/>
            <a:rect l="l" t="t" r="r" b="b"/>
            <a:pathLst>
              <a:path w="2026920" h="426720">
                <a:moveTo>
                  <a:pt x="0" y="0"/>
                </a:moveTo>
                <a:lnTo>
                  <a:pt x="0" y="426720"/>
                </a:lnTo>
                <a:lnTo>
                  <a:pt x="2026920" y="426720"/>
                </a:lnTo>
                <a:lnTo>
                  <a:pt x="202691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83015" y="5722620"/>
            <a:ext cx="1946275" cy="407670"/>
          </a:xfrm>
          <a:custGeom>
            <a:avLst/>
            <a:gdLst/>
            <a:ahLst/>
            <a:cxnLst/>
            <a:rect l="l" t="t" r="r" b="b"/>
            <a:pathLst>
              <a:path w="1946275" h="407670">
                <a:moveTo>
                  <a:pt x="0" y="0"/>
                </a:moveTo>
                <a:lnTo>
                  <a:pt x="0" y="407670"/>
                </a:lnTo>
                <a:lnTo>
                  <a:pt x="1946148" y="407670"/>
                </a:lnTo>
                <a:lnTo>
                  <a:pt x="1946147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51467" y="5728715"/>
            <a:ext cx="0" cy="395605"/>
          </a:xfrm>
          <a:custGeom>
            <a:avLst/>
            <a:gdLst/>
            <a:ahLst/>
            <a:cxnLst/>
            <a:rect l="l" t="t" r="r" b="b"/>
            <a:pathLst>
              <a:path h="395604">
                <a:moveTo>
                  <a:pt x="0" y="0"/>
                </a:moveTo>
                <a:lnTo>
                  <a:pt x="0" y="39547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560711" y="5716523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0"/>
                </a:moveTo>
                <a:lnTo>
                  <a:pt x="0" y="40767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21415" y="5725667"/>
            <a:ext cx="1946275" cy="408940"/>
          </a:xfrm>
          <a:custGeom>
            <a:avLst/>
            <a:gdLst/>
            <a:ahLst/>
            <a:cxnLst/>
            <a:rect l="l" t="t" r="r" b="b"/>
            <a:pathLst>
              <a:path w="1946275" h="408939">
                <a:moveTo>
                  <a:pt x="0" y="0"/>
                </a:moveTo>
                <a:lnTo>
                  <a:pt x="0" y="408432"/>
                </a:lnTo>
                <a:lnTo>
                  <a:pt x="1946148" y="408432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189867" y="5732526"/>
            <a:ext cx="0" cy="394970"/>
          </a:xfrm>
          <a:custGeom>
            <a:avLst/>
            <a:gdLst/>
            <a:ahLst/>
            <a:cxnLst/>
            <a:rect l="l" t="t" r="r" b="b"/>
            <a:pathLst>
              <a:path h="394970">
                <a:moveTo>
                  <a:pt x="0" y="0"/>
                </a:moveTo>
                <a:lnTo>
                  <a:pt x="0" y="39471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99111" y="5719571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0"/>
                </a:moveTo>
                <a:lnTo>
                  <a:pt x="0" y="40766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123048" y="5725667"/>
            <a:ext cx="1946275" cy="408940"/>
          </a:xfrm>
          <a:custGeom>
            <a:avLst/>
            <a:gdLst/>
            <a:ahLst/>
            <a:cxnLst/>
            <a:rect l="l" t="t" r="r" b="b"/>
            <a:pathLst>
              <a:path w="1946275" h="408939">
                <a:moveTo>
                  <a:pt x="0" y="0"/>
                </a:moveTo>
                <a:lnTo>
                  <a:pt x="0" y="408432"/>
                </a:lnTo>
                <a:lnTo>
                  <a:pt x="1946148" y="408432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691501" y="5732526"/>
            <a:ext cx="0" cy="394970"/>
          </a:xfrm>
          <a:custGeom>
            <a:avLst/>
            <a:gdLst/>
            <a:ahLst/>
            <a:cxnLst/>
            <a:rect l="l" t="t" r="r" b="b"/>
            <a:pathLst>
              <a:path h="394970">
                <a:moveTo>
                  <a:pt x="0" y="0"/>
                </a:moveTo>
                <a:lnTo>
                  <a:pt x="0" y="39471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501519" y="5719571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0"/>
                </a:moveTo>
                <a:lnTo>
                  <a:pt x="0" y="40766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15041" y="5990844"/>
            <a:ext cx="706755" cy="76200"/>
          </a:xfrm>
          <a:custGeom>
            <a:avLst/>
            <a:gdLst/>
            <a:ahLst/>
            <a:cxnLst/>
            <a:rect l="l" t="t" r="r" b="b"/>
            <a:pathLst>
              <a:path w="706754" h="76200">
                <a:moveTo>
                  <a:pt x="630174" y="38100"/>
                </a:moveTo>
                <a:lnTo>
                  <a:pt x="622005" y="32004"/>
                </a:lnTo>
                <a:lnTo>
                  <a:pt x="0" y="32004"/>
                </a:lnTo>
                <a:lnTo>
                  <a:pt x="0" y="44195"/>
                </a:lnTo>
                <a:lnTo>
                  <a:pt x="622005" y="44195"/>
                </a:lnTo>
                <a:lnTo>
                  <a:pt x="630174" y="38100"/>
                </a:lnTo>
                <a:close/>
              </a:path>
              <a:path w="706754" h="76200">
                <a:moveTo>
                  <a:pt x="706374" y="38100"/>
                </a:moveTo>
                <a:lnTo>
                  <a:pt x="579119" y="0"/>
                </a:lnTo>
                <a:lnTo>
                  <a:pt x="622005" y="32004"/>
                </a:lnTo>
                <a:lnTo>
                  <a:pt x="630174" y="32004"/>
                </a:lnTo>
                <a:lnTo>
                  <a:pt x="630174" y="60914"/>
                </a:lnTo>
                <a:lnTo>
                  <a:pt x="706374" y="38100"/>
                </a:lnTo>
                <a:close/>
              </a:path>
              <a:path w="706754" h="76200">
                <a:moveTo>
                  <a:pt x="630174" y="60914"/>
                </a:moveTo>
                <a:lnTo>
                  <a:pt x="630174" y="44195"/>
                </a:lnTo>
                <a:lnTo>
                  <a:pt x="622005" y="44195"/>
                </a:lnTo>
                <a:lnTo>
                  <a:pt x="579119" y="76200"/>
                </a:lnTo>
                <a:lnTo>
                  <a:pt x="630174" y="60914"/>
                </a:lnTo>
                <a:close/>
              </a:path>
              <a:path w="706754" h="76200">
                <a:moveTo>
                  <a:pt x="630174" y="44195"/>
                </a:moveTo>
                <a:lnTo>
                  <a:pt x="630174" y="38100"/>
                </a:lnTo>
                <a:lnTo>
                  <a:pt x="622005" y="44195"/>
                </a:lnTo>
                <a:lnTo>
                  <a:pt x="630174" y="44195"/>
                </a:lnTo>
                <a:close/>
              </a:path>
              <a:path w="706754" h="76200">
                <a:moveTo>
                  <a:pt x="630174" y="38100"/>
                </a:moveTo>
                <a:lnTo>
                  <a:pt x="630174" y="32004"/>
                </a:lnTo>
                <a:lnTo>
                  <a:pt x="622005" y="32004"/>
                </a:lnTo>
                <a:lnTo>
                  <a:pt x="63017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51261" y="5827776"/>
            <a:ext cx="676910" cy="76200"/>
          </a:xfrm>
          <a:custGeom>
            <a:avLst/>
            <a:gdLst/>
            <a:ahLst/>
            <a:cxnLst/>
            <a:rect l="l" t="t" r="r" b="b"/>
            <a:pathLst>
              <a:path w="676910" h="76200">
                <a:moveTo>
                  <a:pt x="127254" y="0"/>
                </a:moveTo>
                <a:lnTo>
                  <a:pt x="0" y="38100"/>
                </a:lnTo>
                <a:lnTo>
                  <a:pt x="76200" y="60914"/>
                </a:lnTo>
                <a:lnTo>
                  <a:pt x="76200" y="31241"/>
                </a:lnTo>
                <a:lnTo>
                  <a:pt x="85389" y="31241"/>
                </a:lnTo>
                <a:lnTo>
                  <a:pt x="127254" y="0"/>
                </a:lnTo>
                <a:close/>
              </a:path>
              <a:path w="676910" h="76200">
                <a:moveTo>
                  <a:pt x="85389" y="31241"/>
                </a:moveTo>
                <a:lnTo>
                  <a:pt x="76200" y="31241"/>
                </a:lnTo>
                <a:lnTo>
                  <a:pt x="76200" y="38100"/>
                </a:lnTo>
                <a:lnTo>
                  <a:pt x="85389" y="31241"/>
                </a:lnTo>
                <a:close/>
              </a:path>
              <a:path w="676910" h="76200">
                <a:moveTo>
                  <a:pt x="676656" y="44195"/>
                </a:moveTo>
                <a:lnTo>
                  <a:pt x="676656" y="31241"/>
                </a:lnTo>
                <a:lnTo>
                  <a:pt x="85389" y="31241"/>
                </a:lnTo>
                <a:lnTo>
                  <a:pt x="76200" y="38100"/>
                </a:lnTo>
                <a:lnTo>
                  <a:pt x="84368" y="44195"/>
                </a:lnTo>
                <a:lnTo>
                  <a:pt x="676656" y="44195"/>
                </a:lnTo>
                <a:close/>
              </a:path>
              <a:path w="676910" h="76200">
                <a:moveTo>
                  <a:pt x="84368" y="44195"/>
                </a:moveTo>
                <a:lnTo>
                  <a:pt x="76200" y="38100"/>
                </a:lnTo>
                <a:lnTo>
                  <a:pt x="76200" y="44195"/>
                </a:lnTo>
                <a:lnTo>
                  <a:pt x="84368" y="44195"/>
                </a:lnTo>
                <a:close/>
              </a:path>
              <a:path w="676910" h="76200">
                <a:moveTo>
                  <a:pt x="127254" y="76200"/>
                </a:moveTo>
                <a:lnTo>
                  <a:pt x="84368" y="44195"/>
                </a:lnTo>
                <a:lnTo>
                  <a:pt x="76200" y="44195"/>
                </a:lnTo>
                <a:lnTo>
                  <a:pt x="76200" y="60914"/>
                </a:lnTo>
                <a:lnTo>
                  <a:pt x="12725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46571" y="5990844"/>
            <a:ext cx="767715" cy="76200"/>
          </a:xfrm>
          <a:custGeom>
            <a:avLst/>
            <a:gdLst/>
            <a:ahLst/>
            <a:cxnLst/>
            <a:rect l="l" t="t" r="r" b="b"/>
            <a:pathLst>
              <a:path w="767715" h="76200">
                <a:moveTo>
                  <a:pt x="691133" y="38109"/>
                </a:moveTo>
                <a:lnTo>
                  <a:pt x="682976" y="32004"/>
                </a:lnTo>
                <a:lnTo>
                  <a:pt x="0" y="32004"/>
                </a:lnTo>
                <a:lnTo>
                  <a:pt x="0" y="44195"/>
                </a:lnTo>
                <a:lnTo>
                  <a:pt x="682976" y="44195"/>
                </a:lnTo>
                <a:lnTo>
                  <a:pt x="691133" y="38109"/>
                </a:lnTo>
                <a:close/>
              </a:path>
              <a:path w="767715" h="76200">
                <a:moveTo>
                  <a:pt x="767346" y="38100"/>
                </a:moveTo>
                <a:lnTo>
                  <a:pt x="640079" y="0"/>
                </a:lnTo>
                <a:lnTo>
                  <a:pt x="682976" y="32004"/>
                </a:lnTo>
                <a:lnTo>
                  <a:pt x="691133" y="32004"/>
                </a:lnTo>
                <a:lnTo>
                  <a:pt x="691146" y="38100"/>
                </a:lnTo>
                <a:lnTo>
                  <a:pt x="691146" y="60912"/>
                </a:lnTo>
                <a:lnTo>
                  <a:pt x="767346" y="38100"/>
                </a:lnTo>
                <a:close/>
              </a:path>
              <a:path w="767715" h="76200">
                <a:moveTo>
                  <a:pt x="691133" y="60915"/>
                </a:moveTo>
                <a:lnTo>
                  <a:pt x="691133" y="44195"/>
                </a:lnTo>
                <a:lnTo>
                  <a:pt x="682976" y="44195"/>
                </a:lnTo>
                <a:lnTo>
                  <a:pt x="640079" y="76200"/>
                </a:lnTo>
                <a:lnTo>
                  <a:pt x="691133" y="60915"/>
                </a:lnTo>
                <a:close/>
              </a:path>
              <a:path w="767715" h="76200">
                <a:moveTo>
                  <a:pt x="691146" y="60912"/>
                </a:moveTo>
                <a:lnTo>
                  <a:pt x="691146" y="38100"/>
                </a:lnTo>
                <a:lnTo>
                  <a:pt x="682976" y="44195"/>
                </a:lnTo>
                <a:lnTo>
                  <a:pt x="691133" y="44195"/>
                </a:lnTo>
                <a:lnTo>
                  <a:pt x="691133" y="60915"/>
                </a:lnTo>
                <a:close/>
              </a:path>
              <a:path w="767715" h="76200">
                <a:moveTo>
                  <a:pt x="691133" y="38090"/>
                </a:moveTo>
                <a:lnTo>
                  <a:pt x="691133" y="32004"/>
                </a:lnTo>
                <a:lnTo>
                  <a:pt x="682976" y="32004"/>
                </a:lnTo>
                <a:lnTo>
                  <a:pt x="691133" y="380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69075" y="5813297"/>
            <a:ext cx="735330" cy="76200"/>
          </a:xfrm>
          <a:custGeom>
            <a:avLst/>
            <a:gdLst/>
            <a:ahLst/>
            <a:cxnLst/>
            <a:rect l="l" t="t" r="r" b="b"/>
            <a:pathLst>
              <a:path w="735329" h="76200">
                <a:moveTo>
                  <a:pt x="127266" y="0"/>
                </a:moveTo>
                <a:lnTo>
                  <a:pt x="0" y="38100"/>
                </a:lnTo>
                <a:lnTo>
                  <a:pt x="76200" y="60912"/>
                </a:lnTo>
                <a:lnTo>
                  <a:pt x="76212" y="38090"/>
                </a:lnTo>
                <a:lnTo>
                  <a:pt x="76212" y="31241"/>
                </a:lnTo>
                <a:lnTo>
                  <a:pt x="85392" y="31241"/>
                </a:lnTo>
                <a:lnTo>
                  <a:pt x="127266" y="0"/>
                </a:lnTo>
                <a:close/>
              </a:path>
              <a:path w="735329" h="76200">
                <a:moveTo>
                  <a:pt x="127266" y="76200"/>
                </a:moveTo>
                <a:lnTo>
                  <a:pt x="84370" y="44195"/>
                </a:lnTo>
                <a:lnTo>
                  <a:pt x="76212" y="44195"/>
                </a:lnTo>
                <a:lnTo>
                  <a:pt x="76200" y="38100"/>
                </a:lnTo>
                <a:lnTo>
                  <a:pt x="76212" y="60915"/>
                </a:lnTo>
                <a:lnTo>
                  <a:pt x="76212" y="44195"/>
                </a:lnTo>
                <a:lnTo>
                  <a:pt x="84370" y="44195"/>
                </a:lnTo>
                <a:lnTo>
                  <a:pt x="84370" y="63358"/>
                </a:lnTo>
                <a:lnTo>
                  <a:pt x="127266" y="76200"/>
                </a:lnTo>
                <a:close/>
              </a:path>
              <a:path w="735329" h="76200">
                <a:moveTo>
                  <a:pt x="85392" y="31241"/>
                </a:moveTo>
                <a:lnTo>
                  <a:pt x="76212" y="31241"/>
                </a:lnTo>
                <a:lnTo>
                  <a:pt x="76212" y="38090"/>
                </a:lnTo>
                <a:lnTo>
                  <a:pt x="85392" y="31241"/>
                </a:lnTo>
                <a:close/>
              </a:path>
              <a:path w="735329" h="76200">
                <a:moveTo>
                  <a:pt x="735342" y="44195"/>
                </a:moveTo>
                <a:lnTo>
                  <a:pt x="735342" y="31241"/>
                </a:lnTo>
                <a:lnTo>
                  <a:pt x="85392" y="31241"/>
                </a:lnTo>
                <a:lnTo>
                  <a:pt x="76212" y="38090"/>
                </a:lnTo>
                <a:lnTo>
                  <a:pt x="84370" y="44195"/>
                </a:lnTo>
                <a:lnTo>
                  <a:pt x="735342" y="44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38585" y="4812791"/>
            <a:ext cx="1946275" cy="408940"/>
          </a:xfrm>
          <a:custGeom>
            <a:avLst/>
            <a:gdLst/>
            <a:ahLst/>
            <a:cxnLst/>
            <a:rect l="l" t="t" r="r" b="b"/>
            <a:pathLst>
              <a:path w="1946275" h="408939">
                <a:moveTo>
                  <a:pt x="0" y="0"/>
                </a:moveTo>
                <a:lnTo>
                  <a:pt x="0" y="408432"/>
                </a:lnTo>
                <a:lnTo>
                  <a:pt x="1946148" y="408432"/>
                </a:lnTo>
                <a:lnTo>
                  <a:pt x="1946148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405513" y="4819650"/>
            <a:ext cx="0" cy="394970"/>
          </a:xfrm>
          <a:custGeom>
            <a:avLst/>
            <a:gdLst/>
            <a:ahLst/>
            <a:cxnLst/>
            <a:rect l="l" t="t" r="r" b="b"/>
            <a:pathLst>
              <a:path h="394970">
                <a:moveTo>
                  <a:pt x="0" y="0"/>
                </a:moveTo>
                <a:lnTo>
                  <a:pt x="0" y="39471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17043" y="4806696"/>
            <a:ext cx="0" cy="407670"/>
          </a:xfrm>
          <a:custGeom>
            <a:avLst/>
            <a:gdLst/>
            <a:ahLst/>
            <a:cxnLst/>
            <a:rect l="l" t="t" r="r" b="b"/>
            <a:pathLst>
              <a:path h="407670">
                <a:moveTo>
                  <a:pt x="0" y="0"/>
                </a:moveTo>
                <a:lnTo>
                  <a:pt x="0" y="40766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866517" y="6028944"/>
            <a:ext cx="547370" cy="0"/>
          </a:xfrm>
          <a:custGeom>
            <a:avLst/>
            <a:gdLst/>
            <a:ahLst/>
            <a:cxnLst/>
            <a:rect l="l" t="t" r="r" b="b"/>
            <a:pathLst>
              <a:path w="547370">
                <a:moveTo>
                  <a:pt x="0" y="0"/>
                </a:moveTo>
                <a:lnTo>
                  <a:pt x="547103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426575" y="5022341"/>
            <a:ext cx="0" cy="993775"/>
          </a:xfrm>
          <a:custGeom>
            <a:avLst/>
            <a:gdLst/>
            <a:ahLst/>
            <a:cxnLst/>
            <a:rect l="l" t="t" r="r" b="b"/>
            <a:pathLst>
              <a:path h="993775">
                <a:moveTo>
                  <a:pt x="0" y="993648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88543" y="4970526"/>
            <a:ext cx="2638425" cy="76200"/>
          </a:xfrm>
          <a:custGeom>
            <a:avLst/>
            <a:gdLst/>
            <a:ahLst/>
            <a:cxnLst/>
            <a:rect l="l" t="t" r="r" b="b"/>
            <a:pathLst>
              <a:path w="2638425" h="76200">
                <a:moveTo>
                  <a:pt x="126479" y="0"/>
                </a:moveTo>
                <a:lnTo>
                  <a:pt x="0" y="38100"/>
                </a:lnTo>
                <a:lnTo>
                  <a:pt x="76200" y="61054"/>
                </a:lnTo>
                <a:lnTo>
                  <a:pt x="76200" y="31242"/>
                </a:lnTo>
                <a:lnTo>
                  <a:pt x="85250" y="31242"/>
                </a:lnTo>
                <a:lnTo>
                  <a:pt x="126479" y="0"/>
                </a:lnTo>
                <a:close/>
              </a:path>
              <a:path w="2638425" h="76200">
                <a:moveTo>
                  <a:pt x="85250" y="31242"/>
                </a:moveTo>
                <a:lnTo>
                  <a:pt x="76200" y="31242"/>
                </a:lnTo>
                <a:lnTo>
                  <a:pt x="76200" y="38100"/>
                </a:lnTo>
                <a:lnTo>
                  <a:pt x="85250" y="31242"/>
                </a:lnTo>
                <a:close/>
              </a:path>
              <a:path w="2638425" h="76200">
                <a:moveTo>
                  <a:pt x="2638044" y="44196"/>
                </a:moveTo>
                <a:lnTo>
                  <a:pt x="2638044" y="31242"/>
                </a:lnTo>
                <a:lnTo>
                  <a:pt x="85250" y="31242"/>
                </a:lnTo>
                <a:lnTo>
                  <a:pt x="76200" y="38100"/>
                </a:lnTo>
                <a:lnTo>
                  <a:pt x="84244" y="44196"/>
                </a:lnTo>
                <a:lnTo>
                  <a:pt x="2638044" y="44196"/>
                </a:lnTo>
                <a:close/>
              </a:path>
              <a:path w="2638425" h="76200">
                <a:moveTo>
                  <a:pt x="84244" y="44196"/>
                </a:moveTo>
                <a:lnTo>
                  <a:pt x="76200" y="38100"/>
                </a:lnTo>
                <a:lnTo>
                  <a:pt x="76200" y="44196"/>
                </a:lnTo>
                <a:lnTo>
                  <a:pt x="84244" y="44196"/>
                </a:lnTo>
                <a:close/>
              </a:path>
              <a:path w="2638425" h="76200">
                <a:moveTo>
                  <a:pt x="126479" y="76200"/>
                </a:moveTo>
                <a:lnTo>
                  <a:pt x="84244" y="44196"/>
                </a:lnTo>
                <a:lnTo>
                  <a:pt x="76200" y="44196"/>
                </a:lnTo>
                <a:lnTo>
                  <a:pt x="76200" y="61054"/>
                </a:lnTo>
                <a:lnTo>
                  <a:pt x="126479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81263" y="5851397"/>
            <a:ext cx="530860" cy="0"/>
          </a:xfrm>
          <a:custGeom>
            <a:avLst/>
            <a:gdLst/>
            <a:ahLst/>
            <a:cxnLst/>
            <a:rect l="l" t="t" r="r" b="b"/>
            <a:pathLst>
              <a:path w="530860">
                <a:moveTo>
                  <a:pt x="53035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95741" y="5076444"/>
            <a:ext cx="0" cy="775335"/>
          </a:xfrm>
          <a:custGeom>
            <a:avLst/>
            <a:gdLst/>
            <a:ahLst/>
            <a:cxnLst/>
            <a:rect l="l" t="t" r="r" b="b"/>
            <a:pathLst>
              <a:path h="775335">
                <a:moveTo>
                  <a:pt x="0" y="774953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81263" y="5023865"/>
            <a:ext cx="2947035" cy="76200"/>
          </a:xfrm>
          <a:custGeom>
            <a:avLst/>
            <a:gdLst/>
            <a:ahLst/>
            <a:cxnLst/>
            <a:rect l="l" t="t" r="r" b="b"/>
            <a:pathLst>
              <a:path w="2947035" h="76200">
                <a:moveTo>
                  <a:pt x="2870454" y="38100"/>
                </a:moveTo>
                <a:lnTo>
                  <a:pt x="2862285" y="32004"/>
                </a:lnTo>
                <a:lnTo>
                  <a:pt x="0" y="32004"/>
                </a:lnTo>
                <a:lnTo>
                  <a:pt x="0" y="44958"/>
                </a:lnTo>
                <a:lnTo>
                  <a:pt x="2861264" y="44958"/>
                </a:lnTo>
                <a:lnTo>
                  <a:pt x="2870454" y="38100"/>
                </a:lnTo>
                <a:close/>
              </a:path>
              <a:path w="2947035" h="76200">
                <a:moveTo>
                  <a:pt x="2946654" y="38100"/>
                </a:moveTo>
                <a:lnTo>
                  <a:pt x="2819399" y="0"/>
                </a:lnTo>
                <a:lnTo>
                  <a:pt x="2862285" y="32004"/>
                </a:lnTo>
                <a:lnTo>
                  <a:pt x="2870454" y="32004"/>
                </a:lnTo>
                <a:lnTo>
                  <a:pt x="2870454" y="60914"/>
                </a:lnTo>
                <a:lnTo>
                  <a:pt x="2946654" y="38100"/>
                </a:lnTo>
                <a:close/>
              </a:path>
              <a:path w="2947035" h="76200">
                <a:moveTo>
                  <a:pt x="2870454" y="60914"/>
                </a:moveTo>
                <a:lnTo>
                  <a:pt x="2870454" y="44958"/>
                </a:lnTo>
                <a:lnTo>
                  <a:pt x="2861264" y="44958"/>
                </a:lnTo>
                <a:lnTo>
                  <a:pt x="2819399" y="76200"/>
                </a:lnTo>
                <a:lnTo>
                  <a:pt x="2870454" y="60914"/>
                </a:lnTo>
                <a:close/>
              </a:path>
              <a:path w="2947035" h="76200">
                <a:moveTo>
                  <a:pt x="2870454" y="44958"/>
                </a:moveTo>
                <a:lnTo>
                  <a:pt x="2870454" y="38100"/>
                </a:lnTo>
                <a:lnTo>
                  <a:pt x="2861264" y="44958"/>
                </a:lnTo>
                <a:lnTo>
                  <a:pt x="2870454" y="44958"/>
                </a:lnTo>
                <a:close/>
              </a:path>
              <a:path w="2947035" h="76200">
                <a:moveTo>
                  <a:pt x="2870454" y="38100"/>
                </a:moveTo>
                <a:lnTo>
                  <a:pt x="2870454" y="32004"/>
                </a:lnTo>
                <a:lnTo>
                  <a:pt x="2862285" y="32004"/>
                </a:lnTo>
                <a:lnTo>
                  <a:pt x="2870454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21543" y="4875276"/>
            <a:ext cx="706755" cy="76200"/>
          </a:xfrm>
          <a:custGeom>
            <a:avLst/>
            <a:gdLst/>
            <a:ahLst/>
            <a:cxnLst/>
            <a:rect l="l" t="t" r="r" b="b"/>
            <a:pathLst>
              <a:path w="706754" h="76200">
                <a:moveTo>
                  <a:pt x="630174" y="38100"/>
                </a:moveTo>
                <a:lnTo>
                  <a:pt x="620984" y="31242"/>
                </a:lnTo>
                <a:lnTo>
                  <a:pt x="0" y="31242"/>
                </a:lnTo>
                <a:lnTo>
                  <a:pt x="0" y="44196"/>
                </a:lnTo>
                <a:lnTo>
                  <a:pt x="622005" y="44196"/>
                </a:lnTo>
                <a:lnTo>
                  <a:pt x="630174" y="38100"/>
                </a:lnTo>
                <a:close/>
              </a:path>
              <a:path w="706754" h="76200">
                <a:moveTo>
                  <a:pt x="706374" y="38100"/>
                </a:moveTo>
                <a:lnTo>
                  <a:pt x="579119" y="0"/>
                </a:lnTo>
                <a:lnTo>
                  <a:pt x="620984" y="31242"/>
                </a:lnTo>
                <a:lnTo>
                  <a:pt x="630174" y="31242"/>
                </a:lnTo>
                <a:lnTo>
                  <a:pt x="630174" y="60914"/>
                </a:lnTo>
                <a:lnTo>
                  <a:pt x="706374" y="38100"/>
                </a:lnTo>
                <a:close/>
              </a:path>
              <a:path w="706754" h="76200">
                <a:moveTo>
                  <a:pt x="630174" y="60914"/>
                </a:moveTo>
                <a:lnTo>
                  <a:pt x="630174" y="44196"/>
                </a:lnTo>
                <a:lnTo>
                  <a:pt x="622005" y="44196"/>
                </a:lnTo>
                <a:lnTo>
                  <a:pt x="579119" y="76200"/>
                </a:lnTo>
                <a:lnTo>
                  <a:pt x="630174" y="60914"/>
                </a:lnTo>
                <a:close/>
              </a:path>
              <a:path w="706754" h="76200">
                <a:moveTo>
                  <a:pt x="630174" y="38100"/>
                </a:moveTo>
                <a:lnTo>
                  <a:pt x="630174" y="31242"/>
                </a:lnTo>
                <a:lnTo>
                  <a:pt x="620984" y="31242"/>
                </a:lnTo>
                <a:lnTo>
                  <a:pt x="630174" y="38100"/>
                </a:lnTo>
                <a:close/>
              </a:path>
              <a:path w="706754" h="76200">
                <a:moveTo>
                  <a:pt x="630174" y="44196"/>
                </a:moveTo>
                <a:lnTo>
                  <a:pt x="630174" y="38100"/>
                </a:lnTo>
                <a:lnTo>
                  <a:pt x="622005" y="44196"/>
                </a:lnTo>
                <a:lnTo>
                  <a:pt x="630174" y="441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08877" y="5089397"/>
            <a:ext cx="0" cy="371475"/>
          </a:xfrm>
          <a:custGeom>
            <a:avLst/>
            <a:gdLst/>
            <a:ahLst/>
            <a:cxnLst/>
            <a:rect l="l" t="t" r="r" b="b"/>
            <a:pathLst>
              <a:path h="371475">
                <a:moveTo>
                  <a:pt x="0" y="0"/>
                </a:moveTo>
                <a:lnTo>
                  <a:pt x="0" y="37109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838841" y="5457444"/>
            <a:ext cx="2686050" cy="0"/>
          </a:xfrm>
          <a:custGeom>
            <a:avLst/>
            <a:gdLst/>
            <a:ahLst/>
            <a:cxnLst/>
            <a:rect l="l" t="t" r="r" b="b"/>
            <a:pathLst>
              <a:path w="2686050">
                <a:moveTo>
                  <a:pt x="0" y="0"/>
                </a:moveTo>
                <a:lnTo>
                  <a:pt x="268604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803789" y="5457444"/>
            <a:ext cx="76200" cy="285750"/>
          </a:xfrm>
          <a:custGeom>
            <a:avLst/>
            <a:gdLst/>
            <a:ahLst/>
            <a:cxnLst/>
            <a:rect l="l" t="t" r="r" b="b"/>
            <a:pathLst>
              <a:path w="76200" h="285750">
                <a:moveTo>
                  <a:pt x="38100" y="209550"/>
                </a:moveTo>
                <a:lnTo>
                  <a:pt x="0" y="158495"/>
                </a:lnTo>
                <a:lnTo>
                  <a:pt x="32003" y="265388"/>
                </a:lnTo>
                <a:lnTo>
                  <a:pt x="32003" y="209550"/>
                </a:lnTo>
                <a:lnTo>
                  <a:pt x="38100" y="209550"/>
                </a:lnTo>
                <a:close/>
              </a:path>
              <a:path w="76200" h="285750">
                <a:moveTo>
                  <a:pt x="44195" y="201381"/>
                </a:moveTo>
                <a:lnTo>
                  <a:pt x="44195" y="0"/>
                </a:lnTo>
                <a:lnTo>
                  <a:pt x="32003" y="0"/>
                </a:lnTo>
                <a:lnTo>
                  <a:pt x="32003" y="201381"/>
                </a:lnTo>
                <a:lnTo>
                  <a:pt x="38100" y="209550"/>
                </a:lnTo>
                <a:lnTo>
                  <a:pt x="44195" y="201381"/>
                </a:lnTo>
                <a:close/>
              </a:path>
              <a:path w="76200" h="285750">
                <a:moveTo>
                  <a:pt x="44195" y="265389"/>
                </a:moveTo>
                <a:lnTo>
                  <a:pt x="44195" y="209550"/>
                </a:lnTo>
                <a:lnTo>
                  <a:pt x="32003" y="209550"/>
                </a:lnTo>
                <a:lnTo>
                  <a:pt x="32003" y="265388"/>
                </a:lnTo>
                <a:lnTo>
                  <a:pt x="38100" y="285750"/>
                </a:lnTo>
                <a:lnTo>
                  <a:pt x="44195" y="265389"/>
                </a:lnTo>
                <a:close/>
              </a:path>
              <a:path w="76200" h="285750">
                <a:moveTo>
                  <a:pt x="76200" y="158495"/>
                </a:moveTo>
                <a:lnTo>
                  <a:pt x="38100" y="209550"/>
                </a:lnTo>
                <a:lnTo>
                  <a:pt x="44195" y="209550"/>
                </a:lnTo>
                <a:lnTo>
                  <a:pt x="44195" y="265389"/>
                </a:lnTo>
                <a:lnTo>
                  <a:pt x="76200" y="1584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08333" y="5076444"/>
            <a:ext cx="0" cy="302260"/>
          </a:xfrm>
          <a:custGeom>
            <a:avLst/>
            <a:gdLst/>
            <a:ahLst/>
            <a:cxnLst/>
            <a:rect l="l" t="t" r="r" b="b"/>
            <a:pathLst>
              <a:path h="302260">
                <a:moveTo>
                  <a:pt x="0" y="0"/>
                </a:moveTo>
                <a:lnTo>
                  <a:pt x="0" y="30175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08333" y="5375147"/>
            <a:ext cx="2683510" cy="0"/>
          </a:xfrm>
          <a:custGeom>
            <a:avLst/>
            <a:gdLst/>
            <a:ahLst/>
            <a:cxnLst/>
            <a:rect l="l" t="t" r="r" b="b"/>
            <a:pathLst>
              <a:path w="2683509">
                <a:moveTo>
                  <a:pt x="0" y="0"/>
                </a:moveTo>
                <a:lnTo>
                  <a:pt x="268298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767701" y="5375147"/>
            <a:ext cx="76200" cy="341630"/>
          </a:xfrm>
          <a:custGeom>
            <a:avLst/>
            <a:gdLst/>
            <a:ahLst/>
            <a:cxnLst/>
            <a:rect l="l" t="t" r="r" b="b"/>
            <a:pathLst>
              <a:path w="76200" h="341629">
                <a:moveTo>
                  <a:pt x="38100" y="265175"/>
                </a:moveTo>
                <a:lnTo>
                  <a:pt x="0" y="214122"/>
                </a:lnTo>
                <a:lnTo>
                  <a:pt x="32004" y="321017"/>
                </a:lnTo>
                <a:lnTo>
                  <a:pt x="32004" y="265175"/>
                </a:lnTo>
                <a:lnTo>
                  <a:pt x="38100" y="265175"/>
                </a:lnTo>
                <a:close/>
              </a:path>
              <a:path w="76200" h="341629">
                <a:moveTo>
                  <a:pt x="44196" y="257007"/>
                </a:moveTo>
                <a:lnTo>
                  <a:pt x="44196" y="0"/>
                </a:lnTo>
                <a:lnTo>
                  <a:pt x="32004" y="0"/>
                </a:lnTo>
                <a:lnTo>
                  <a:pt x="32004" y="257008"/>
                </a:lnTo>
                <a:lnTo>
                  <a:pt x="38100" y="265175"/>
                </a:lnTo>
                <a:lnTo>
                  <a:pt x="44196" y="257007"/>
                </a:lnTo>
                <a:close/>
              </a:path>
              <a:path w="76200" h="341629">
                <a:moveTo>
                  <a:pt x="44196" y="321015"/>
                </a:moveTo>
                <a:lnTo>
                  <a:pt x="44196" y="265175"/>
                </a:lnTo>
                <a:lnTo>
                  <a:pt x="32004" y="265175"/>
                </a:lnTo>
                <a:lnTo>
                  <a:pt x="32004" y="321017"/>
                </a:lnTo>
                <a:lnTo>
                  <a:pt x="38100" y="341375"/>
                </a:lnTo>
                <a:lnTo>
                  <a:pt x="44196" y="321015"/>
                </a:lnTo>
                <a:close/>
              </a:path>
              <a:path w="76200" h="341629">
                <a:moveTo>
                  <a:pt x="76200" y="214122"/>
                </a:moveTo>
                <a:lnTo>
                  <a:pt x="38100" y="265175"/>
                </a:lnTo>
                <a:lnTo>
                  <a:pt x="44196" y="265175"/>
                </a:lnTo>
                <a:lnTo>
                  <a:pt x="44196" y="321015"/>
                </a:lnTo>
                <a:lnTo>
                  <a:pt x="76200" y="214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038485" y="5593841"/>
            <a:ext cx="0" cy="235585"/>
          </a:xfrm>
          <a:custGeom>
            <a:avLst/>
            <a:gdLst/>
            <a:ahLst/>
            <a:cxnLst/>
            <a:rect l="l" t="t" r="r" b="b"/>
            <a:pathLst>
              <a:path h="235585">
                <a:moveTo>
                  <a:pt x="0" y="235458"/>
                </a:moveTo>
                <a:lnTo>
                  <a:pt x="0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040009" y="5599176"/>
            <a:ext cx="3337560" cy="0"/>
          </a:xfrm>
          <a:custGeom>
            <a:avLst/>
            <a:gdLst/>
            <a:ahLst/>
            <a:cxnLst/>
            <a:rect l="l" t="t" r="r" b="b"/>
            <a:pathLst>
              <a:path w="3337559">
                <a:moveTo>
                  <a:pt x="0" y="0"/>
                </a:moveTo>
                <a:lnTo>
                  <a:pt x="3337559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331836" y="5593841"/>
            <a:ext cx="75565" cy="128905"/>
          </a:xfrm>
          <a:custGeom>
            <a:avLst/>
            <a:gdLst/>
            <a:ahLst/>
            <a:cxnLst/>
            <a:rect l="l" t="t" r="r" b="b"/>
            <a:pathLst>
              <a:path w="75565" h="128904">
                <a:moveTo>
                  <a:pt x="42684" y="123680"/>
                </a:moveTo>
                <a:lnTo>
                  <a:pt x="42684" y="65532"/>
                </a:lnTo>
                <a:lnTo>
                  <a:pt x="41910" y="68580"/>
                </a:lnTo>
                <a:lnTo>
                  <a:pt x="38100" y="70104"/>
                </a:lnTo>
                <a:lnTo>
                  <a:pt x="35052" y="68580"/>
                </a:lnTo>
                <a:lnTo>
                  <a:pt x="33540" y="65532"/>
                </a:lnTo>
                <a:lnTo>
                  <a:pt x="33055" y="52766"/>
                </a:lnTo>
                <a:lnTo>
                  <a:pt x="0" y="54102"/>
                </a:lnTo>
                <a:lnTo>
                  <a:pt x="40386" y="128778"/>
                </a:lnTo>
                <a:lnTo>
                  <a:pt x="42684" y="123680"/>
                </a:lnTo>
                <a:close/>
              </a:path>
              <a:path w="75565" h="128904">
                <a:moveTo>
                  <a:pt x="42189" y="52397"/>
                </a:moveTo>
                <a:lnTo>
                  <a:pt x="40386" y="4572"/>
                </a:lnTo>
                <a:lnTo>
                  <a:pt x="38862" y="1524"/>
                </a:lnTo>
                <a:lnTo>
                  <a:pt x="35814" y="0"/>
                </a:lnTo>
                <a:lnTo>
                  <a:pt x="32016" y="1524"/>
                </a:lnTo>
                <a:lnTo>
                  <a:pt x="31254" y="5334"/>
                </a:lnTo>
                <a:lnTo>
                  <a:pt x="33055" y="52766"/>
                </a:lnTo>
                <a:lnTo>
                  <a:pt x="42189" y="52397"/>
                </a:lnTo>
                <a:close/>
              </a:path>
              <a:path w="75565" h="128904">
                <a:moveTo>
                  <a:pt x="42684" y="65532"/>
                </a:moveTo>
                <a:lnTo>
                  <a:pt x="42189" y="52397"/>
                </a:lnTo>
                <a:lnTo>
                  <a:pt x="33055" y="52766"/>
                </a:lnTo>
                <a:lnTo>
                  <a:pt x="33540" y="65532"/>
                </a:lnTo>
                <a:lnTo>
                  <a:pt x="35052" y="68580"/>
                </a:lnTo>
                <a:lnTo>
                  <a:pt x="38100" y="70104"/>
                </a:lnTo>
                <a:lnTo>
                  <a:pt x="41910" y="68580"/>
                </a:lnTo>
                <a:lnTo>
                  <a:pt x="42684" y="65532"/>
                </a:lnTo>
                <a:close/>
              </a:path>
              <a:path w="75565" h="128904">
                <a:moveTo>
                  <a:pt x="75438" y="51054"/>
                </a:moveTo>
                <a:lnTo>
                  <a:pt x="42189" y="52397"/>
                </a:lnTo>
                <a:lnTo>
                  <a:pt x="42684" y="65532"/>
                </a:lnTo>
                <a:lnTo>
                  <a:pt x="42684" y="123680"/>
                </a:lnTo>
                <a:lnTo>
                  <a:pt x="75438" y="51054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388225" y="6111240"/>
            <a:ext cx="1905" cy="175260"/>
          </a:xfrm>
          <a:custGeom>
            <a:avLst/>
            <a:gdLst/>
            <a:ahLst/>
            <a:cxnLst/>
            <a:rect l="l" t="t" r="r" b="b"/>
            <a:pathLst>
              <a:path w="1904" h="175260">
                <a:moveTo>
                  <a:pt x="1524" y="0"/>
                </a:moveTo>
                <a:lnTo>
                  <a:pt x="0" y="17526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33913" y="6288023"/>
            <a:ext cx="3359150" cy="0"/>
          </a:xfrm>
          <a:custGeom>
            <a:avLst/>
            <a:gdLst/>
            <a:ahLst/>
            <a:cxnLst/>
            <a:rect l="l" t="t" r="r" b="b"/>
            <a:pathLst>
              <a:path w="3359150">
                <a:moveTo>
                  <a:pt x="335888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CC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988193" y="6163817"/>
            <a:ext cx="76200" cy="124460"/>
          </a:xfrm>
          <a:custGeom>
            <a:avLst/>
            <a:gdLst/>
            <a:ahLst/>
            <a:cxnLst/>
            <a:rect l="l" t="t" r="r" b="b"/>
            <a:pathLst>
              <a:path w="76200" h="124460">
                <a:moveTo>
                  <a:pt x="76200" y="73914"/>
                </a:moveTo>
                <a:lnTo>
                  <a:pt x="32765" y="0"/>
                </a:lnTo>
                <a:lnTo>
                  <a:pt x="0" y="78486"/>
                </a:lnTo>
                <a:lnTo>
                  <a:pt x="32765" y="76520"/>
                </a:lnTo>
                <a:lnTo>
                  <a:pt x="32765" y="64008"/>
                </a:lnTo>
                <a:lnTo>
                  <a:pt x="33527" y="60198"/>
                </a:lnTo>
                <a:lnTo>
                  <a:pt x="37337" y="58674"/>
                </a:lnTo>
                <a:lnTo>
                  <a:pt x="40386" y="60198"/>
                </a:lnTo>
                <a:lnTo>
                  <a:pt x="41910" y="63246"/>
                </a:lnTo>
                <a:lnTo>
                  <a:pt x="42778" y="75919"/>
                </a:lnTo>
                <a:lnTo>
                  <a:pt x="76200" y="73914"/>
                </a:lnTo>
                <a:close/>
              </a:path>
              <a:path w="76200" h="124460">
                <a:moveTo>
                  <a:pt x="42778" y="75919"/>
                </a:moveTo>
                <a:lnTo>
                  <a:pt x="41910" y="63246"/>
                </a:lnTo>
                <a:lnTo>
                  <a:pt x="40386" y="60198"/>
                </a:lnTo>
                <a:lnTo>
                  <a:pt x="37337" y="58674"/>
                </a:lnTo>
                <a:lnTo>
                  <a:pt x="33527" y="60198"/>
                </a:lnTo>
                <a:lnTo>
                  <a:pt x="32765" y="64008"/>
                </a:lnTo>
                <a:lnTo>
                  <a:pt x="33619" y="76468"/>
                </a:lnTo>
                <a:lnTo>
                  <a:pt x="42778" y="75919"/>
                </a:lnTo>
                <a:close/>
              </a:path>
              <a:path w="76200" h="124460">
                <a:moveTo>
                  <a:pt x="33619" y="76468"/>
                </a:moveTo>
                <a:lnTo>
                  <a:pt x="32765" y="64008"/>
                </a:lnTo>
                <a:lnTo>
                  <a:pt x="32765" y="76520"/>
                </a:lnTo>
                <a:lnTo>
                  <a:pt x="33619" y="76468"/>
                </a:lnTo>
                <a:close/>
              </a:path>
              <a:path w="76200" h="124460">
                <a:moveTo>
                  <a:pt x="45719" y="118872"/>
                </a:moveTo>
                <a:lnTo>
                  <a:pt x="42778" y="75919"/>
                </a:lnTo>
                <a:lnTo>
                  <a:pt x="33619" y="76468"/>
                </a:lnTo>
                <a:lnTo>
                  <a:pt x="36575" y="119634"/>
                </a:lnTo>
                <a:lnTo>
                  <a:pt x="38100" y="122682"/>
                </a:lnTo>
                <a:lnTo>
                  <a:pt x="41148" y="124206"/>
                </a:lnTo>
                <a:lnTo>
                  <a:pt x="44958" y="122682"/>
                </a:lnTo>
                <a:lnTo>
                  <a:pt x="45719" y="118872"/>
                </a:lnTo>
                <a:close/>
              </a:path>
            </a:pathLst>
          </a:custGeom>
          <a:solidFill>
            <a:srgbClr val="CC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100951" y="5690615"/>
            <a:ext cx="2026920" cy="4274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214498" y="4595621"/>
            <a:ext cx="4063365" cy="231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005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head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node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850">
              <a:latin typeface="Times New Roman"/>
              <a:cs typeface="Times New Roman"/>
            </a:endParaRPr>
          </a:p>
          <a:p>
            <a:pPr marR="332740" algn="r">
              <a:lnSpc>
                <a:spcPts val="2825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(1)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635"/>
              </a:lnSpc>
              <a:tabLst>
                <a:tab pos="706755" algn="l"/>
              </a:tabLst>
            </a:pPr>
            <a:r>
              <a:rPr sz="2400" spc="-5" dirty="0">
                <a:latin typeface="Arial"/>
                <a:cs typeface="Arial"/>
              </a:rPr>
              <a:t>llink	item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rlink</a:t>
            </a:r>
            <a:endParaRPr sz="2400">
              <a:latin typeface="Arial"/>
              <a:cs typeface="Arial"/>
            </a:endParaRPr>
          </a:p>
          <a:p>
            <a:pPr marR="332740" algn="r">
              <a:lnSpc>
                <a:spcPts val="2690"/>
              </a:lnSpc>
            </a:pPr>
            <a:r>
              <a:rPr sz="2400" spc="-5" dirty="0">
                <a:solidFill>
                  <a:srgbClr val="6500FF"/>
                </a:solidFill>
                <a:latin typeface="Arial"/>
                <a:cs typeface="Arial"/>
              </a:rPr>
              <a:t>(2)</a:t>
            </a:r>
            <a:endParaRPr sz="2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890"/>
              </a:spcBef>
            </a:pPr>
            <a:r>
              <a:rPr sz="2400" spc="-5" dirty="0">
                <a:solidFill>
                  <a:srgbClr val="5490A8"/>
                </a:solidFill>
                <a:latin typeface="Arial"/>
                <a:cs typeface="Arial"/>
              </a:rPr>
              <a:t>Node</a:t>
            </a:r>
            <a:r>
              <a:rPr sz="2400" spc="-85" dirty="0">
                <a:solidFill>
                  <a:srgbClr val="5490A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490A8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215">
              <a:lnSpc>
                <a:spcPct val="100000"/>
              </a:lnSpc>
            </a:pPr>
            <a:r>
              <a:rPr spc="-5" dirty="0"/>
              <a:t>Deletion</a:t>
            </a:r>
          </a:p>
        </p:txBody>
      </p:sp>
      <p:sp>
        <p:nvSpPr>
          <p:cNvPr id="59" name="object 5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3358</Words>
  <Application>Microsoft Office PowerPoint</Application>
  <PresentationFormat>Custom</PresentationFormat>
  <Paragraphs>1025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新細明體</vt:lpstr>
      <vt:lpstr>新細明體</vt:lpstr>
      <vt:lpstr>Arial</vt:lpstr>
      <vt:lpstr>Arial Narrow</vt:lpstr>
      <vt:lpstr>Calibri</vt:lpstr>
      <vt:lpstr>Comic Sans MS</vt:lpstr>
      <vt:lpstr>Courier New</vt:lpstr>
      <vt:lpstr>Symbol</vt:lpstr>
      <vt:lpstr>Times New Roman</vt:lpstr>
      <vt:lpstr>Office Theme</vt:lpstr>
      <vt:lpstr>Linked Lists</vt:lpstr>
      <vt:lpstr>Introduction</vt:lpstr>
      <vt:lpstr>Singly Linked Lists</vt:lpstr>
      <vt:lpstr>Insertion</vt:lpstr>
      <vt:lpstr>Deletion</vt:lpstr>
      <vt:lpstr>Defining a List Node in C++</vt:lpstr>
      <vt:lpstr>Designing a List in C++</vt:lpstr>
      <vt:lpstr>Designing a List in C++ (contd.)</vt:lpstr>
      <vt:lpstr>Designing a List in C++ (contd.)</vt:lpstr>
      <vt:lpstr>Program 4.1: Composite Classes</vt:lpstr>
      <vt:lpstr>Program 4.1: Composite Classes</vt:lpstr>
      <vt:lpstr>Program 4.2: Nested Classes</vt:lpstr>
      <vt:lpstr>Program 4.2: Nested Classes (contd.)</vt:lpstr>
      <vt:lpstr>Pointer Manipulation in C++</vt:lpstr>
      <vt:lpstr>Program 4.3:Create a Two-Node</vt:lpstr>
      <vt:lpstr>List Insertion</vt:lpstr>
      <vt:lpstr>List Deletion</vt:lpstr>
      <vt:lpstr>List Iterator</vt:lpstr>
      <vt:lpstr>Program 4.8: Template of Linked</vt:lpstr>
      <vt:lpstr>Program 4.8: Template of Linked</vt:lpstr>
      <vt:lpstr>Program 4.11: Attaching a Node to</vt:lpstr>
      <vt:lpstr>Program 4.12: Inverting a list</vt:lpstr>
      <vt:lpstr>Program 4.13: Concatenating Two</vt:lpstr>
      <vt:lpstr>List Destructor</vt:lpstr>
      <vt:lpstr>Diagram of a Circular List</vt:lpstr>
      <vt:lpstr>Linked Stacks and Queues</vt:lpstr>
      <vt:lpstr>Revisit Polynomials</vt:lpstr>
      <vt:lpstr>Program 4.20: Polynomial Class</vt:lpstr>
      <vt:lpstr>Operating on Polynomials</vt:lpstr>
      <vt:lpstr>Operating on Polynomials</vt:lpstr>
      <vt:lpstr>Operating on Polynomials</vt:lpstr>
      <vt:lpstr>Free Pool</vt:lpstr>
      <vt:lpstr>Program 4.25 with some modifications  template &lt;class KeyType&gt;</vt:lpstr>
      <vt:lpstr>Program 4.23:</vt:lpstr>
      <vt:lpstr>Program 4.24:  template &lt;class  void</vt:lpstr>
      <vt:lpstr>Head Node</vt:lpstr>
      <vt:lpstr>Equivalence Relations</vt:lpstr>
      <vt:lpstr>Examples</vt:lpstr>
      <vt:lpstr>Examples (contd.)</vt:lpstr>
      <vt:lpstr>A Rough Algorithm to Find</vt:lpstr>
      <vt:lpstr>PowerPoint Presentation</vt:lpstr>
      <vt:lpstr>Lists after pairs have been input</vt:lpstr>
      <vt:lpstr>43 Program 4.29:  enum Boolean {</vt:lpstr>
      <vt:lpstr>PowerPoint Presentation</vt:lpstr>
      <vt:lpstr>// Phase</vt:lpstr>
      <vt:lpstr>PowerPoint Presentation</vt:lpstr>
      <vt:lpstr>for( i =  while(</vt:lpstr>
      <vt:lpstr>Sparse Matrices</vt:lpstr>
      <vt:lpstr>Revisit Sparse Matrices</vt:lpstr>
      <vt:lpstr>Linked Representation of A Sparse</vt:lpstr>
      <vt:lpstr>program 4.30:</vt:lpstr>
      <vt:lpstr>PowerPoint Presentation</vt:lpstr>
      <vt:lpstr>PowerPoint Presentation</vt:lpstr>
      <vt:lpstr>Doubly Linked List</vt:lpstr>
      <vt:lpstr>PowerPoint Presentation</vt:lpstr>
      <vt:lpstr>Doubly Linked List (contd.)</vt:lpstr>
      <vt:lpstr>PowerPoint Presentation</vt:lpstr>
      <vt:lpstr>Insertion</vt:lpstr>
      <vt:lpstr>Deletion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chapter04.ppt</dc:title>
  <dc:creator>void</dc:creator>
  <cp:lastModifiedBy>Ondra</cp:lastModifiedBy>
  <cp:revision>5</cp:revision>
  <dcterms:created xsi:type="dcterms:W3CDTF">2017-09-19T03:08:50Z</dcterms:created>
  <dcterms:modified xsi:type="dcterms:W3CDTF">2017-10-07T07:44:56Z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2006-10-19T00:00:00Z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2017-09-19T00:00:00Z</vt:filetime>
  </property>
</Properties>
</file>