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3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827" y="1055623"/>
            <a:ext cx="8873744" cy="620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6452" y="2364994"/>
            <a:ext cx="7000494" cy="273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047" y="1907794"/>
            <a:ext cx="3549015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00" b="1" spc="-5" dirty="0">
                <a:latin typeface="Times New Roman"/>
                <a:cs typeface="Times New Roman"/>
              </a:rPr>
              <a:t>Basic</a:t>
            </a:r>
            <a:r>
              <a:rPr sz="4400" b="1" spc="-45" dirty="0">
                <a:latin typeface="Times New Roman"/>
                <a:cs typeface="Times New Roman"/>
              </a:rPr>
              <a:t> </a:t>
            </a:r>
            <a:r>
              <a:rPr sz="4400" b="1" spc="-5" dirty="0">
                <a:latin typeface="Times New Roman"/>
                <a:cs typeface="Times New Roman"/>
              </a:rPr>
              <a:t>Concepts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66770" y="4269994"/>
            <a:ext cx="4549775" cy="1686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0" dirty="0" smtClean="0">
                <a:latin typeface="Arial"/>
                <a:cs typeface="Arial"/>
              </a:rPr>
              <a:t>Peng, Sheng-Lung</a:t>
            </a:r>
          </a:p>
          <a:p>
            <a:pPr algn="ctr">
              <a:lnSpc>
                <a:spcPct val="100000"/>
              </a:lnSpc>
            </a:pPr>
            <a:r>
              <a:rPr lang="en-US" altLang="zh-TW" sz="2000" spc="-10" dirty="0" smtClean="0">
                <a:latin typeface="Arial"/>
                <a:cs typeface="Arial"/>
              </a:rPr>
              <a:t>&amp;</a:t>
            </a:r>
            <a:r>
              <a:rPr lang="zh-TW" altLang="en-US" sz="2000" spc="-10" dirty="0" smtClean="0">
                <a:latin typeface="Arial"/>
                <a:cs typeface="Arial"/>
              </a:rPr>
              <a:t> </a:t>
            </a:r>
            <a:r>
              <a:rPr lang="en-US" sz="2000" spc="-10" dirty="0" err="1" smtClean="0">
                <a:latin typeface="Arial"/>
                <a:cs typeface="Arial"/>
              </a:rPr>
              <a:t>Ond</a:t>
            </a:r>
            <a:r>
              <a:rPr lang="cs-CZ" sz="2000" spc="-10" dirty="0" smtClean="0">
                <a:latin typeface="Arial"/>
                <a:cs typeface="Arial"/>
              </a:rPr>
              <a:t>řej Navrátil</a:t>
            </a:r>
            <a:endParaRPr sz="2000" dirty="0">
              <a:latin typeface="Arial"/>
              <a:cs typeface="Arial"/>
            </a:endParaRPr>
          </a:p>
          <a:p>
            <a:pPr marL="12700" marR="5080" algn="ctr">
              <a:lnSpc>
                <a:spcPct val="1198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Department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Computer Science  National </a:t>
            </a:r>
            <a:r>
              <a:rPr lang="en-US" sz="2400" spc="-5" dirty="0" smtClean="0">
                <a:latin typeface="Arial"/>
                <a:cs typeface="Arial"/>
              </a:rPr>
              <a:t>Dong Hwa </a:t>
            </a:r>
            <a:r>
              <a:rPr sz="2400" spc="-5" dirty="0" smtClean="0">
                <a:latin typeface="Arial"/>
                <a:cs typeface="Arial"/>
              </a:rPr>
              <a:t>University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Basic</a:t>
            </a:r>
            <a:r>
              <a:rPr spc="-85" dirty="0"/>
              <a:t> </a:t>
            </a:r>
            <a:r>
              <a:rPr spc="-5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94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>
                <a:solidFill>
                  <a:srgbClr val="FF3300"/>
                </a:solidFill>
              </a:rPr>
              <a:t>System Life</a:t>
            </a:r>
            <a:r>
              <a:rPr spc="-50" dirty="0">
                <a:solidFill>
                  <a:srgbClr val="FF3300"/>
                </a:solidFill>
              </a:rPr>
              <a:t> </a:t>
            </a:r>
            <a:r>
              <a:rPr spc="-5" dirty="0">
                <a:solidFill>
                  <a:srgbClr val="FF3300"/>
                </a:solidFill>
              </a:rPr>
              <a:t>Cycle</a:t>
            </a:r>
          </a:p>
          <a:p>
            <a:pPr marL="53594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Data </a:t>
            </a:r>
            <a:r>
              <a:rPr spc="-10" dirty="0"/>
              <a:t>Abstraction </a:t>
            </a:r>
            <a:r>
              <a:rPr spc="-5" dirty="0"/>
              <a:t>and </a:t>
            </a:r>
            <a:r>
              <a:rPr spc="-10" dirty="0"/>
              <a:t>Encapsulation</a:t>
            </a:r>
          </a:p>
          <a:p>
            <a:pPr marL="53594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Algorithm</a:t>
            </a:r>
            <a:r>
              <a:rPr spc="-15" dirty="0"/>
              <a:t> </a:t>
            </a:r>
            <a:r>
              <a:rPr spc="-10" dirty="0"/>
              <a:t>Specification</a:t>
            </a:r>
          </a:p>
          <a:p>
            <a:pPr marL="535940" marR="1718945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Performance Analysis and  Measurement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Overview: System Life</a:t>
            </a:r>
            <a:r>
              <a:rPr spc="-60" dirty="0"/>
              <a:t> </a:t>
            </a:r>
            <a:r>
              <a:rPr spc="-5" dirty="0"/>
              <a:t>Cycle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6544945" cy="3829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Requirements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32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Bottom-up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Top-down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Data </a:t>
            </a:r>
            <a:r>
              <a:rPr sz="2800" dirty="0">
                <a:latin typeface="Arial"/>
                <a:cs typeface="Arial"/>
              </a:rPr>
              <a:t>objects: abstract data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2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Operations: specification &amp; design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  algorithms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Overview: System Life Cycle</a:t>
            </a:r>
            <a:r>
              <a:rPr spc="-4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98409" cy="450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Refinement </a:t>
            </a:r>
            <a:r>
              <a:rPr sz="3200" spc="-5" dirty="0">
                <a:latin typeface="Arial"/>
                <a:cs typeface="Arial"/>
              </a:rPr>
              <a:t>&amp;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Coding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Choose representations for data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objects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Write algorithms for each operation 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  objects</a:t>
            </a:r>
            <a:endParaRPr sz="2800">
              <a:latin typeface="Arial"/>
              <a:cs typeface="Arial"/>
            </a:endParaRPr>
          </a:p>
          <a:p>
            <a:pPr marL="467995" indent="-455295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467995" algn="l"/>
                <a:tab pos="468630" algn="l"/>
              </a:tabLst>
            </a:pPr>
            <a:r>
              <a:rPr sz="3200" spc="-10" dirty="0">
                <a:latin typeface="Arial"/>
                <a:cs typeface="Arial"/>
              </a:rPr>
              <a:t>Verification</a:t>
            </a:r>
            <a:endParaRPr sz="3200">
              <a:latin typeface="Arial"/>
              <a:cs typeface="Arial"/>
            </a:endParaRPr>
          </a:p>
          <a:p>
            <a:pPr marL="755650" marR="1035685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Correctness proofs: selecting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proved  algorithms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Testing: correctness &amp;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efficiency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Error </a:t>
            </a:r>
            <a:r>
              <a:rPr sz="2800" dirty="0">
                <a:latin typeface="Arial"/>
                <a:cs typeface="Arial"/>
              </a:rPr>
              <a:t>removal: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well-documented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dirty="0"/>
              <a:t>Evaluative Judgments about</a:t>
            </a:r>
            <a:r>
              <a:rPr sz="3600" spc="-70" dirty="0"/>
              <a:t> </a:t>
            </a:r>
            <a:r>
              <a:rPr sz="3600" spc="-5" dirty="0"/>
              <a:t>Programs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976745" cy="4001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Meet the </a:t>
            </a:r>
            <a:r>
              <a:rPr sz="3200" spc="-10" dirty="0">
                <a:latin typeface="Arial"/>
                <a:cs typeface="Arial"/>
              </a:rPr>
              <a:t>original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specification?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Work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correctly?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Document?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Use </a:t>
            </a:r>
            <a:r>
              <a:rPr sz="3200" spc="-10" dirty="0">
                <a:latin typeface="Arial"/>
                <a:cs typeface="Arial"/>
              </a:rPr>
              <a:t>functions </a:t>
            </a:r>
            <a:r>
              <a:rPr sz="3200" spc="-5" dirty="0">
                <a:latin typeface="Arial"/>
                <a:cs typeface="Arial"/>
              </a:rPr>
              <a:t>to </a:t>
            </a:r>
            <a:r>
              <a:rPr sz="3200" spc="-10" dirty="0">
                <a:latin typeface="Arial"/>
                <a:cs typeface="Arial"/>
              </a:rPr>
              <a:t>create logical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units?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Code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readable?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Use </a:t>
            </a:r>
            <a:r>
              <a:rPr sz="3200" spc="-10" dirty="0">
                <a:latin typeface="Arial"/>
                <a:cs typeface="Arial"/>
              </a:rPr>
              <a:t>storage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efficiently?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Running </a:t>
            </a:r>
            <a:r>
              <a:rPr sz="3200" spc="-5" dirty="0">
                <a:latin typeface="Arial"/>
                <a:cs typeface="Arial"/>
              </a:rPr>
              <a:t>time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acceptable?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Role </a:t>
            </a:r>
            <a:r>
              <a:rPr spc="-5" dirty="0"/>
              <a:t>of Data</a:t>
            </a:r>
            <a:r>
              <a:rPr spc="-70" dirty="0"/>
              <a:t> </a:t>
            </a:r>
            <a:r>
              <a:rPr spc="-5" dirty="0"/>
              <a:t>Structures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31973"/>
            <a:ext cx="6784340" cy="4657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Real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problem: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Order </a:t>
            </a:r>
            <a:r>
              <a:rPr sz="2400" dirty="0">
                <a:latin typeface="Arial"/>
                <a:cs typeface="Arial"/>
              </a:rPr>
              <a:t>the students </a:t>
            </a:r>
            <a:r>
              <a:rPr sz="2400" spc="-5" dirty="0">
                <a:latin typeface="Arial"/>
                <a:cs typeface="Arial"/>
              </a:rPr>
              <a:t>according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their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heights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Rank the students </a:t>
            </a:r>
            <a:r>
              <a:rPr sz="2400" spc="-5" dirty="0">
                <a:latin typeface="Arial"/>
                <a:cs typeface="Arial"/>
              </a:rPr>
              <a:t>according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their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scores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Abstract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problem: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Sorting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problem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Algorithm: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Bubble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Quick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sort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4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Data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structure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Array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Linked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Role </a:t>
            </a:r>
            <a:r>
              <a:rPr spc="-5" dirty="0"/>
              <a:t>of Data Structures</a:t>
            </a:r>
            <a:r>
              <a:rPr spc="-5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6" name="object 6"/>
          <p:cNvSpPr/>
          <p:nvPr/>
        </p:nvSpPr>
        <p:spPr>
          <a:xfrm>
            <a:off x="2027313" y="2476245"/>
            <a:ext cx="7574013" cy="3828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96985" y="2703829"/>
            <a:ext cx="1688464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Real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problem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1328" y="4216400"/>
            <a:ext cx="213995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Abstract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problem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7853" y="5764021"/>
            <a:ext cx="12065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5280" y="4216400"/>
            <a:ext cx="213995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Abstract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problem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1351" y="2703829"/>
            <a:ext cx="1688464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Real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problem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98041" y="2703829"/>
            <a:ext cx="1688464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Real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problem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7157" y="5764021"/>
            <a:ext cx="12065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75396" y="5764021"/>
            <a:ext cx="12065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5879" y="3605276"/>
            <a:ext cx="147129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Modeled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25879" y="4829047"/>
            <a:ext cx="125285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Arial"/>
                <a:cs typeface="Arial"/>
              </a:rPr>
              <a:t>Solved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Role </a:t>
            </a:r>
            <a:r>
              <a:rPr spc="-5" dirty="0"/>
              <a:t>of Data Structures</a:t>
            </a:r>
            <a:r>
              <a:rPr spc="-5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6" name="object 6"/>
          <p:cNvSpPr/>
          <p:nvPr/>
        </p:nvSpPr>
        <p:spPr>
          <a:xfrm>
            <a:off x="2173617" y="2187448"/>
            <a:ext cx="5339829" cy="33525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5601" y="3630421"/>
            <a:ext cx="1802764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Data</a:t>
            </a:r>
            <a:r>
              <a:rPr sz="2200" spc="-8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Structure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23067" y="6154673"/>
            <a:ext cx="2232025" cy="718820"/>
          </a:xfrm>
          <a:custGeom>
            <a:avLst/>
            <a:gdLst/>
            <a:ahLst/>
            <a:cxnLst/>
            <a:rect l="l" t="t" r="r" b="b"/>
            <a:pathLst>
              <a:path w="2232025" h="718820">
                <a:moveTo>
                  <a:pt x="2231898" y="359664"/>
                </a:moveTo>
                <a:lnTo>
                  <a:pt x="2223198" y="314500"/>
                </a:lnTo>
                <a:lnTo>
                  <a:pt x="2197799" y="271024"/>
                </a:lnTo>
                <a:lnTo>
                  <a:pt x="2156747" y="229571"/>
                </a:lnTo>
                <a:lnTo>
                  <a:pt x="2101087" y="190475"/>
                </a:lnTo>
                <a:lnTo>
                  <a:pt x="2031868" y="154073"/>
                </a:lnTo>
                <a:lnTo>
                  <a:pt x="1992501" y="136986"/>
                </a:lnTo>
                <a:lnTo>
                  <a:pt x="1950136" y="120698"/>
                </a:lnTo>
                <a:lnTo>
                  <a:pt x="1904904" y="105251"/>
                </a:lnTo>
                <a:lnTo>
                  <a:pt x="1856937" y="90686"/>
                </a:lnTo>
                <a:lnTo>
                  <a:pt x="1806365" y="77046"/>
                </a:lnTo>
                <a:lnTo>
                  <a:pt x="1753318" y="64372"/>
                </a:lnTo>
                <a:lnTo>
                  <a:pt x="1697929" y="52707"/>
                </a:lnTo>
                <a:lnTo>
                  <a:pt x="1640327" y="42092"/>
                </a:lnTo>
                <a:lnTo>
                  <a:pt x="1580644" y="32568"/>
                </a:lnTo>
                <a:lnTo>
                  <a:pt x="1519010" y="24179"/>
                </a:lnTo>
                <a:lnTo>
                  <a:pt x="1455556" y="16965"/>
                </a:lnTo>
                <a:lnTo>
                  <a:pt x="1390413" y="10969"/>
                </a:lnTo>
                <a:lnTo>
                  <a:pt x="1323711" y="6233"/>
                </a:lnTo>
                <a:lnTo>
                  <a:pt x="1255583" y="2798"/>
                </a:lnTo>
                <a:lnTo>
                  <a:pt x="1186158" y="706"/>
                </a:lnTo>
                <a:lnTo>
                  <a:pt x="1115567" y="0"/>
                </a:lnTo>
                <a:lnTo>
                  <a:pt x="1044980" y="706"/>
                </a:lnTo>
                <a:lnTo>
                  <a:pt x="975565" y="2798"/>
                </a:lnTo>
                <a:lnTo>
                  <a:pt x="907452" y="6233"/>
                </a:lnTo>
                <a:lnTo>
                  <a:pt x="840771" y="10969"/>
                </a:lnTo>
                <a:lnTo>
                  <a:pt x="775653" y="16965"/>
                </a:lnTo>
                <a:lnTo>
                  <a:pt x="712228" y="24179"/>
                </a:lnTo>
                <a:lnTo>
                  <a:pt x="650627" y="32568"/>
                </a:lnTo>
                <a:lnTo>
                  <a:pt x="590980" y="42092"/>
                </a:lnTo>
                <a:lnTo>
                  <a:pt x="533417" y="52707"/>
                </a:lnTo>
                <a:lnTo>
                  <a:pt x="478068" y="64372"/>
                </a:lnTo>
                <a:lnTo>
                  <a:pt x="425064" y="77046"/>
                </a:lnTo>
                <a:lnTo>
                  <a:pt x="374535" y="90686"/>
                </a:lnTo>
                <a:lnTo>
                  <a:pt x="326612" y="105251"/>
                </a:lnTo>
                <a:lnTo>
                  <a:pt x="281424" y="120698"/>
                </a:lnTo>
                <a:lnTo>
                  <a:pt x="239103" y="136986"/>
                </a:lnTo>
                <a:lnTo>
                  <a:pt x="199777" y="154073"/>
                </a:lnTo>
                <a:lnTo>
                  <a:pt x="163579" y="171916"/>
                </a:lnTo>
                <a:lnTo>
                  <a:pt x="101084" y="209707"/>
                </a:lnTo>
                <a:lnTo>
                  <a:pt x="52659" y="250023"/>
                </a:lnTo>
                <a:lnTo>
                  <a:pt x="19348" y="292530"/>
                </a:lnTo>
                <a:lnTo>
                  <a:pt x="2193" y="336892"/>
                </a:lnTo>
                <a:lnTo>
                  <a:pt x="0" y="359664"/>
                </a:lnTo>
                <a:lnTo>
                  <a:pt x="2193" y="382351"/>
                </a:lnTo>
                <a:lnTo>
                  <a:pt x="19348" y="426563"/>
                </a:lnTo>
                <a:lnTo>
                  <a:pt x="52659" y="468943"/>
                </a:lnTo>
                <a:lnTo>
                  <a:pt x="101084" y="509155"/>
                </a:lnTo>
                <a:lnTo>
                  <a:pt x="163579" y="546862"/>
                </a:lnTo>
                <a:lnTo>
                  <a:pt x="199777" y="564670"/>
                </a:lnTo>
                <a:lnTo>
                  <a:pt x="239103" y="581725"/>
                </a:lnTo>
                <a:lnTo>
                  <a:pt x="281424" y="597986"/>
                </a:lnTo>
                <a:lnTo>
                  <a:pt x="326612" y="613409"/>
                </a:lnTo>
                <a:lnTo>
                  <a:pt x="374535" y="627954"/>
                </a:lnTo>
                <a:lnTo>
                  <a:pt x="425064" y="641577"/>
                </a:lnTo>
                <a:lnTo>
                  <a:pt x="478068" y="654236"/>
                </a:lnTo>
                <a:lnTo>
                  <a:pt x="533417" y="665890"/>
                </a:lnTo>
                <a:lnTo>
                  <a:pt x="590980" y="676496"/>
                </a:lnTo>
                <a:lnTo>
                  <a:pt x="650627" y="686012"/>
                </a:lnTo>
                <a:lnTo>
                  <a:pt x="712228" y="694395"/>
                </a:lnTo>
                <a:lnTo>
                  <a:pt x="775653" y="701605"/>
                </a:lnTo>
                <a:lnTo>
                  <a:pt x="840771" y="707599"/>
                </a:lnTo>
                <a:lnTo>
                  <a:pt x="907452" y="712333"/>
                </a:lnTo>
                <a:lnTo>
                  <a:pt x="975565" y="715768"/>
                </a:lnTo>
                <a:lnTo>
                  <a:pt x="1044980" y="717859"/>
                </a:lnTo>
                <a:lnTo>
                  <a:pt x="1115567" y="718566"/>
                </a:lnTo>
                <a:lnTo>
                  <a:pt x="1186158" y="717859"/>
                </a:lnTo>
                <a:lnTo>
                  <a:pt x="1255583" y="715768"/>
                </a:lnTo>
                <a:lnTo>
                  <a:pt x="1323711" y="712333"/>
                </a:lnTo>
                <a:lnTo>
                  <a:pt x="1390413" y="707599"/>
                </a:lnTo>
                <a:lnTo>
                  <a:pt x="1455556" y="701605"/>
                </a:lnTo>
                <a:lnTo>
                  <a:pt x="1519010" y="694395"/>
                </a:lnTo>
                <a:lnTo>
                  <a:pt x="1580644" y="686012"/>
                </a:lnTo>
                <a:lnTo>
                  <a:pt x="1640327" y="676496"/>
                </a:lnTo>
                <a:lnTo>
                  <a:pt x="1697929" y="665890"/>
                </a:lnTo>
                <a:lnTo>
                  <a:pt x="1753318" y="654236"/>
                </a:lnTo>
                <a:lnTo>
                  <a:pt x="1806365" y="641577"/>
                </a:lnTo>
                <a:lnTo>
                  <a:pt x="1856937" y="627954"/>
                </a:lnTo>
                <a:lnTo>
                  <a:pt x="1904904" y="613410"/>
                </a:lnTo>
                <a:lnTo>
                  <a:pt x="1950136" y="597986"/>
                </a:lnTo>
                <a:lnTo>
                  <a:pt x="1992501" y="581725"/>
                </a:lnTo>
                <a:lnTo>
                  <a:pt x="2031868" y="564670"/>
                </a:lnTo>
                <a:lnTo>
                  <a:pt x="2068107" y="546862"/>
                </a:lnTo>
                <a:lnTo>
                  <a:pt x="2130677" y="509155"/>
                </a:lnTo>
                <a:lnTo>
                  <a:pt x="2179164" y="468943"/>
                </a:lnTo>
                <a:lnTo>
                  <a:pt x="2212521" y="426563"/>
                </a:lnTo>
                <a:lnTo>
                  <a:pt x="2229701" y="382351"/>
                </a:lnTo>
                <a:lnTo>
                  <a:pt x="2231898" y="359664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23067" y="6154673"/>
            <a:ext cx="2232025" cy="718820"/>
          </a:xfrm>
          <a:custGeom>
            <a:avLst/>
            <a:gdLst/>
            <a:ahLst/>
            <a:cxnLst/>
            <a:rect l="l" t="t" r="r" b="b"/>
            <a:pathLst>
              <a:path w="2232025" h="718820">
                <a:moveTo>
                  <a:pt x="1115567" y="0"/>
                </a:moveTo>
                <a:lnTo>
                  <a:pt x="1044980" y="706"/>
                </a:lnTo>
                <a:lnTo>
                  <a:pt x="975565" y="2798"/>
                </a:lnTo>
                <a:lnTo>
                  <a:pt x="907452" y="6233"/>
                </a:lnTo>
                <a:lnTo>
                  <a:pt x="840771" y="10969"/>
                </a:lnTo>
                <a:lnTo>
                  <a:pt x="775653" y="16965"/>
                </a:lnTo>
                <a:lnTo>
                  <a:pt x="712228" y="24179"/>
                </a:lnTo>
                <a:lnTo>
                  <a:pt x="650627" y="32568"/>
                </a:lnTo>
                <a:lnTo>
                  <a:pt x="590980" y="42092"/>
                </a:lnTo>
                <a:lnTo>
                  <a:pt x="533417" y="52707"/>
                </a:lnTo>
                <a:lnTo>
                  <a:pt x="478068" y="64372"/>
                </a:lnTo>
                <a:lnTo>
                  <a:pt x="425064" y="77046"/>
                </a:lnTo>
                <a:lnTo>
                  <a:pt x="374535" y="90686"/>
                </a:lnTo>
                <a:lnTo>
                  <a:pt x="326612" y="105251"/>
                </a:lnTo>
                <a:lnTo>
                  <a:pt x="281424" y="120698"/>
                </a:lnTo>
                <a:lnTo>
                  <a:pt x="239103" y="136986"/>
                </a:lnTo>
                <a:lnTo>
                  <a:pt x="199777" y="154073"/>
                </a:lnTo>
                <a:lnTo>
                  <a:pt x="163579" y="171916"/>
                </a:lnTo>
                <a:lnTo>
                  <a:pt x="101084" y="209707"/>
                </a:lnTo>
                <a:lnTo>
                  <a:pt x="52659" y="250023"/>
                </a:lnTo>
                <a:lnTo>
                  <a:pt x="19348" y="292530"/>
                </a:lnTo>
                <a:lnTo>
                  <a:pt x="2193" y="336892"/>
                </a:lnTo>
                <a:lnTo>
                  <a:pt x="0" y="359664"/>
                </a:lnTo>
                <a:lnTo>
                  <a:pt x="2193" y="382351"/>
                </a:lnTo>
                <a:lnTo>
                  <a:pt x="19348" y="426563"/>
                </a:lnTo>
                <a:lnTo>
                  <a:pt x="52659" y="468943"/>
                </a:lnTo>
                <a:lnTo>
                  <a:pt x="101084" y="509155"/>
                </a:lnTo>
                <a:lnTo>
                  <a:pt x="163579" y="546862"/>
                </a:lnTo>
                <a:lnTo>
                  <a:pt x="199777" y="564670"/>
                </a:lnTo>
                <a:lnTo>
                  <a:pt x="239103" y="581725"/>
                </a:lnTo>
                <a:lnTo>
                  <a:pt x="281424" y="597986"/>
                </a:lnTo>
                <a:lnTo>
                  <a:pt x="326612" y="613409"/>
                </a:lnTo>
                <a:lnTo>
                  <a:pt x="374535" y="627954"/>
                </a:lnTo>
                <a:lnTo>
                  <a:pt x="425064" y="641577"/>
                </a:lnTo>
                <a:lnTo>
                  <a:pt x="478068" y="654236"/>
                </a:lnTo>
                <a:lnTo>
                  <a:pt x="533417" y="665890"/>
                </a:lnTo>
                <a:lnTo>
                  <a:pt x="590980" y="676496"/>
                </a:lnTo>
                <a:lnTo>
                  <a:pt x="650627" y="686012"/>
                </a:lnTo>
                <a:lnTo>
                  <a:pt x="712228" y="694395"/>
                </a:lnTo>
                <a:lnTo>
                  <a:pt x="775653" y="701605"/>
                </a:lnTo>
                <a:lnTo>
                  <a:pt x="840771" y="707599"/>
                </a:lnTo>
                <a:lnTo>
                  <a:pt x="907452" y="712333"/>
                </a:lnTo>
                <a:lnTo>
                  <a:pt x="975565" y="715768"/>
                </a:lnTo>
                <a:lnTo>
                  <a:pt x="1044980" y="717859"/>
                </a:lnTo>
                <a:lnTo>
                  <a:pt x="1115567" y="718566"/>
                </a:lnTo>
                <a:lnTo>
                  <a:pt x="1186158" y="717859"/>
                </a:lnTo>
                <a:lnTo>
                  <a:pt x="1255583" y="715768"/>
                </a:lnTo>
                <a:lnTo>
                  <a:pt x="1323711" y="712333"/>
                </a:lnTo>
                <a:lnTo>
                  <a:pt x="1390413" y="707599"/>
                </a:lnTo>
                <a:lnTo>
                  <a:pt x="1455556" y="701605"/>
                </a:lnTo>
                <a:lnTo>
                  <a:pt x="1519010" y="694395"/>
                </a:lnTo>
                <a:lnTo>
                  <a:pt x="1580644" y="686012"/>
                </a:lnTo>
                <a:lnTo>
                  <a:pt x="1640327" y="676496"/>
                </a:lnTo>
                <a:lnTo>
                  <a:pt x="1697929" y="665890"/>
                </a:lnTo>
                <a:lnTo>
                  <a:pt x="1753318" y="654236"/>
                </a:lnTo>
                <a:lnTo>
                  <a:pt x="1806365" y="641577"/>
                </a:lnTo>
                <a:lnTo>
                  <a:pt x="1856937" y="627954"/>
                </a:lnTo>
                <a:lnTo>
                  <a:pt x="1904904" y="613410"/>
                </a:lnTo>
                <a:lnTo>
                  <a:pt x="1950136" y="597986"/>
                </a:lnTo>
                <a:lnTo>
                  <a:pt x="1992501" y="581725"/>
                </a:lnTo>
                <a:lnTo>
                  <a:pt x="2031868" y="564670"/>
                </a:lnTo>
                <a:lnTo>
                  <a:pt x="2068107" y="546862"/>
                </a:lnTo>
                <a:lnTo>
                  <a:pt x="2130677" y="509155"/>
                </a:lnTo>
                <a:lnTo>
                  <a:pt x="2179164" y="468943"/>
                </a:lnTo>
                <a:lnTo>
                  <a:pt x="2212521" y="426563"/>
                </a:lnTo>
                <a:lnTo>
                  <a:pt x="2229701" y="382351"/>
                </a:lnTo>
                <a:lnTo>
                  <a:pt x="2231898" y="359664"/>
                </a:lnTo>
                <a:lnTo>
                  <a:pt x="2229701" y="336892"/>
                </a:lnTo>
                <a:lnTo>
                  <a:pt x="2212521" y="292530"/>
                </a:lnTo>
                <a:lnTo>
                  <a:pt x="2179164" y="250023"/>
                </a:lnTo>
                <a:lnTo>
                  <a:pt x="2130677" y="209707"/>
                </a:lnTo>
                <a:lnTo>
                  <a:pt x="2068107" y="171916"/>
                </a:lnTo>
                <a:lnTo>
                  <a:pt x="2031868" y="154073"/>
                </a:lnTo>
                <a:lnTo>
                  <a:pt x="1992501" y="136986"/>
                </a:lnTo>
                <a:lnTo>
                  <a:pt x="1950136" y="120698"/>
                </a:lnTo>
                <a:lnTo>
                  <a:pt x="1904904" y="105251"/>
                </a:lnTo>
                <a:lnTo>
                  <a:pt x="1856937" y="90686"/>
                </a:lnTo>
                <a:lnTo>
                  <a:pt x="1806365" y="77046"/>
                </a:lnTo>
                <a:lnTo>
                  <a:pt x="1753318" y="64372"/>
                </a:lnTo>
                <a:lnTo>
                  <a:pt x="1697929" y="52707"/>
                </a:lnTo>
                <a:lnTo>
                  <a:pt x="1640327" y="42092"/>
                </a:lnTo>
                <a:lnTo>
                  <a:pt x="1580644" y="32568"/>
                </a:lnTo>
                <a:lnTo>
                  <a:pt x="1519010" y="24179"/>
                </a:lnTo>
                <a:lnTo>
                  <a:pt x="1455556" y="16965"/>
                </a:lnTo>
                <a:lnTo>
                  <a:pt x="1390413" y="10969"/>
                </a:lnTo>
                <a:lnTo>
                  <a:pt x="1323711" y="6233"/>
                </a:lnTo>
                <a:lnTo>
                  <a:pt x="1255583" y="2798"/>
                </a:lnTo>
                <a:lnTo>
                  <a:pt x="1186158" y="706"/>
                </a:lnTo>
                <a:lnTo>
                  <a:pt x="1115567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20133" y="6338570"/>
            <a:ext cx="123825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Programs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8098" y="2378455"/>
            <a:ext cx="12065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31025" y="2193798"/>
            <a:ext cx="2232025" cy="719455"/>
          </a:xfrm>
          <a:custGeom>
            <a:avLst/>
            <a:gdLst/>
            <a:ahLst/>
            <a:cxnLst/>
            <a:rect l="l" t="t" r="r" b="b"/>
            <a:pathLst>
              <a:path w="2232025" h="719455">
                <a:moveTo>
                  <a:pt x="2231898" y="359663"/>
                </a:moveTo>
                <a:lnTo>
                  <a:pt x="2223212" y="314500"/>
                </a:lnTo>
                <a:lnTo>
                  <a:pt x="2197849" y="271024"/>
                </a:lnTo>
                <a:lnTo>
                  <a:pt x="2156851" y="229571"/>
                </a:lnTo>
                <a:lnTo>
                  <a:pt x="2101262" y="190475"/>
                </a:lnTo>
                <a:lnTo>
                  <a:pt x="2032124" y="154073"/>
                </a:lnTo>
                <a:lnTo>
                  <a:pt x="1992799" y="136986"/>
                </a:lnTo>
                <a:lnTo>
                  <a:pt x="1950479" y="120698"/>
                </a:lnTo>
                <a:lnTo>
                  <a:pt x="1905292" y="105251"/>
                </a:lnTo>
                <a:lnTo>
                  <a:pt x="1857369" y="90686"/>
                </a:lnTo>
                <a:lnTo>
                  <a:pt x="1806841" y="77046"/>
                </a:lnTo>
                <a:lnTo>
                  <a:pt x="1753838" y="64372"/>
                </a:lnTo>
                <a:lnTo>
                  <a:pt x="1698489" y="52707"/>
                </a:lnTo>
                <a:lnTo>
                  <a:pt x="1640927" y="42092"/>
                </a:lnTo>
                <a:lnTo>
                  <a:pt x="1581280" y="32568"/>
                </a:lnTo>
                <a:lnTo>
                  <a:pt x="1519680" y="24179"/>
                </a:lnTo>
                <a:lnTo>
                  <a:pt x="1456255" y="16965"/>
                </a:lnTo>
                <a:lnTo>
                  <a:pt x="1391138" y="10969"/>
                </a:lnTo>
                <a:lnTo>
                  <a:pt x="1324458" y="6233"/>
                </a:lnTo>
                <a:lnTo>
                  <a:pt x="1256345" y="2798"/>
                </a:lnTo>
                <a:lnTo>
                  <a:pt x="1186929" y="706"/>
                </a:lnTo>
                <a:lnTo>
                  <a:pt x="1116342" y="0"/>
                </a:lnTo>
                <a:lnTo>
                  <a:pt x="1045750" y="706"/>
                </a:lnTo>
                <a:lnTo>
                  <a:pt x="976324" y="2798"/>
                </a:lnTo>
                <a:lnTo>
                  <a:pt x="908194" y="6233"/>
                </a:lnTo>
                <a:lnTo>
                  <a:pt x="841492" y="10969"/>
                </a:lnTo>
                <a:lnTo>
                  <a:pt x="776348" y="16965"/>
                </a:lnTo>
                <a:lnTo>
                  <a:pt x="712893" y="24179"/>
                </a:lnTo>
                <a:lnTo>
                  <a:pt x="651258" y="32568"/>
                </a:lnTo>
                <a:lnTo>
                  <a:pt x="591574" y="42092"/>
                </a:lnTo>
                <a:lnTo>
                  <a:pt x="533972" y="52707"/>
                </a:lnTo>
                <a:lnTo>
                  <a:pt x="478581" y="64372"/>
                </a:lnTo>
                <a:lnTo>
                  <a:pt x="425535" y="77046"/>
                </a:lnTo>
                <a:lnTo>
                  <a:pt x="374962" y="90686"/>
                </a:lnTo>
                <a:lnTo>
                  <a:pt x="326994" y="105251"/>
                </a:lnTo>
                <a:lnTo>
                  <a:pt x="281762" y="120698"/>
                </a:lnTo>
                <a:lnTo>
                  <a:pt x="239397" y="136986"/>
                </a:lnTo>
                <a:lnTo>
                  <a:pt x="200030" y="154073"/>
                </a:lnTo>
                <a:lnTo>
                  <a:pt x="163790" y="171916"/>
                </a:lnTo>
                <a:lnTo>
                  <a:pt x="101220" y="209707"/>
                </a:lnTo>
                <a:lnTo>
                  <a:pt x="52733" y="250023"/>
                </a:lnTo>
                <a:lnTo>
                  <a:pt x="19376" y="292530"/>
                </a:lnTo>
                <a:lnTo>
                  <a:pt x="2196" y="336892"/>
                </a:lnTo>
                <a:lnTo>
                  <a:pt x="0" y="359663"/>
                </a:lnTo>
                <a:lnTo>
                  <a:pt x="2196" y="382354"/>
                </a:lnTo>
                <a:lnTo>
                  <a:pt x="19376" y="426591"/>
                </a:lnTo>
                <a:lnTo>
                  <a:pt x="52733" y="469017"/>
                </a:lnTo>
                <a:lnTo>
                  <a:pt x="101220" y="509291"/>
                </a:lnTo>
                <a:lnTo>
                  <a:pt x="163790" y="547072"/>
                </a:lnTo>
                <a:lnTo>
                  <a:pt x="200030" y="564921"/>
                </a:lnTo>
                <a:lnTo>
                  <a:pt x="239397" y="582019"/>
                </a:lnTo>
                <a:lnTo>
                  <a:pt x="281762" y="598323"/>
                </a:lnTo>
                <a:lnTo>
                  <a:pt x="326994" y="613791"/>
                </a:lnTo>
                <a:lnTo>
                  <a:pt x="374962" y="628379"/>
                </a:lnTo>
                <a:lnTo>
                  <a:pt x="425535" y="642045"/>
                </a:lnTo>
                <a:lnTo>
                  <a:pt x="478581" y="654747"/>
                </a:lnTo>
                <a:lnTo>
                  <a:pt x="533972" y="666441"/>
                </a:lnTo>
                <a:lnTo>
                  <a:pt x="591574" y="677086"/>
                </a:lnTo>
                <a:lnTo>
                  <a:pt x="651258" y="686638"/>
                </a:lnTo>
                <a:lnTo>
                  <a:pt x="712893" y="695054"/>
                </a:lnTo>
                <a:lnTo>
                  <a:pt x="776348" y="702293"/>
                </a:lnTo>
                <a:lnTo>
                  <a:pt x="841492" y="708312"/>
                </a:lnTo>
                <a:lnTo>
                  <a:pt x="908194" y="713067"/>
                </a:lnTo>
                <a:lnTo>
                  <a:pt x="976324" y="716517"/>
                </a:lnTo>
                <a:lnTo>
                  <a:pt x="1045750" y="718618"/>
                </a:lnTo>
                <a:lnTo>
                  <a:pt x="1116342" y="719327"/>
                </a:lnTo>
                <a:lnTo>
                  <a:pt x="1186929" y="718618"/>
                </a:lnTo>
                <a:lnTo>
                  <a:pt x="1256345" y="716517"/>
                </a:lnTo>
                <a:lnTo>
                  <a:pt x="1324458" y="713067"/>
                </a:lnTo>
                <a:lnTo>
                  <a:pt x="1391138" y="708312"/>
                </a:lnTo>
                <a:lnTo>
                  <a:pt x="1456255" y="702293"/>
                </a:lnTo>
                <a:lnTo>
                  <a:pt x="1519680" y="695054"/>
                </a:lnTo>
                <a:lnTo>
                  <a:pt x="1581280" y="686638"/>
                </a:lnTo>
                <a:lnTo>
                  <a:pt x="1640927" y="677086"/>
                </a:lnTo>
                <a:lnTo>
                  <a:pt x="1698489" y="666441"/>
                </a:lnTo>
                <a:lnTo>
                  <a:pt x="1753838" y="654747"/>
                </a:lnTo>
                <a:lnTo>
                  <a:pt x="1806841" y="642045"/>
                </a:lnTo>
                <a:lnTo>
                  <a:pt x="1857369" y="628379"/>
                </a:lnTo>
                <a:lnTo>
                  <a:pt x="1905292" y="613790"/>
                </a:lnTo>
                <a:lnTo>
                  <a:pt x="1950479" y="598323"/>
                </a:lnTo>
                <a:lnTo>
                  <a:pt x="1992799" y="582019"/>
                </a:lnTo>
                <a:lnTo>
                  <a:pt x="2032124" y="564921"/>
                </a:lnTo>
                <a:lnTo>
                  <a:pt x="2068322" y="547072"/>
                </a:lnTo>
                <a:lnTo>
                  <a:pt x="2130816" y="509291"/>
                </a:lnTo>
                <a:lnTo>
                  <a:pt x="2179239" y="469017"/>
                </a:lnTo>
                <a:lnTo>
                  <a:pt x="2212550" y="426591"/>
                </a:lnTo>
                <a:lnTo>
                  <a:pt x="2229704" y="382354"/>
                </a:lnTo>
                <a:lnTo>
                  <a:pt x="2231898" y="359663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31025" y="2193798"/>
            <a:ext cx="2232025" cy="719455"/>
          </a:xfrm>
          <a:custGeom>
            <a:avLst/>
            <a:gdLst/>
            <a:ahLst/>
            <a:cxnLst/>
            <a:rect l="l" t="t" r="r" b="b"/>
            <a:pathLst>
              <a:path w="2232025" h="719455">
                <a:moveTo>
                  <a:pt x="1116342" y="0"/>
                </a:moveTo>
                <a:lnTo>
                  <a:pt x="1045750" y="706"/>
                </a:lnTo>
                <a:lnTo>
                  <a:pt x="976324" y="2798"/>
                </a:lnTo>
                <a:lnTo>
                  <a:pt x="908194" y="6233"/>
                </a:lnTo>
                <a:lnTo>
                  <a:pt x="841492" y="10969"/>
                </a:lnTo>
                <a:lnTo>
                  <a:pt x="776348" y="16965"/>
                </a:lnTo>
                <a:lnTo>
                  <a:pt x="712893" y="24179"/>
                </a:lnTo>
                <a:lnTo>
                  <a:pt x="651258" y="32568"/>
                </a:lnTo>
                <a:lnTo>
                  <a:pt x="591574" y="42092"/>
                </a:lnTo>
                <a:lnTo>
                  <a:pt x="533972" y="52707"/>
                </a:lnTo>
                <a:lnTo>
                  <a:pt x="478581" y="64372"/>
                </a:lnTo>
                <a:lnTo>
                  <a:pt x="425535" y="77046"/>
                </a:lnTo>
                <a:lnTo>
                  <a:pt x="374962" y="90686"/>
                </a:lnTo>
                <a:lnTo>
                  <a:pt x="326994" y="105251"/>
                </a:lnTo>
                <a:lnTo>
                  <a:pt x="281762" y="120698"/>
                </a:lnTo>
                <a:lnTo>
                  <a:pt x="239397" y="136986"/>
                </a:lnTo>
                <a:lnTo>
                  <a:pt x="200030" y="154073"/>
                </a:lnTo>
                <a:lnTo>
                  <a:pt x="163790" y="171916"/>
                </a:lnTo>
                <a:lnTo>
                  <a:pt x="101220" y="209707"/>
                </a:lnTo>
                <a:lnTo>
                  <a:pt x="52733" y="250023"/>
                </a:lnTo>
                <a:lnTo>
                  <a:pt x="19376" y="292530"/>
                </a:lnTo>
                <a:lnTo>
                  <a:pt x="2196" y="336892"/>
                </a:lnTo>
                <a:lnTo>
                  <a:pt x="0" y="359663"/>
                </a:lnTo>
                <a:lnTo>
                  <a:pt x="2196" y="382354"/>
                </a:lnTo>
                <a:lnTo>
                  <a:pt x="19376" y="426591"/>
                </a:lnTo>
                <a:lnTo>
                  <a:pt x="52733" y="469017"/>
                </a:lnTo>
                <a:lnTo>
                  <a:pt x="101220" y="509291"/>
                </a:lnTo>
                <a:lnTo>
                  <a:pt x="163790" y="547072"/>
                </a:lnTo>
                <a:lnTo>
                  <a:pt x="200030" y="564921"/>
                </a:lnTo>
                <a:lnTo>
                  <a:pt x="239397" y="582019"/>
                </a:lnTo>
                <a:lnTo>
                  <a:pt x="281762" y="598323"/>
                </a:lnTo>
                <a:lnTo>
                  <a:pt x="326994" y="613791"/>
                </a:lnTo>
                <a:lnTo>
                  <a:pt x="374962" y="628379"/>
                </a:lnTo>
                <a:lnTo>
                  <a:pt x="425535" y="642045"/>
                </a:lnTo>
                <a:lnTo>
                  <a:pt x="478581" y="654747"/>
                </a:lnTo>
                <a:lnTo>
                  <a:pt x="533972" y="666441"/>
                </a:lnTo>
                <a:lnTo>
                  <a:pt x="591574" y="677086"/>
                </a:lnTo>
                <a:lnTo>
                  <a:pt x="651258" y="686638"/>
                </a:lnTo>
                <a:lnTo>
                  <a:pt x="712893" y="695054"/>
                </a:lnTo>
                <a:lnTo>
                  <a:pt x="776348" y="702293"/>
                </a:lnTo>
                <a:lnTo>
                  <a:pt x="841492" y="708312"/>
                </a:lnTo>
                <a:lnTo>
                  <a:pt x="908194" y="713067"/>
                </a:lnTo>
                <a:lnTo>
                  <a:pt x="976324" y="716517"/>
                </a:lnTo>
                <a:lnTo>
                  <a:pt x="1045750" y="718618"/>
                </a:lnTo>
                <a:lnTo>
                  <a:pt x="1116342" y="719327"/>
                </a:lnTo>
                <a:lnTo>
                  <a:pt x="1186929" y="718618"/>
                </a:lnTo>
                <a:lnTo>
                  <a:pt x="1256345" y="716517"/>
                </a:lnTo>
                <a:lnTo>
                  <a:pt x="1324458" y="713067"/>
                </a:lnTo>
                <a:lnTo>
                  <a:pt x="1391138" y="708312"/>
                </a:lnTo>
                <a:lnTo>
                  <a:pt x="1456255" y="702293"/>
                </a:lnTo>
                <a:lnTo>
                  <a:pt x="1519680" y="695054"/>
                </a:lnTo>
                <a:lnTo>
                  <a:pt x="1581280" y="686638"/>
                </a:lnTo>
                <a:lnTo>
                  <a:pt x="1640927" y="677086"/>
                </a:lnTo>
                <a:lnTo>
                  <a:pt x="1698489" y="666441"/>
                </a:lnTo>
                <a:lnTo>
                  <a:pt x="1753838" y="654747"/>
                </a:lnTo>
                <a:lnTo>
                  <a:pt x="1806841" y="642045"/>
                </a:lnTo>
                <a:lnTo>
                  <a:pt x="1857369" y="628379"/>
                </a:lnTo>
                <a:lnTo>
                  <a:pt x="1905292" y="613790"/>
                </a:lnTo>
                <a:lnTo>
                  <a:pt x="1950479" y="598323"/>
                </a:lnTo>
                <a:lnTo>
                  <a:pt x="1992799" y="582019"/>
                </a:lnTo>
                <a:lnTo>
                  <a:pt x="2032124" y="564921"/>
                </a:lnTo>
                <a:lnTo>
                  <a:pt x="2068322" y="547072"/>
                </a:lnTo>
                <a:lnTo>
                  <a:pt x="2130816" y="509291"/>
                </a:lnTo>
                <a:lnTo>
                  <a:pt x="2179239" y="469017"/>
                </a:lnTo>
                <a:lnTo>
                  <a:pt x="2212550" y="426591"/>
                </a:lnTo>
                <a:lnTo>
                  <a:pt x="2229704" y="382354"/>
                </a:lnTo>
                <a:lnTo>
                  <a:pt x="2231898" y="359663"/>
                </a:lnTo>
                <a:lnTo>
                  <a:pt x="2229704" y="336892"/>
                </a:lnTo>
                <a:lnTo>
                  <a:pt x="2212550" y="292530"/>
                </a:lnTo>
                <a:lnTo>
                  <a:pt x="2179239" y="250023"/>
                </a:lnTo>
                <a:lnTo>
                  <a:pt x="2130816" y="209707"/>
                </a:lnTo>
                <a:lnTo>
                  <a:pt x="2068322" y="171916"/>
                </a:lnTo>
                <a:lnTo>
                  <a:pt x="2032124" y="154073"/>
                </a:lnTo>
                <a:lnTo>
                  <a:pt x="1992799" y="136986"/>
                </a:lnTo>
                <a:lnTo>
                  <a:pt x="1950479" y="120698"/>
                </a:lnTo>
                <a:lnTo>
                  <a:pt x="1905292" y="105251"/>
                </a:lnTo>
                <a:lnTo>
                  <a:pt x="1857369" y="90686"/>
                </a:lnTo>
                <a:lnTo>
                  <a:pt x="1806841" y="77046"/>
                </a:lnTo>
                <a:lnTo>
                  <a:pt x="1753838" y="64372"/>
                </a:lnTo>
                <a:lnTo>
                  <a:pt x="1698489" y="52707"/>
                </a:lnTo>
                <a:lnTo>
                  <a:pt x="1640927" y="42092"/>
                </a:lnTo>
                <a:lnTo>
                  <a:pt x="1581280" y="32568"/>
                </a:lnTo>
                <a:lnTo>
                  <a:pt x="1519680" y="24179"/>
                </a:lnTo>
                <a:lnTo>
                  <a:pt x="1456255" y="16965"/>
                </a:lnTo>
                <a:lnTo>
                  <a:pt x="1391138" y="10969"/>
                </a:lnTo>
                <a:lnTo>
                  <a:pt x="1324458" y="6233"/>
                </a:lnTo>
                <a:lnTo>
                  <a:pt x="1256345" y="2798"/>
                </a:lnTo>
                <a:lnTo>
                  <a:pt x="1186929" y="706"/>
                </a:lnTo>
                <a:lnTo>
                  <a:pt x="1116342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44105" y="2378455"/>
            <a:ext cx="12065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Algorithm</a:t>
            </a:r>
            <a:endParaRPr sz="2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8351" y="3630421"/>
            <a:ext cx="1802764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Data</a:t>
            </a:r>
            <a:r>
              <a:rPr sz="2200" spc="-8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Structure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65448" y="4927345"/>
            <a:ext cx="668020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Array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23267" y="4998973"/>
            <a:ext cx="133794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Linked</a:t>
            </a:r>
            <a:r>
              <a:rPr sz="2200" spc="-9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List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15719" y="4811521"/>
            <a:ext cx="1739900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Primitive</a:t>
            </a:r>
            <a:r>
              <a:rPr sz="2200" spc="-8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Data  Structures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94773" y="4158996"/>
            <a:ext cx="3096895" cy="677545"/>
          </a:xfrm>
          <a:custGeom>
            <a:avLst/>
            <a:gdLst/>
            <a:ahLst/>
            <a:cxnLst/>
            <a:rect l="l" t="t" r="r" b="b"/>
            <a:pathLst>
              <a:path w="3096895" h="677545">
                <a:moveTo>
                  <a:pt x="3023395" y="633666"/>
                </a:moveTo>
                <a:lnTo>
                  <a:pt x="2286" y="0"/>
                </a:lnTo>
                <a:lnTo>
                  <a:pt x="0" y="12191"/>
                </a:lnTo>
                <a:lnTo>
                  <a:pt x="3020913" y="645820"/>
                </a:lnTo>
                <a:lnTo>
                  <a:pt x="3023395" y="633666"/>
                </a:lnTo>
                <a:close/>
              </a:path>
              <a:path w="3096895" h="677545">
                <a:moveTo>
                  <a:pt x="3035808" y="671686"/>
                </a:moveTo>
                <a:lnTo>
                  <a:pt x="3035808" y="636269"/>
                </a:lnTo>
                <a:lnTo>
                  <a:pt x="3033509" y="648461"/>
                </a:lnTo>
                <a:lnTo>
                  <a:pt x="3020913" y="645820"/>
                </a:lnTo>
                <a:lnTo>
                  <a:pt x="3014459" y="677417"/>
                </a:lnTo>
                <a:lnTo>
                  <a:pt x="3035808" y="671686"/>
                </a:lnTo>
                <a:close/>
              </a:path>
              <a:path w="3096895" h="677545">
                <a:moveTo>
                  <a:pt x="3035808" y="636269"/>
                </a:moveTo>
                <a:lnTo>
                  <a:pt x="3023395" y="633666"/>
                </a:lnTo>
                <a:lnTo>
                  <a:pt x="3020913" y="645820"/>
                </a:lnTo>
                <a:lnTo>
                  <a:pt x="3033509" y="648461"/>
                </a:lnTo>
                <a:lnTo>
                  <a:pt x="3035808" y="636269"/>
                </a:lnTo>
                <a:close/>
              </a:path>
              <a:path w="3096895" h="677545">
                <a:moveTo>
                  <a:pt x="3096768" y="655319"/>
                </a:moveTo>
                <a:lnTo>
                  <a:pt x="3029712" y="602741"/>
                </a:lnTo>
                <a:lnTo>
                  <a:pt x="3023395" y="633666"/>
                </a:lnTo>
                <a:lnTo>
                  <a:pt x="3035808" y="636269"/>
                </a:lnTo>
                <a:lnTo>
                  <a:pt x="3035808" y="671686"/>
                </a:lnTo>
                <a:lnTo>
                  <a:pt x="3096768" y="655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2189" y="4164329"/>
            <a:ext cx="170180" cy="650240"/>
          </a:xfrm>
          <a:custGeom>
            <a:avLst/>
            <a:gdLst/>
            <a:ahLst/>
            <a:cxnLst/>
            <a:rect l="l" t="t" r="r" b="b"/>
            <a:pathLst>
              <a:path w="170179" h="650239">
                <a:moveTo>
                  <a:pt x="138989" y="574318"/>
                </a:moveTo>
                <a:lnTo>
                  <a:pt x="12179" y="0"/>
                </a:lnTo>
                <a:lnTo>
                  <a:pt x="0" y="2286"/>
                </a:lnTo>
                <a:lnTo>
                  <a:pt x="126709" y="576949"/>
                </a:lnTo>
                <a:lnTo>
                  <a:pt x="138989" y="574318"/>
                </a:lnTo>
                <a:close/>
              </a:path>
              <a:path w="170179" h="650239">
                <a:moveTo>
                  <a:pt x="141731" y="640651"/>
                </a:moveTo>
                <a:lnTo>
                  <a:pt x="141731" y="586740"/>
                </a:lnTo>
                <a:lnTo>
                  <a:pt x="129539" y="589788"/>
                </a:lnTo>
                <a:lnTo>
                  <a:pt x="126709" y="576949"/>
                </a:lnTo>
                <a:lnTo>
                  <a:pt x="95237" y="583692"/>
                </a:lnTo>
                <a:lnTo>
                  <a:pt x="141731" y="640651"/>
                </a:lnTo>
                <a:close/>
              </a:path>
              <a:path w="170179" h="650239">
                <a:moveTo>
                  <a:pt x="141731" y="586740"/>
                </a:moveTo>
                <a:lnTo>
                  <a:pt x="138989" y="574318"/>
                </a:lnTo>
                <a:lnTo>
                  <a:pt x="126709" y="576949"/>
                </a:lnTo>
                <a:lnTo>
                  <a:pt x="129539" y="589788"/>
                </a:lnTo>
                <a:lnTo>
                  <a:pt x="141731" y="586740"/>
                </a:lnTo>
                <a:close/>
              </a:path>
              <a:path w="170179" h="650239">
                <a:moveTo>
                  <a:pt x="169925" y="567690"/>
                </a:moveTo>
                <a:lnTo>
                  <a:pt x="138989" y="574318"/>
                </a:lnTo>
                <a:lnTo>
                  <a:pt x="141731" y="586740"/>
                </a:lnTo>
                <a:lnTo>
                  <a:pt x="141731" y="640651"/>
                </a:lnTo>
                <a:lnTo>
                  <a:pt x="149351" y="649986"/>
                </a:lnTo>
                <a:lnTo>
                  <a:pt x="169925" y="567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96169" y="5456682"/>
            <a:ext cx="1442720" cy="699135"/>
          </a:xfrm>
          <a:custGeom>
            <a:avLst/>
            <a:gdLst/>
            <a:ahLst/>
            <a:cxnLst/>
            <a:rect l="l" t="t" r="r" b="b"/>
            <a:pathLst>
              <a:path w="1442720" h="699135">
                <a:moveTo>
                  <a:pt x="1376898" y="658955"/>
                </a:moveTo>
                <a:lnTo>
                  <a:pt x="5334" y="0"/>
                </a:lnTo>
                <a:lnTo>
                  <a:pt x="0" y="11429"/>
                </a:lnTo>
                <a:lnTo>
                  <a:pt x="1371461" y="670336"/>
                </a:lnTo>
                <a:lnTo>
                  <a:pt x="1376898" y="658955"/>
                </a:lnTo>
                <a:close/>
              </a:path>
              <a:path w="1442720" h="699135">
                <a:moveTo>
                  <a:pt x="1388364" y="698479"/>
                </a:moveTo>
                <a:lnTo>
                  <a:pt x="1388364" y="664463"/>
                </a:lnTo>
                <a:lnTo>
                  <a:pt x="1383030" y="675893"/>
                </a:lnTo>
                <a:lnTo>
                  <a:pt x="1371461" y="670336"/>
                </a:lnTo>
                <a:lnTo>
                  <a:pt x="1357884" y="698753"/>
                </a:lnTo>
                <a:lnTo>
                  <a:pt x="1388364" y="698479"/>
                </a:lnTo>
                <a:close/>
              </a:path>
              <a:path w="1442720" h="699135">
                <a:moveTo>
                  <a:pt x="1388364" y="664463"/>
                </a:moveTo>
                <a:lnTo>
                  <a:pt x="1376898" y="658955"/>
                </a:lnTo>
                <a:lnTo>
                  <a:pt x="1371461" y="670336"/>
                </a:lnTo>
                <a:lnTo>
                  <a:pt x="1383030" y="675893"/>
                </a:lnTo>
                <a:lnTo>
                  <a:pt x="1388364" y="664463"/>
                </a:lnTo>
                <a:close/>
              </a:path>
              <a:path w="1442720" h="699135">
                <a:moveTo>
                  <a:pt x="1442466" y="697991"/>
                </a:moveTo>
                <a:lnTo>
                  <a:pt x="1390650" y="630173"/>
                </a:lnTo>
                <a:lnTo>
                  <a:pt x="1376898" y="658955"/>
                </a:lnTo>
                <a:lnTo>
                  <a:pt x="1388364" y="664463"/>
                </a:lnTo>
                <a:lnTo>
                  <a:pt x="1388364" y="698479"/>
                </a:lnTo>
                <a:lnTo>
                  <a:pt x="1442466" y="697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38635" y="5528309"/>
            <a:ext cx="1156335" cy="626745"/>
          </a:xfrm>
          <a:custGeom>
            <a:avLst/>
            <a:gdLst/>
            <a:ahLst/>
            <a:cxnLst/>
            <a:rect l="l" t="t" r="r" b="b"/>
            <a:pathLst>
              <a:path w="1156335" h="626745">
                <a:moveTo>
                  <a:pt x="64603" y="584483"/>
                </a:moveTo>
                <a:lnTo>
                  <a:pt x="49530" y="556260"/>
                </a:lnTo>
                <a:lnTo>
                  <a:pt x="0" y="626364"/>
                </a:lnTo>
                <a:lnTo>
                  <a:pt x="53339" y="624459"/>
                </a:lnTo>
                <a:lnTo>
                  <a:pt x="53339" y="590550"/>
                </a:lnTo>
                <a:lnTo>
                  <a:pt x="64603" y="584483"/>
                </a:lnTo>
                <a:close/>
              </a:path>
              <a:path w="1156335" h="626745">
                <a:moveTo>
                  <a:pt x="70703" y="595903"/>
                </a:moveTo>
                <a:lnTo>
                  <a:pt x="64603" y="584483"/>
                </a:lnTo>
                <a:lnTo>
                  <a:pt x="53339" y="590550"/>
                </a:lnTo>
                <a:lnTo>
                  <a:pt x="59436" y="601980"/>
                </a:lnTo>
                <a:lnTo>
                  <a:pt x="70703" y="595903"/>
                </a:lnTo>
                <a:close/>
              </a:path>
              <a:path w="1156335" h="626745">
                <a:moveTo>
                  <a:pt x="85344" y="623316"/>
                </a:moveTo>
                <a:lnTo>
                  <a:pt x="70703" y="595903"/>
                </a:lnTo>
                <a:lnTo>
                  <a:pt x="59436" y="601980"/>
                </a:lnTo>
                <a:lnTo>
                  <a:pt x="53339" y="590550"/>
                </a:lnTo>
                <a:lnTo>
                  <a:pt x="53339" y="624459"/>
                </a:lnTo>
                <a:lnTo>
                  <a:pt x="85344" y="623316"/>
                </a:lnTo>
                <a:close/>
              </a:path>
              <a:path w="1156335" h="626745">
                <a:moveTo>
                  <a:pt x="1155941" y="10667"/>
                </a:moveTo>
                <a:lnTo>
                  <a:pt x="1149857" y="0"/>
                </a:lnTo>
                <a:lnTo>
                  <a:pt x="64603" y="584483"/>
                </a:lnTo>
                <a:lnTo>
                  <a:pt x="70703" y="595903"/>
                </a:lnTo>
                <a:lnTo>
                  <a:pt x="1155941" y="10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07096" y="2913126"/>
            <a:ext cx="546735" cy="2272030"/>
          </a:xfrm>
          <a:custGeom>
            <a:avLst/>
            <a:gdLst/>
            <a:ahLst/>
            <a:cxnLst/>
            <a:rect l="l" t="t" r="r" b="b"/>
            <a:pathLst>
              <a:path w="546734" h="2272029">
                <a:moveTo>
                  <a:pt x="69212" y="2229014"/>
                </a:moveTo>
                <a:lnTo>
                  <a:pt x="58674" y="2199893"/>
                </a:lnTo>
                <a:lnTo>
                  <a:pt x="0" y="2261615"/>
                </a:lnTo>
                <a:lnTo>
                  <a:pt x="57150" y="2268308"/>
                </a:lnTo>
                <a:lnTo>
                  <a:pt x="57150" y="2234183"/>
                </a:lnTo>
                <a:lnTo>
                  <a:pt x="69212" y="2229014"/>
                </a:lnTo>
                <a:close/>
              </a:path>
              <a:path w="546734" h="2272029">
                <a:moveTo>
                  <a:pt x="73510" y="2240893"/>
                </a:moveTo>
                <a:lnTo>
                  <a:pt x="69212" y="2229014"/>
                </a:lnTo>
                <a:lnTo>
                  <a:pt x="57150" y="2234183"/>
                </a:lnTo>
                <a:lnTo>
                  <a:pt x="62496" y="2245613"/>
                </a:lnTo>
                <a:lnTo>
                  <a:pt x="73510" y="2240893"/>
                </a:lnTo>
                <a:close/>
              </a:path>
              <a:path w="546734" h="2272029">
                <a:moveTo>
                  <a:pt x="84594" y="2271521"/>
                </a:moveTo>
                <a:lnTo>
                  <a:pt x="73510" y="2240893"/>
                </a:lnTo>
                <a:lnTo>
                  <a:pt x="62496" y="2245613"/>
                </a:lnTo>
                <a:lnTo>
                  <a:pt x="57150" y="2234183"/>
                </a:lnTo>
                <a:lnTo>
                  <a:pt x="57150" y="2268308"/>
                </a:lnTo>
                <a:lnTo>
                  <a:pt x="84594" y="2271521"/>
                </a:lnTo>
                <a:close/>
              </a:path>
              <a:path w="546734" h="2272029">
                <a:moveTo>
                  <a:pt x="73151" y="2239901"/>
                </a:moveTo>
                <a:lnTo>
                  <a:pt x="73151" y="2227325"/>
                </a:lnTo>
                <a:lnTo>
                  <a:pt x="71627" y="2228087"/>
                </a:lnTo>
                <a:lnTo>
                  <a:pt x="69212" y="2229014"/>
                </a:lnTo>
                <a:lnTo>
                  <a:pt x="73151" y="2239901"/>
                </a:lnTo>
                <a:close/>
              </a:path>
              <a:path w="546734" h="2272029">
                <a:moveTo>
                  <a:pt x="71826" y="2227894"/>
                </a:moveTo>
                <a:lnTo>
                  <a:pt x="71627" y="2227979"/>
                </a:lnTo>
                <a:lnTo>
                  <a:pt x="71826" y="2227894"/>
                </a:lnTo>
                <a:close/>
              </a:path>
              <a:path w="546734" h="2272029">
                <a:moveTo>
                  <a:pt x="73151" y="2227325"/>
                </a:moveTo>
                <a:lnTo>
                  <a:pt x="71826" y="2227894"/>
                </a:lnTo>
                <a:lnTo>
                  <a:pt x="71627" y="2228087"/>
                </a:lnTo>
                <a:lnTo>
                  <a:pt x="73151" y="2227325"/>
                </a:lnTo>
                <a:close/>
              </a:path>
              <a:path w="546734" h="2272029">
                <a:moveTo>
                  <a:pt x="546353" y="0"/>
                </a:moveTo>
                <a:lnTo>
                  <a:pt x="533400" y="0"/>
                </a:lnTo>
                <a:lnTo>
                  <a:pt x="532357" y="99565"/>
                </a:lnTo>
                <a:lnTo>
                  <a:pt x="528610" y="250099"/>
                </a:lnTo>
                <a:lnTo>
                  <a:pt x="522100" y="401721"/>
                </a:lnTo>
                <a:lnTo>
                  <a:pt x="512667" y="554055"/>
                </a:lnTo>
                <a:lnTo>
                  <a:pt x="504676" y="655821"/>
                </a:lnTo>
                <a:lnTo>
                  <a:pt x="495268" y="757624"/>
                </a:lnTo>
                <a:lnTo>
                  <a:pt x="484395" y="859355"/>
                </a:lnTo>
                <a:lnTo>
                  <a:pt x="472010" y="960900"/>
                </a:lnTo>
                <a:lnTo>
                  <a:pt x="458066" y="1062149"/>
                </a:lnTo>
                <a:lnTo>
                  <a:pt x="442515" y="1162991"/>
                </a:lnTo>
                <a:lnTo>
                  <a:pt x="425310" y="1263313"/>
                </a:lnTo>
                <a:lnTo>
                  <a:pt x="406403" y="1363005"/>
                </a:lnTo>
                <a:lnTo>
                  <a:pt x="385748" y="1461956"/>
                </a:lnTo>
                <a:lnTo>
                  <a:pt x="374750" y="1511118"/>
                </a:lnTo>
                <a:lnTo>
                  <a:pt x="363297" y="1560053"/>
                </a:lnTo>
                <a:lnTo>
                  <a:pt x="351383" y="1608747"/>
                </a:lnTo>
                <a:lnTo>
                  <a:pt x="339002" y="1657186"/>
                </a:lnTo>
                <a:lnTo>
                  <a:pt x="326148" y="1705355"/>
                </a:lnTo>
                <a:lnTo>
                  <a:pt x="283104" y="1841439"/>
                </a:lnTo>
                <a:lnTo>
                  <a:pt x="267022" y="1889237"/>
                </a:lnTo>
                <a:lnTo>
                  <a:pt x="249662" y="1937243"/>
                </a:lnTo>
                <a:lnTo>
                  <a:pt x="230778" y="1984848"/>
                </a:lnTo>
                <a:lnTo>
                  <a:pt x="210121" y="2031446"/>
                </a:lnTo>
                <a:lnTo>
                  <a:pt x="187446" y="2076430"/>
                </a:lnTo>
                <a:lnTo>
                  <a:pt x="162506" y="2119193"/>
                </a:lnTo>
                <a:lnTo>
                  <a:pt x="135054" y="2159128"/>
                </a:lnTo>
                <a:lnTo>
                  <a:pt x="104844" y="2195629"/>
                </a:lnTo>
                <a:lnTo>
                  <a:pt x="71826" y="2227894"/>
                </a:lnTo>
                <a:lnTo>
                  <a:pt x="73151" y="2227325"/>
                </a:lnTo>
                <a:lnTo>
                  <a:pt x="73151" y="2239901"/>
                </a:lnTo>
                <a:lnTo>
                  <a:pt x="73510" y="2240893"/>
                </a:lnTo>
                <a:lnTo>
                  <a:pt x="78498" y="2238755"/>
                </a:lnTo>
                <a:lnTo>
                  <a:pt x="79260" y="2238755"/>
                </a:lnTo>
                <a:lnTo>
                  <a:pt x="79260" y="2237993"/>
                </a:lnTo>
                <a:lnTo>
                  <a:pt x="80022" y="2237993"/>
                </a:lnTo>
                <a:lnTo>
                  <a:pt x="111716" y="2208374"/>
                </a:lnTo>
                <a:lnTo>
                  <a:pt x="141374" y="2172937"/>
                </a:lnTo>
                <a:lnTo>
                  <a:pt x="169051" y="2132638"/>
                </a:lnTo>
                <a:lnTo>
                  <a:pt x="194804" y="2088435"/>
                </a:lnTo>
                <a:lnTo>
                  <a:pt x="218690" y="2041286"/>
                </a:lnTo>
                <a:lnTo>
                  <a:pt x="240765" y="1992148"/>
                </a:lnTo>
                <a:lnTo>
                  <a:pt x="261084" y="1941979"/>
                </a:lnTo>
                <a:lnTo>
                  <a:pt x="279705" y="1891735"/>
                </a:lnTo>
                <a:lnTo>
                  <a:pt x="296683" y="1842374"/>
                </a:lnTo>
                <a:lnTo>
                  <a:pt x="312076" y="1794854"/>
                </a:lnTo>
                <a:lnTo>
                  <a:pt x="338327" y="1709165"/>
                </a:lnTo>
                <a:lnTo>
                  <a:pt x="351185" y="1660895"/>
                </a:lnTo>
                <a:lnTo>
                  <a:pt x="363573" y="1612353"/>
                </a:lnTo>
                <a:lnTo>
                  <a:pt x="375497" y="1563554"/>
                </a:lnTo>
                <a:lnTo>
                  <a:pt x="386963" y="1514511"/>
                </a:lnTo>
                <a:lnTo>
                  <a:pt x="408543" y="1415754"/>
                </a:lnTo>
                <a:lnTo>
                  <a:pt x="428361" y="1316192"/>
                </a:lnTo>
                <a:lnTo>
                  <a:pt x="446460" y="1215940"/>
                </a:lnTo>
                <a:lnTo>
                  <a:pt x="462888" y="1115109"/>
                </a:lnTo>
                <a:lnTo>
                  <a:pt x="477689" y="1013812"/>
                </a:lnTo>
                <a:lnTo>
                  <a:pt x="490910" y="912163"/>
                </a:lnTo>
                <a:lnTo>
                  <a:pt x="502597" y="810272"/>
                </a:lnTo>
                <a:lnTo>
                  <a:pt x="512795" y="708254"/>
                </a:lnTo>
                <a:lnTo>
                  <a:pt x="521551" y="606220"/>
                </a:lnTo>
                <a:lnTo>
                  <a:pt x="532079" y="453387"/>
                </a:lnTo>
                <a:lnTo>
                  <a:pt x="539620" y="301152"/>
                </a:lnTo>
                <a:lnTo>
                  <a:pt x="544326" y="149896"/>
                </a:lnTo>
                <a:lnTo>
                  <a:pt x="5463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52548" y="2736596"/>
            <a:ext cx="67881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Used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38579" y="4348213"/>
            <a:ext cx="1180465" cy="332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Based</a:t>
            </a:r>
            <a:r>
              <a:rPr sz="2200" spc="-9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25879" y="5910300"/>
            <a:ext cx="2171700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Implemented</a:t>
            </a:r>
            <a:r>
              <a:rPr sz="2200" spc="-9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3365"/>
                </a:solidFill>
                <a:latin typeface="Arial"/>
                <a:cs typeface="Arial"/>
              </a:rPr>
              <a:t>into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74761" y="3201923"/>
            <a:ext cx="7993380" cy="2550160"/>
          </a:xfrm>
          <a:custGeom>
            <a:avLst/>
            <a:gdLst/>
            <a:ahLst/>
            <a:cxnLst/>
            <a:rect l="l" t="t" r="r" b="b"/>
            <a:pathLst>
              <a:path w="7993380" h="2550160">
                <a:moveTo>
                  <a:pt x="0" y="0"/>
                </a:moveTo>
                <a:lnTo>
                  <a:pt x="0" y="2549652"/>
                </a:lnTo>
                <a:lnTo>
                  <a:pt x="7993379" y="2549652"/>
                </a:lnTo>
                <a:lnTo>
                  <a:pt x="799337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766431" y="5791453"/>
            <a:ext cx="1828164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Data</a:t>
            </a:r>
            <a:r>
              <a:rPr sz="2200" spc="-8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3365"/>
                </a:solidFill>
                <a:latin typeface="Arial"/>
                <a:cs typeface="Arial"/>
              </a:rPr>
              <a:t>Structure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Basic</a:t>
            </a:r>
            <a:r>
              <a:rPr spc="-85" dirty="0"/>
              <a:t> </a:t>
            </a:r>
            <a:r>
              <a:rPr spc="-5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94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System Life</a:t>
            </a:r>
            <a:r>
              <a:rPr spc="-50" dirty="0"/>
              <a:t> </a:t>
            </a:r>
            <a:r>
              <a:rPr spc="-5" dirty="0"/>
              <a:t>Cycle</a:t>
            </a:r>
          </a:p>
          <a:p>
            <a:pPr marL="53594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>
                <a:solidFill>
                  <a:srgbClr val="FF3300"/>
                </a:solidFill>
              </a:rPr>
              <a:t>Data </a:t>
            </a:r>
            <a:r>
              <a:rPr spc="-10" dirty="0">
                <a:solidFill>
                  <a:srgbClr val="FF3300"/>
                </a:solidFill>
              </a:rPr>
              <a:t>Abstraction </a:t>
            </a:r>
            <a:r>
              <a:rPr spc="-5" dirty="0">
                <a:solidFill>
                  <a:srgbClr val="FF3300"/>
                </a:solidFill>
              </a:rPr>
              <a:t>and </a:t>
            </a:r>
            <a:r>
              <a:rPr spc="-10" dirty="0">
                <a:solidFill>
                  <a:srgbClr val="FF3300"/>
                </a:solidFill>
              </a:rPr>
              <a:t>Encapsulation</a:t>
            </a:r>
          </a:p>
          <a:p>
            <a:pPr marL="53594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Algorithm</a:t>
            </a:r>
            <a:r>
              <a:rPr spc="-15" dirty="0"/>
              <a:t> </a:t>
            </a:r>
            <a:r>
              <a:rPr spc="-10" dirty="0"/>
              <a:t>Specification</a:t>
            </a:r>
          </a:p>
          <a:p>
            <a:pPr marL="535940" marR="1718945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Performance Analysis and  Measurement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Data Abstraction and</a:t>
            </a:r>
            <a:r>
              <a:rPr spc="-95" dirty="0"/>
              <a:t> </a:t>
            </a:r>
            <a:r>
              <a:rPr dirty="0"/>
              <a:t>Encapsulation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7590155" cy="3596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marR="295275" indent="-342265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Data encapsulation </a:t>
            </a:r>
            <a:r>
              <a:rPr sz="2800" dirty="0">
                <a:latin typeface="Arial"/>
                <a:cs typeface="Arial"/>
              </a:rPr>
              <a:t>or information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hiding </a:t>
            </a:r>
            <a:r>
              <a:rPr sz="2800" dirty="0">
                <a:latin typeface="Arial"/>
                <a:cs typeface="Arial"/>
              </a:rPr>
              <a:t>is  the concealing of the implementation details  of a data object from the outside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world</a:t>
            </a:r>
            <a:endParaRPr sz="2800">
              <a:latin typeface="Arial"/>
              <a:cs typeface="Arial"/>
            </a:endParaRPr>
          </a:p>
          <a:p>
            <a:pPr marL="355600" marR="474345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Data abstraction </a:t>
            </a:r>
            <a:r>
              <a:rPr sz="2800" dirty="0">
                <a:latin typeface="Arial"/>
                <a:cs typeface="Arial"/>
              </a:rPr>
              <a:t>is the separation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between  the specification of a data object and its  implementation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</a:t>
            </a:r>
            <a:r>
              <a:rPr sz="2800" spc="-5" dirty="0">
                <a:solidFill>
                  <a:srgbClr val="FF3300"/>
                </a:solidFill>
                <a:latin typeface="Arial"/>
                <a:cs typeface="Arial"/>
              </a:rPr>
              <a:t>data type </a:t>
            </a:r>
            <a:r>
              <a:rPr sz="2800" dirty="0">
                <a:latin typeface="Arial"/>
                <a:cs typeface="Arial"/>
              </a:rPr>
              <a:t>is a collection of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objects </a:t>
            </a:r>
            <a:r>
              <a:rPr sz="2800" dirty="0">
                <a:latin typeface="Arial"/>
                <a:cs typeface="Arial"/>
              </a:rPr>
              <a:t>and a set  of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operations </a:t>
            </a:r>
            <a:r>
              <a:rPr sz="2800" dirty="0">
                <a:latin typeface="Arial"/>
                <a:cs typeface="Arial"/>
              </a:rPr>
              <a:t>that act on those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objects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813815"/>
            <a:ext cx="6744970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Data Abstraction and</a:t>
            </a:r>
            <a:r>
              <a:rPr sz="3600" spc="55" dirty="0"/>
              <a:t> </a:t>
            </a:r>
            <a:r>
              <a:rPr sz="3600" spc="-5" dirty="0"/>
              <a:t>Encapsulation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1363230"/>
            <a:ext cx="6921500" cy="4947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Specification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Name 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Type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arguments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Types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Description of </a:t>
            </a:r>
            <a:r>
              <a:rPr sz="2400" spc="-5" dirty="0">
                <a:latin typeface="Arial"/>
                <a:cs typeface="Arial"/>
              </a:rPr>
              <a:t>what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function does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without  </a:t>
            </a:r>
            <a:r>
              <a:rPr sz="2400" spc="-5" dirty="0">
                <a:latin typeface="Arial"/>
                <a:cs typeface="Arial"/>
              </a:rPr>
              <a:t>implementation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details)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Representation: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Implementation details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E.g., char 1 byte, int 4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bytes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813815"/>
            <a:ext cx="6744970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Data Abstraction and</a:t>
            </a:r>
            <a:r>
              <a:rPr sz="3600" spc="55" dirty="0"/>
              <a:t> </a:t>
            </a:r>
            <a:r>
              <a:rPr sz="3600" spc="-5" dirty="0"/>
              <a:t>Encapsulation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1363230"/>
            <a:ext cx="7597140" cy="392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abstract data type (ADT) </a:t>
            </a:r>
            <a:r>
              <a:rPr sz="2800" dirty="0">
                <a:latin typeface="Arial"/>
                <a:cs typeface="Arial"/>
              </a:rPr>
              <a:t>is a data type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that</a:t>
            </a:r>
            <a:endParaRPr sz="2800">
              <a:latin typeface="Arial"/>
              <a:cs typeface="Arial"/>
            </a:endParaRPr>
          </a:p>
          <a:p>
            <a:pPr marL="755650" marR="5588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is organized in such a way </a:t>
            </a:r>
            <a:r>
              <a:rPr sz="2400" dirty="0">
                <a:latin typeface="Arial"/>
                <a:cs typeface="Arial"/>
              </a:rPr>
              <a:t>that the </a:t>
            </a:r>
            <a:r>
              <a:rPr sz="2400" spc="-5" dirty="0">
                <a:latin typeface="Arial"/>
                <a:cs typeface="Arial"/>
              </a:rPr>
              <a:t>specification </a:t>
            </a:r>
            <a:r>
              <a:rPr sz="2400" dirty="0">
                <a:latin typeface="Arial"/>
                <a:cs typeface="Arial"/>
              </a:rPr>
              <a:t>of  the objects,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the specification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operations on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objects is 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separated </a:t>
            </a:r>
            <a:r>
              <a:rPr sz="2400" dirty="0">
                <a:latin typeface="Arial"/>
                <a:cs typeface="Arial"/>
              </a:rPr>
              <a:t>from the </a:t>
            </a:r>
            <a:r>
              <a:rPr sz="2400" spc="-5" dirty="0">
                <a:latin typeface="Arial"/>
                <a:cs typeface="Arial"/>
              </a:rPr>
              <a:t>representation </a:t>
            </a:r>
            <a:r>
              <a:rPr sz="2400" dirty="0">
                <a:latin typeface="Arial"/>
                <a:cs typeface="Arial"/>
              </a:rPr>
              <a:t>of the </a:t>
            </a:r>
            <a:r>
              <a:rPr sz="2400" spc="-5" dirty="0">
                <a:latin typeface="Arial"/>
                <a:cs typeface="Arial"/>
              </a:rPr>
              <a:t>objects  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implementation </a:t>
            </a:r>
            <a:r>
              <a:rPr sz="2400" dirty="0">
                <a:latin typeface="Arial"/>
                <a:cs typeface="Arial"/>
              </a:rPr>
              <a:t>of the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ADT is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implementation-independent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3875" y="720090"/>
            <a:ext cx="521335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5" dirty="0">
                <a:latin typeface="Courier New"/>
                <a:cs typeface="Courier New"/>
              </a:rPr>
              <a:t>Abstract data type NaturalNumber</a:t>
            </a:r>
            <a:r>
              <a:rPr sz="1800" b="1" i="1" spc="-105" dirty="0">
                <a:latin typeface="Courier New"/>
                <a:cs typeface="Courier New"/>
              </a:rPr>
              <a:t> </a:t>
            </a:r>
            <a:r>
              <a:rPr sz="1800" b="1" i="1" spc="-10" dirty="0">
                <a:latin typeface="Courier New"/>
                <a:cs typeface="Courier New"/>
              </a:rPr>
              <a:t>(p.9)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6587" y="1011174"/>
            <a:ext cx="5190490" cy="0"/>
          </a:xfrm>
          <a:custGeom>
            <a:avLst/>
            <a:gdLst/>
            <a:ahLst/>
            <a:cxnLst/>
            <a:rect l="l" t="t" r="r" b="b"/>
            <a:pathLst>
              <a:path w="5190490">
                <a:moveTo>
                  <a:pt x="0" y="0"/>
                </a:moveTo>
                <a:lnTo>
                  <a:pt x="5189982" y="0"/>
                </a:lnTo>
              </a:path>
            </a:pathLst>
          </a:custGeom>
          <a:ln w="106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93875" y="995171"/>
            <a:ext cx="7943850" cy="222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ADT NaturalNumber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  <a:p>
            <a:pPr marL="558800" marR="5080" indent="-27305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objects: an ordered subrange of </a:t>
            </a:r>
            <a:r>
              <a:rPr sz="1800" b="1" spc="-10" dirty="0">
                <a:latin typeface="Courier New"/>
                <a:cs typeface="Courier New"/>
              </a:rPr>
              <a:t>the integers starting </a:t>
            </a:r>
            <a:r>
              <a:rPr sz="1800" b="1" spc="-15" dirty="0">
                <a:latin typeface="Courier New"/>
                <a:cs typeface="Courier New"/>
              </a:rPr>
              <a:t>at  </a:t>
            </a:r>
            <a:r>
              <a:rPr sz="1800" b="1" spc="-5" dirty="0">
                <a:latin typeface="Courier New"/>
                <a:cs typeface="Courier New"/>
              </a:rPr>
              <a:t>zero and ending at the maximum integer (INT_MAX) </a:t>
            </a:r>
            <a:r>
              <a:rPr sz="1800" b="1" spc="-10" dirty="0">
                <a:latin typeface="Courier New"/>
                <a:cs typeface="Courier New"/>
              </a:rPr>
              <a:t>on  the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computer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</a:pPr>
            <a:r>
              <a:rPr sz="1800" b="1" spc="-15" dirty="0">
                <a:latin typeface="Courier New"/>
                <a:cs typeface="Courier New"/>
              </a:rPr>
              <a:t>functions:</a:t>
            </a:r>
            <a:endParaRPr sz="1800">
              <a:latin typeface="Courier New"/>
              <a:cs typeface="Courier New"/>
            </a:endParaRPr>
          </a:p>
          <a:p>
            <a:pPr marL="558800" marR="768985" indent="-635">
              <a:lnSpc>
                <a:spcPct val="98300"/>
              </a:lnSpc>
              <a:spcBef>
                <a:spcPts val="120"/>
              </a:spcBef>
              <a:tabLst>
                <a:tab pos="2633345" algn="l"/>
                <a:tab pos="6210300" algn="l"/>
              </a:tabLst>
            </a:pPr>
            <a:r>
              <a:rPr sz="1800" b="1" spc="-15" dirty="0">
                <a:latin typeface="Courier New"/>
                <a:cs typeface="Courier New"/>
              </a:rPr>
              <a:t>fo</a:t>
            </a:r>
            <a:r>
              <a:rPr sz="1800" b="1" spc="-5" dirty="0">
                <a:latin typeface="Courier New"/>
                <a:cs typeface="Courier New"/>
              </a:rPr>
              <a:t>r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al</a:t>
            </a:r>
            <a:r>
              <a:rPr sz="1800" b="1" spc="-5" dirty="0">
                <a:latin typeface="Courier New"/>
                <a:cs typeface="Courier New"/>
              </a:rPr>
              <a:t>l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x</a:t>
            </a:r>
            <a:r>
              <a:rPr sz="1800" b="1" spc="-5" dirty="0">
                <a:latin typeface="Courier New"/>
                <a:cs typeface="Courier New"/>
              </a:rPr>
              <a:t>,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y </a:t>
            </a:r>
            <a:r>
              <a:rPr sz="1800" b="1" spc="-5" dirty="0">
                <a:latin typeface="Symbol"/>
                <a:cs typeface="Symbol"/>
              </a:rPr>
              <a:t>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Nat_Number</a:t>
            </a:r>
            <a:r>
              <a:rPr sz="1800" b="1" spc="-5" dirty="0">
                <a:latin typeface="Courier New"/>
                <a:cs typeface="Courier New"/>
              </a:rPr>
              <a:t>;</a:t>
            </a:r>
            <a:r>
              <a:rPr sz="1800" b="1" spc="-10" dirty="0">
                <a:latin typeface="Courier New"/>
                <a:cs typeface="Courier New"/>
              </a:rPr>
              <a:t> TRUE</a:t>
            </a:r>
            <a:r>
              <a:rPr sz="1800" b="1" spc="-5" dirty="0">
                <a:latin typeface="Courier New"/>
                <a:cs typeface="Courier New"/>
              </a:rPr>
              <a:t>,</a:t>
            </a:r>
            <a:r>
              <a:rPr sz="1800" b="1" spc="-10" dirty="0">
                <a:latin typeface="Courier New"/>
                <a:cs typeface="Courier New"/>
              </a:rPr>
              <a:t> FALS</a:t>
            </a:r>
            <a:r>
              <a:rPr sz="1800" b="1" spc="-5" dirty="0">
                <a:latin typeface="Courier New"/>
                <a:cs typeface="Courier New"/>
              </a:rPr>
              <a:t>E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Symbol"/>
                <a:cs typeface="Symbol"/>
              </a:rPr>
              <a:t>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spc="-15" dirty="0">
                <a:latin typeface="Courier New"/>
                <a:cs typeface="Courier New"/>
              </a:rPr>
              <a:t>Boolean  </a:t>
            </a:r>
            <a:r>
              <a:rPr sz="1800" b="1" spc="-10" dirty="0">
                <a:latin typeface="Courier New"/>
                <a:cs typeface="Courier New"/>
              </a:rPr>
              <a:t>and where +, -, &lt;, and == are the usual </a:t>
            </a:r>
            <a:r>
              <a:rPr sz="1800" b="1" spc="-15" dirty="0">
                <a:latin typeface="Courier New"/>
                <a:cs typeface="Courier New"/>
              </a:rPr>
              <a:t>integer  </a:t>
            </a:r>
            <a:r>
              <a:rPr sz="1800" b="1" spc="-10" dirty="0">
                <a:latin typeface="Courier New"/>
                <a:cs typeface="Courier New"/>
              </a:rPr>
              <a:t>operations.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0279" y="3192017"/>
            <a:ext cx="3166110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104900" algn="l"/>
              </a:tabLst>
            </a:pPr>
            <a:r>
              <a:rPr sz="1800" b="1" spc="-10" dirty="0">
                <a:latin typeface="Courier New"/>
                <a:cs typeface="Courier New"/>
              </a:rPr>
              <a:t>Zer</a:t>
            </a:r>
            <a:r>
              <a:rPr sz="1800" b="1" spc="-5" dirty="0">
                <a:latin typeface="Courier New"/>
                <a:cs typeface="Courier New"/>
              </a:rPr>
              <a:t>o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(</a:t>
            </a:r>
            <a:r>
              <a:rPr sz="1800" b="1" dirty="0">
                <a:latin typeface="Courier New"/>
                <a:cs typeface="Courier New"/>
              </a:rPr>
              <a:t>	</a:t>
            </a:r>
            <a:r>
              <a:rPr sz="1800" b="1" spc="-10" dirty="0">
                <a:latin typeface="Courier New"/>
                <a:cs typeface="Courier New"/>
              </a:rPr>
              <a:t>):NaturalNumber  Is_Zero(x):Boolean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0279" y="4015727"/>
            <a:ext cx="31648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Add(x,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y):NaturalNumber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0279" y="4840198"/>
            <a:ext cx="248221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ourier New"/>
                <a:cs typeface="Courier New"/>
              </a:rPr>
              <a:t>Equal(x,y):Boolean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0279" y="5388838"/>
            <a:ext cx="357441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ourier New"/>
                <a:cs typeface="Courier New"/>
              </a:rPr>
              <a:t>Successor(x):NaturalNumber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0279" y="6213309"/>
            <a:ext cx="37109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ourier New"/>
                <a:cs typeface="Courier New"/>
              </a:rPr>
              <a:t>Subtract(x,y):NaturalNumber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3257" y="3192017"/>
            <a:ext cx="3575685" cy="3597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  <a:tabLst>
                <a:tab pos="726440" algn="l"/>
              </a:tabLst>
            </a:pPr>
            <a:r>
              <a:rPr sz="1800" b="1" spc="-5" dirty="0">
                <a:latin typeface="Courier New"/>
                <a:cs typeface="Courier New"/>
              </a:rPr>
              <a:t>::=	0</a:t>
            </a:r>
            <a:endParaRPr sz="1800">
              <a:latin typeface="Courier New"/>
              <a:cs typeface="Courier New"/>
            </a:endParaRPr>
          </a:p>
          <a:p>
            <a:pPr marL="588645" marR="384810" indent="-5461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Courier New"/>
                <a:cs typeface="Courier New"/>
              </a:rPr>
              <a:t>::= if (x) return</a:t>
            </a:r>
            <a:r>
              <a:rPr sz="1800" b="1" spc="-10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FALSE  </a:t>
            </a:r>
            <a:r>
              <a:rPr sz="1800" b="1" spc="-5" dirty="0">
                <a:latin typeface="Courier New"/>
                <a:cs typeface="Courier New"/>
              </a:rPr>
              <a:t>else return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TRUE</a:t>
            </a:r>
            <a:endParaRPr sz="180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::= if ((x+y) &lt;=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INT_MAX)</a:t>
            </a:r>
            <a:endParaRPr sz="1800">
              <a:latin typeface="Courier New"/>
              <a:cs typeface="Courier New"/>
            </a:endParaRPr>
          </a:p>
          <a:p>
            <a:pPr marL="86233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Courier New"/>
                <a:cs typeface="Courier New"/>
              </a:rPr>
              <a:t>return</a:t>
            </a:r>
            <a:r>
              <a:rPr sz="1800" b="1" spc="-10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x+y</a:t>
            </a:r>
            <a:endParaRPr sz="1800">
              <a:latin typeface="Courier New"/>
              <a:cs typeface="Courier New"/>
            </a:endParaRPr>
          </a:p>
          <a:p>
            <a:pPr marL="58864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else return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INT_MAX</a:t>
            </a:r>
            <a:endParaRPr sz="1800">
              <a:latin typeface="Courier New"/>
              <a:cs typeface="Courier New"/>
            </a:endParaRPr>
          </a:p>
          <a:p>
            <a:pPr marL="588645" marR="5080" indent="-5765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::= if (x== y) return </a:t>
            </a:r>
            <a:r>
              <a:rPr sz="1800" b="1" spc="-15" dirty="0">
                <a:latin typeface="Courier New"/>
                <a:cs typeface="Courier New"/>
              </a:rPr>
              <a:t>TRUE  </a:t>
            </a:r>
            <a:r>
              <a:rPr sz="1800" b="1" spc="-5" dirty="0">
                <a:latin typeface="Courier New"/>
                <a:cs typeface="Courier New"/>
              </a:rPr>
              <a:t>else return</a:t>
            </a:r>
            <a:r>
              <a:rPr sz="1800" b="1" spc="-9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FALSE</a:t>
            </a:r>
            <a:endParaRPr sz="1800">
              <a:latin typeface="Courier New"/>
              <a:cs typeface="Courier New"/>
            </a:endParaRPr>
          </a:p>
          <a:p>
            <a:pPr marL="4191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::= </a:t>
            </a:r>
            <a:r>
              <a:rPr sz="1800" b="1" spc="-5" dirty="0">
                <a:latin typeface="Courier New"/>
                <a:cs typeface="Courier New"/>
              </a:rPr>
              <a:t>if (x ==</a:t>
            </a:r>
            <a:r>
              <a:rPr sz="1800" b="1" spc="-5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INT_MAX)</a:t>
            </a:r>
            <a:endParaRPr sz="1800">
              <a:latin typeface="Courier New"/>
              <a:cs typeface="Courier New"/>
            </a:endParaRPr>
          </a:p>
          <a:p>
            <a:pPr marL="588645" marR="930910" indent="27305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return </a:t>
            </a:r>
            <a:r>
              <a:rPr sz="1800" b="1" spc="-5" dirty="0">
                <a:latin typeface="Courier New"/>
                <a:cs typeface="Courier New"/>
              </a:rPr>
              <a:t>x  else return</a:t>
            </a:r>
            <a:r>
              <a:rPr sz="1800" b="1" spc="-10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x+1</a:t>
            </a:r>
            <a:endParaRPr sz="1800">
              <a:latin typeface="Courier New"/>
              <a:cs typeface="Courier New"/>
            </a:endParaRPr>
          </a:p>
          <a:p>
            <a:pPr marL="588645" marR="656590" indent="-54737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ourier New"/>
                <a:cs typeface="Courier New"/>
              </a:rPr>
              <a:t>::= </a:t>
            </a:r>
            <a:r>
              <a:rPr sz="1800" b="1" spc="-5" dirty="0">
                <a:latin typeface="Courier New"/>
                <a:cs typeface="Courier New"/>
              </a:rPr>
              <a:t>if (x&lt;y) return</a:t>
            </a:r>
            <a:r>
              <a:rPr sz="1800" b="1" spc="-9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0  else return</a:t>
            </a:r>
            <a:r>
              <a:rPr sz="1800" b="1" spc="-10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x-y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3925" y="6762698"/>
            <a:ext cx="248348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end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Natural_Number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Basic</a:t>
            </a:r>
            <a:r>
              <a:rPr spc="-85" dirty="0"/>
              <a:t> </a:t>
            </a:r>
            <a:r>
              <a:rPr spc="-5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94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System Life</a:t>
            </a:r>
            <a:r>
              <a:rPr spc="-50" dirty="0"/>
              <a:t> </a:t>
            </a:r>
            <a:r>
              <a:rPr spc="-5" dirty="0"/>
              <a:t>Cycle</a:t>
            </a:r>
          </a:p>
          <a:p>
            <a:pPr marL="53594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Data </a:t>
            </a:r>
            <a:r>
              <a:rPr spc="-10" dirty="0"/>
              <a:t>Abstraction </a:t>
            </a:r>
            <a:r>
              <a:rPr spc="-5" dirty="0"/>
              <a:t>and </a:t>
            </a:r>
            <a:r>
              <a:rPr spc="-10" dirty="0"/>
              <a:t>Encapsulation</a:t>
            </a:r>
          </a:p>
          <a:p>
            <a:pPr marL="53594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>
                <a:solidFill>
                  <a:srgbClr val="FF3300"/>
                </a:solidFill>
              </a:rPr>
              <a:t>Algorithm</a:t>
            </a:r>
            <a:r>
              <a:rPr spc="-15" dirty="0">
                <a:solidFill>
                  <a:srgbClr val="FF3300"/>
                </a:solidFill>
              </a:rPr>
              <a:t> </a:t>
            </a:r>
            <a:r>
              <a:rPr spc="-10" dirty="0">
                <a:solidFill>
                  <a:srgbClr val="FF3300"/>
                </a:solidFill>
              </a:rPr>
              <a:t>Specification</a:t>
            </a:r>
          </a:p>
          <a:p>
            <a:pPr marL="535940" marR="1718945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Performance Analysis and  Measurement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Algorithm</a:t>
            </a:r>
            <a:r>
              <a:rPr spc="-95" dirty="0"/>
              <a:t> </a:t>
            </a:r>
            <a:r>
              <a:rPr spc="-5" dirty="0"/>
              <a:t>Specification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6771"/>
            <a:ext cx="7410450" cy="3312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Definition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An </a:t>
            </a:r>
            <a:r>
              <a:rPr sz="2000" spc="-10" dirty="0">
                <a:latin typeface="Arial"/>
                <a:cs typeface="Arial"/>
              </a:rPr>
              <a:t>algorithm </a:t>
            </a:r>
            <a:r>
              <a:rPr sz="2000" spc="-5" dirty="0">
                <a:latin typeface="Arial"/>
                <a:cs typeface="Arial"/>
              </a:rPr>
              <a:t>is a finite set of instructions that accomplishes  a </a:t>
            </a:r>
            <a:r>
              <a:rPr sz="2000" spc="-10" dirty="0">
                <a:latin typeface="Arial"/>
                <a:cs typeface="Arial"/>
              </a:rPr>
              <a:t>particular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task.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Criteria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9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10" dirty="0">
                <a:latin typeface="Arial"/>
                <a:cs typeface="Arial"/>
              </a:rPr>
              <a:t>Output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Definiteness: clear and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unambiguous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Finiteness: </a:t>
            </a:r>
            <a:r>
              <a:rPr sz="2000" spc="-10" dirty="0">
                <a:latin typeface="Arial"/>
                <a:cs typeface="Arial"/>
              </a:rPr>
              <a:t>terminate </a:t>
            </a:r>
            <a:r>
              <a:rPr sz="2000" spc="-5" dirty="0">
                <a:latin typeface="Arial"/>
                <a:cs typeface="Arial"/>
              </a:rPr>
              <a:t>after a finite </a:t>
            </a:r>
            <a:r>
              <a:rPr sz="2000" spc="-1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steps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Arial"/>
                <a:cs typeface="Arial"/>
              </a:rPr>
              <a:t>Effectiveness: </a:t>
            </a:r>
            <a:r>
              <a:rPr sz="2000" spc="-10" dirty="0">
                <a:latin typeface="Arial"/>
                <a:cs typeface="Arial"/>
              </a:rPr>
              <a:t>instruction </a:t>
            </a:r>
            <a:r>
              <a:rPr sz="2000" spc="-5" dirty="0">
                <a:latin typeface="Arial"/>
                <a:cs typeface="Arial"/>
              </a:rPr>
              <a:t>is </a:t>
            </a:r>
            <a:r>
              <a:rPr sz="2000" spc="-10" dirty="0">
                <a:latin typeface="Arial"/>
                <a:cs typeface="Arial"/>
              </a:rPr>
              <a:t>basic enough </a:t>
            </a:r>
            <a:r>
              <a:rPr sz="2000" spc="-5" dirty="0">
                <a:latin typeface="Arial"/>
                <a:cs typeface="Arial"/>
              </a:rPr>
              <a:t>to be </a:t>
            </a:r>
            <a:r>
              <a:rPr sz="2000" spc="-10" dirty="0">
                <a:latin typeface="Arial"/>
                <a:cs typeface="Arial"/>
              </a:rPr>
              <a:t>carried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Algorithm </a:t>
            </a:r>
            <a:r>
              <a:rPr spc="-5" dirty="0"/>
              <a:t>Specification</a:t>
            </a:r>
            <a:r>
              <a:rPr spc="-8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61580" cy="249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One </a:t>
            </a:r>
            <a:r>
              <a:rPr sz="3200" spc="-10" dirty="0">
                <a:latin typeface="Arial"/>
                <a:cs typeface="Arial"/>
              </a:rPr>
              <a:t>difference between </a:t>
            </a:r>
            <a:r>
              <a:rPr sz="3200" spc="-5" dirty="0">
                <a:latin typeface="Arial"/>
                <a:cs typeface="Arial"/>
              </a:rPr>
              <a:t>an </a:t>
            </a:r>
            <a:r>
              <a:rPr sz="3200" spc="-10" dirty="0">
                <a:latin typeface="Arial"/>
                <a:cs typeface="Arial"/>
              </a:rPr>
              <a:t>algorithm  </a:t>
            </a:r>
            <a:r>
              <a:rPr sz="3200" spc="-5" dirty="0">
                <a:latin typeface="Arial"/>
                <a:cs typeface="Arial"/>
              </a:rPr>
              <a:t>and a </a:t>
            </a:r>
            <a:r>
              <a:rPr sz="3200" spc="-10" dirty="0">
                <a:latin typeface="Arial"/>
                <a:cs typeface="Arial"/>
              </a:rPr>
              <a:t>program </a:t>
            </a:r>
            <a:r>
              <a:rPr sz="3200" spc="-5" dirty="0">
                <a:latin typeface="Arial"/>
                <a:cs typeface="Arial"/>
              </a:rPr>
              <a:t>is that the latter </a:t>
            </a:r>
            <a:r>
              <a:rPr sz="3200" spc="-10" dirty="0">
                <a:latin typeface="Arial"/>
                <a:cs typeface="Arial"/>
              </a:rPr>
              <a:t>does not  have </a:t>
            </a:r>
            <a:r>
              <a:rPr sz="3200" spc="-5" dirty="0">
                <a:latin typeface="Arial"/>
                <a:cs typeface="Arial"/>
              </a:rPr>
              <a:t>to satisfy the fourth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condition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Program doesn’t have to be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finite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E.g., 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scheduling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</a:t>
            </a:r>
            <a:r>
              <a:rPr spc="-5" dirty="0"/>
              <a:t>1: Selection</a:t>
            </a:r>
            <a:r>
              <a:rPr spc="-80" dirty="0"/>
              <a:t> </a:t>
            </a:r>
            <a:r>
              <a:rPr spc="-5" dirty="0"/>
              <a:t>Sort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3668014"/>
            <a:ext cx="7291070" cy="147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From </a:t>
            </a:r>
            <a:r>
              <a:rPr sz="3200" spc="-10" dirty="0">
                <a:latin typeface="Arial"/>
                <a:cs typeface="Arial"/>
              </a:rPr>
              <a:t>those integers </a:t>
            </a:r>
            <a:r>
              <a:rPr sz="3200" spc="-5" dirty="0">
                <a:latin typeface="Arial"/>
                <a:cs typeface="Arial"/>
              </a:rPr>
              <a:t>that are </a:t>
            </a:r>
            <a:r>
              <a:rPr sz="3200" spc="-10" dirty="0">
                <a:latin typeface="Arial"/>
                <a:cs typeface="Arial"/>
              </a:rPr>
              <a:t>currently  unsorted, </a:t>
            </a:r>
            <a:r>
              <a:rPr sz="3200" spc="-5" dirty="0">
                <a:latin typeface="Arial"/>
                <a:cs typeface="Arial"/>
              </a:rPr>
              <a:t>find the </a:t>
            </a:r>
            <a:r>
              <a:rPr sz="3200" spc="-10" dirty="0">
                <a:latin typeface="Arial"/>
                <a:cs typeface="Arial"/>
              </a:rPr>
              <a:t>smallest </a:t>
            </a:r>
            <a:r>
              <a:rPr sz="3200" spc="-5" dirty="0">
                <a:latin typeface="Arial"/>
                <a:cs typeface="Arial"/>
              </a:rPr>
              <a:t>and </a:t>
            </a:r>
            <a:r>
              <a:rPr sz="3200" spc="-10" dirty="0">
                <a:latin typeface="Arial"/>
                <a:cs typeface="Arial"/>
              </a:rPr>
              <a:t>place it  </a:t>
            </a:r>
            <a:r>
              <a:rPr sz="3200" spc="-5" dirty="0">
                <a:latin typeface="Arial"/>
                <a:cs typeface="Arial"/>
              </a:rPr>
              <a:t>next in the </a:t>
            </a:r>
            <a:r>
              <a:rPr sz="3200" spc="-10" dirty="0">
                <a:latin typeface="Arial"/>
                <a:cs typeface="Arial"/>
              </a:rPr>
              <a:t>sorted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list.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7507" y="5109971"/>
            <a:ext cx="36747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 ( i=0; i&lt;n;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3267" y="5474970"/>
            <a:ext cx="331025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Examine list[i]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9208" y="5109971"/>
            <a:ext cx="3859529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397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list[n-1] and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suppose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7502" y="5839967"/>
            <a:ext cx="38576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that smallest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integer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085" y="5839967"/>
            <a:ext cx="22155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is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list[min]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3267" y="6205728"/>
            <a:ext cx="34925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Interchange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list[i]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2637" y="6205728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&amp;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list[min]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7507" y="6570726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3733" y="2083307"/>
            <a:ext cx="118110" cy="185420"/>
          </a:xfrm>
          <a:custGeom>
            <a:avLst/>
            <a:gdLst/>
            <a:ahLst/>
            <a:cxnLst/>
            <a:rect l="l" t="t" r="r" b="b"/>
            <a:pathLst>
              <a:path w="118110" h="185419">
                <a:moveTo>
                  <a:pt x="118110" y="92202"/>
                </a:moveTo>
                <a:lnTo>
                  <a:pt x="114300" y="49530"/>
                </a:lnTo>
                <a:lnTo>
                  <a:pt x="92202" y="9906"/>
                </a:lnTo>
                <a:lnTo>
                  <a:pt x="59436" y="0"/>
                </a:lnTo>
                <a:lnTo>
                  <a:pt x="49708" y="595"/>
                </a:lnTo>
                <a:lnTo>
                  <a:pt x="15049" y="23241"/>
                </a:lnTo>
                <a:lnTo>
                  <a:pt x="1714" y="63436"/>
                </a:lnTo>
                <a:lnTo>
                  <a:pt x="0" y="92202"/>
                </a:lnTo>
                <a:lnTo>
                  <a:pt x="1143" y="116074"/>
                </a:lnTo>
                <a:lnTo>
                  <a:pt x="4572" y="136302"/>
                </a:lnTo>
                <a:lnTo>
                  <a:pt x="10287" y="152959"/>
                </a:lnTo>
                <a:lnTo>
                  <a:pt x="18287" y="166116"/>
                </a:lnTo>
                <a:lnTo>
                  <a:pt x="22860" y="170855"/>
                </a:lnTo>
                <a:lnTo>
                  <a:pt x="22860" y="92202"/>
                </a:lnTo>
                <a:lnTo>
                  <a:pt x="23574" y="71747"/>
                </a:lnTo>
                <a:lnTo>
                  <a:pt x="34290" y="31242"/>
                </a:lnTo>
                <a:lnTo>
                  <a:pt x="58674" y="18288"/>
                </a:lnTo>
                <a:lnTo>
                  <a:pt x="66258" y="19155"/>
                </a:lnTo>
                <a:lnTo>
                  <a:pt x="92868" y="55054"/>
                </a:lnTo>
                <a:lnTo>
                  <a:pt x="95250" y="92202"/>
                </a:lnTo>
                <a:lnTo>
                  <a:pt x="95250" y="171365"/>
                </a:lnTo>
                <a:lnTo>
                  <a:pt x="98190" y="168342"/>
                </a:lnTo>
                <a:lnTo>
                  <a:pt x="114573" y="133457"/>
                </a:lnTo>
                <a:lnTo>
                  <a:pt x="117693" y="107477"/>
                </a:lnTo>
                <a:lnTo>
                  <a:pt x="118110" y="92202"/>
                </a:lnTo>
                <a:close/>
              </a:path>
              <a:path w="118110" h="185419">
                <a:moveTo>
                  <a:pt x="95250" y="171365"/>
                </a:moveTo>
                <a:lnTo>
                  <a:pt x="95250" y="92202"/>
                </a:lnTo>
                <a:lnTo>
                  <a:pt x="94666" y="112633"/>
                </a:lnTo>
                <a:lnTo>
                  <a:pt x="92868" y="129349"/>
                </a:lnTo>
                <a:lnTo>
                  <a:pt x="73247" y="162972"/>
                </a:lnTo>
                <a:lnTo>
                  <a:pt x="59436" y="166878"/>
                </a:lnTo>
                <a:lnTo>
                  <a:pt x="51851" y="165889"/>
                </a:lnTo>
                <a:lnTo>
                  <a:pt x="25622" y="129349"/>
                </a:lnTo>
                <a:lnTo>
                  <a:pt x="22860" y="92202"/>
                </a:lnTo>
                <a:lnTo>
                  <a:pt x="22860" y="170855"/>
                </a:lnTo>
                <a:lnTo>
                  <a:pt x="26431" y="174557"/>
                </a:lnTo>
                <a:lnTo>
                  <a:pt x="36004" y="180498"/>
                </a:lnTo>
                <a:lnTo>
                  <a:pt x="47005" y="184011"/>
                </a:lnTo>
                <a:lnTo>
                  <a:pt x="59436" y="185166"/>
                </a:lnTo>
                <a:lnTo>
                  <a:pt x="68841" y="184463"/>
                </a:lnTo>
                <a:lnTo>
                  <a:pt x="77533" y="182403"/>
                </a:lnTo>
                <a:lnTo>
                  <a:pt x="85367" y="179058"/>
                </a:lnTo>
                <a:lnTo>
                  <a:pt x="92202" y="174498"/>
                </a:lnTo>
                <a:lnTo>
                  <a:pt x="95250" y="17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73631" y="2130551"/>
            <a:ext cx="106680" cy="135255"/>
          </a:xfrm>
          <a:custGeom>
            <a:avLst/>
            <a:gdLst/>
            <a:ahLst/>
            <a:cxnLst/>
            <a:rect l="l" t="t" r="r" b="b"/>
            <a:pathLst>
              <a:path w="106679" h="135255">
                <a:moveTo>
                  <a:pt x="106667" y="134873"/>
                </a:moveTo>
                <a:lnTo>
                  <a:pt x="106667" y="36575"/>
                </a:lnTo>
                <a:lnTo>
                  <a:pt x="105905" y="32003"/>
                </a:lnTo>
                <a:lnTo>
                  <a:pt x="104381" y="25907"/>
                </a:lnTo>
                <a:lnTo>
                  <a:pt x="102095" y="20573"/>
                </a:lnTo>
                <a:lnTo>
                  <a:pt x="98298" y="16001"/>
                </a:lnTo>
                <a:lnTo>
                  <a:pt x="95250" y="11429"/>
                </a:lnTo>
                <a:lnTo>
                  <a:pt x="90665" y="7619"/>
                </a:lnTo>
                <a:lnTo>
                  <a:pt x="76961" y="1523"/>
                </a:lnTo>
                <a:lnTo>
                  <a:pt x="70091" y="0"/>
                </a:lnTo>
                <a:lnTo>
                  <a:pt x="61722" y="0"/>
                </a:lnTo>
                <a:lnTo>
                  <a:pt x="48849" y="1416"/>
                </a:lnTo>
                <a:lnTo>
                  <a:pt x="37618" y="5619"/>
                </a:lnTo>
                <a:lnTo>
                  <a:pt x="27962" y="12537"/>
                </a:lnTo>
                <a:lnTo>
                  <a:pt x="19811" y="22097"/>
                </a:lnTo>
                <a:lnTo>
                  <a:pt x="19811" y="3047"/>
                </a:lnTo>
                <a:lnTo>
                  <a:pt x="0" y="3047"/>
                </a:lnTo>
                <a:lnTo>
                  <a:pt x="0" y="134873"/>
                </a:lnTo>
                <a:lnTo>
                  <a:pt x="22098" y="134873"/>
                </a:lnTo>
                <a:lnTo>
                  <a:pt x="22098" y="63245"/>
                </a:lnTo>
                <a:lnTo>
                  <a:pt x="22798" y="51673"/>
                </a:lnTo>
                <a:lnTo>
                  <a:pt x="50441" y="20383"/>
                </a:lnTo>
                <a:lnTo>
                  <a:pt x="57150" y="19811"/>
                </a:lnTo>
                <a:lnTo>
                  <a:pt x="63246" y="19811"/>
                </a:lnTo>
                <a:lnTo>
                  <a:pt x="84569" y="45719"/>
                </a:lnTo>
                <a:lnTo>
                  <a:pt x="84569" y="134873"/>
                </a:lnTo>
                <a:lnTo>
                  <a:pt x="106667" y="134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06219" y="2199513"/>
            <a:ext cx="67945" cy="0"/>
          </a:xfrm>
          <a:custGeom>
            <a:avLst/>
            <a:gdLst/>
            <a:ahLst/>
            <a:cxnLst/>
            <a:rect l="l" t="t" r="r" b="b"/>
            <a:pathLst>
              <a:path w="67945">
                <a:moveTo>
                  <a:pt x="0" y="0"/>
                </a:moveTo>
                <a:lnTo>
                  <a:pt x="67818" y="0"/>
                </a:lnTo>
              </a:path>
            </a:pathLst>
          </a:custGeom>
          <a:ln w="22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09839" y="2083307"/>
            <a:ext cx="67310" cy="182245"/>
          </a:xfrm>
          <a:custGeom>
            <a:avLst/>
            <a:gdLst/>
            <a:ahLst/>
            <a:cxnLst/>
            <a:rect l="l" t="t" r="r" b="b"/>
            <a:pathLst>
              <a:path w="67309" h="182244">
                <a:moveTo>
                  <a:pt x="67068" y="182118"/>
                </a:moveTo>
                <a:lnTo>
                  <a:pt x="67068" y="0"/>
                </a:lnTo>
                <a:lnTo>
                  <a:pt x="52590" y="0"/>
                </a:lnTo>
                <a:lnTo>
                  <a:pt x="49171" y="5845"/>
                </a:lnTo>
                <a:lnTo>
                  <a:pt x="44680" y="11906"/>
                </a:lnTo>
                <a:lnTo>
                  <a:pt x="8984" y="40993"/>
                </a:lnTo>
                <a:lnTo>
                  <a:pt x="0" y="45719"/>
                </a:lnTo>
                <a:lnTo>
                  <a:pt x="0" y="67056"/>
                </a:lnTo>
                <a:lnTo>
                  <a:pt x="35059" y="47720"/>
                </a:lnTo>
                <a:lnTo>
                  <a:pt x="44208" y="40386"/>
                </a:lnTo>
                <a:lnTo>
                  <a:pt x="44208" y="182118"/>
                </a:lnTo>
                <a:lnTo>
                  <a:pt x="67068" y="182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08895" y="2083307"/>
            <a:ext cx="66675" cy="182245"/>
          </a:xfrm>
          <a:custGeom>
            <a:avLst/>
            <a:gdLst/>
            <a:ahLst/>
            <a:cxnLst/>
            <a:rect l="l" t="t" r="r" b="b"/>
            <a:pathLst>
              <a:path w="66675" h="182244">
                <a:moveTo>
                  <a:pt x="66294" y="182118"/>
                </a:moveTo>
                <a:lnTo>
                  <a:pt x="66294" y="0"/>
                </a:lnTo>
                <a:lnTo>
                  <a:pt x="51815" y="0"/>
                </a:lnTo>
                <a:lnTo>
                  <a:pt x="48506" y="5845"/>
                </a:lnTo>
                <a:lnTo>
                  <a:pt x="44196" y="11906"/>
                </a:lnTo>
                <a:lnTo>
                  <a:pt x="8858" y="40993"/>
                </a:lnTo>
                <a:lnTo>
                  <a:pt x="0" y="45719"/>
                </a:lnTo>
                <a:lnTo>
                  <a:pt x="0" y="67056"/>
                </a:lnTo>
                <a:lnTo>
                  <a:pt x="34956" y="47720"/>
                </a:lnTo>
                <a:lnTo>
                  <a:pt x="44196" y="40386"/>
                </a:lnTo>
                <a:lnTo>
                  <a:pt x="44196" y="182118"/>
                </a:lnTo>
                <a:lnTo>
                  <a:pt x="66294" y="182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75995" y="2130551"/>
            <a:ext cx="106680" cy="135255"/>
          </a:xfrm>
          <a:custGeom>
            <a:avLst/>
            <a:gdLst/>
            <a:ahLst/>
            <a:cxnLst/>
            <a:rect l="l" t="t" r="r" b="b"/>
            <a:pathLst>
              <a:path w="106679" h="135255">
                <a:moveTo>
                  <a:pt x="106667" y="134873"/>
                </a:moveTo>
                <a:lnTo>
                  <a:pt x="106667" y="36575"/>
                </a:lnTo>
                <a:lnTo>
                  <a:pt x="105143" y="32003"/>
                </a:lnTo>
                <a:lnTo>
                  <a:pt x="104381" y="25907"/>
                </a:lnTo>
                <a:lnTo>
                  <a:pt x="102107" y="20573"/>
                </a:lnTo>
                <a:lnTo>
                  <a:pt x="98297" y="16001"/>
                </a:lnTo>
                <a:lnTo>
                  <a:pt x="95250" y="11429"/>
                </a:lnTo>
                <a:lnTo>
                  <a:pt x="90665" y="7619"/>
                </a:lnTo>
                <a:lnTo>
                  <a:pt x="76961" y="1523"/>
                </a:lnTo>
                <a:lnTo>
                  <a:pt x="70091" y="0"/>
                </a:lnTo>
                <a:lnTo>
                  <a:pt x="61721" y="0"/>
                </a:lnTo>
                <a:lnTo>
                  <a:pt x="48849" y="1416"/>
                </a:lnTo>
                <a:lnTo>
                  <a:pt x="37618" y="5619"/>
                </a:lnTo>
                <a:lnTo>
                  <a:pt x="27962" y="12537"/>
                </a:lnTo>
                <a:lnTo>
                  <a:pt x="19811" y="22097"/>
                </a:lnTo>
                <a:lnTo>
                  <a:pt x="19811" y="3047"/>
                </a:lnTo>
                <a:lnTo>
                  <a:pt x="0" y="3047"/>
                </a:lnTo>
                <a:lnTo>
                  <a:pt x="0" y="134873"/>
                </a:lnTo>
                <a:lnTo>
                  <a:pt x="22097" y="134873"/>
                </a:lnTo>
                <a:lnTo>
                  <a:pt x="22097" y="63245"/>
                </a:lnTo>
                <a:lnTo>
                  <a:pt x="22800" y="51673"/>
                </a:lnTo>
                <a:lnTo>
                  <a:pt x="50441" y="20383"/>
                </a:lnTo>
                <a:lnTo>
                  <a:pt x="57150" y="19811"/>
                </a:lnTo>
                <a:lnTo>
                  <a:pt x="63245" y="19811"/>
                </a:lnTo>
                <a:lnTo>
                  <a:pt x="81533" y="34289"/>
                </a:lnTo>
                <a:lnTo>
                  <a:pt x="83819" y="38861"/>
                </a:lnTo>
                <a:lnTo>
                  <a:pt x="84581" y="45719"/>
                </a:lnTo>
                <a:lnTo>
                  <a:pt x="84581" y="134873"/>
                </a:lnTo>
                <a:lnTo>
                  <a:pt x="106667" y="1348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08570" y="2199513"/>
            <a:ext cx="67945" cy="0"/>
          </a:xfrm>
          <a:custGeom>
            <a:avLst/>
            <a:gdLst/>
            <a:ahLst/>
            <a:cxnLst/>
            <a:rect l="l" t="t" r="r" b="b"/>
            <a:pathLst>
              <a:path w="67945">
                <a:moveTo>
                  <a:pt x="0" y="0"/>
                </a:moveTo>
                <a:lnTo>
                  <a:pt x="67818" y="0"/>
                </a:lnTo>
              </a:path>
            </a:pathLst>
          </a:custGeom>
          <a:ln w="22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92403" y="2083359"/>
            <a:ext cx="120014" cy="182245"/>
          </a:xfrm>
          <a:custGeom>
            <a:avLst/>
            <a:gdLst/>
            <a:ahLst/>
            <a:cxnLst/>
            <a:rect l="l" t="t" r="r" b="b"/>
            <a:pathLst>
              <a:path w="120015" h="182244">
                <a:moveTo>
                  <a:pt x="96774" y="97383"/>
                </a:moveTo>
                <a:lnTo>
                  <a:pt x="96774" y="49478"/>
                </a:lnTo>
                <a:lnTo>
                  <a:pt x="96071" y="55895"/>
                </a:lnTo>
                <a:lnTo>
                  <a:pt x="94010" y="62527"/>
                </a:lnTo>
                <a:lnTo>
                  <a:pt x="71143" y="93293"/>
                </a:lnTo>
                <a:lnTo>
                  <a:pt x="37330" y="122296"/>
                </a:lnTo>
                <a:lnTo>
                  <a:pt x="29330" y="129297"/>
                </a:lnTo>
                <a:lnTo>
                  <a:pt x="4966" y="160230"/>
                </a:lnTo>
                <a:lnTo>
                  <a:pt x="0" y="176732"/>
                </a:lnTo>
                <a:lnTo>
                  <a:pt x="0" y="182066"/>
                </a:lnTo>
                <a:lnTo>
                  <a:pt x="30467" y="182066"/>
                </a:lnTo>
                <a:lnTo>
                  <a:pt x="30467" y="160730"/>
                </a:lnTo>
                <a:lnTo>
                  <a:pt x="33527" y="156158"/>
                </a:lnTo>
                <a:lnTo>
                  <a:pt x="65519" y="125678"/>
                </a:lnTo>
                <a:lnTo>
                  <a:pt x="76677" y="115962"/>
                </a:lnTo>
                <a:lnTo>
                  <a:pt x="86193" y="107390"/>
                </a:lnTo>
                <a:lnTo>
                  <a:pt x="94135" y="99960"/>
                </a:lnTo>
                <a:lnTo>
                  <a:pt x="96774" y="97383"/>
                </a:lnTo>
                <a:close/>
              </a:path>
              <a:path w="120015" h="182244">
                <a:moveTo>
                  <a:pt x="119621" y="57098"/>
                </a:moveTo>
                <a:lnTo>
                  <a:pt x="119621" y="50240"/>
                </a:lnTo>
                <a:lnTo>
                  <a:pt x="118635" y="39822"/>
                </a:lnTo>
                <a:lnTo>
                  <a:pt x="95819" y="7984"/>
                </a:lnTo>
                <a:lnTo>
                  <a:pt x="62471" y="0"/>
                </a:lnTo>
                <a:lnTo>
                  <a:pt x="50810" y="793"/>
                </a:lnTo>
                <a:lnTo>
                  <a:pt x="14941" y="20486"/>
                </a:lnTo>
                <a:lnTo>
                  <a:pt x="3797" y="52526"/>
                </a:lnTo>
                <a:lnTo>
                  <a:pt x="26670" y="54812"/>
                </a:lnTo>
                <a:lnTo>
                  <a:pt x="27358" y="46680"/>
                </a:lnTo>
                <a:lnTo>
                  <a:pt x="29332" y="39476"/>
                </a:lnTo>
                <a:lnTo>
                  <a:pt x="62471" y="18236"/>
                </a:lnTo>
                <a:lnTo>
                  <a:pt x="69608" y="18807"/>
                </a:lnTo>
                <a:lnTo>
                  <a:pt x="96774" y="41096"/>
                </a:lnTo>
                <a:lnTo>
                  <a:pt x="96774" y="97383"/>
                </a:lnTo>
                <a:lnTo>
                  <a:pt x="100571" y="93674"/>
                </a:lnTo>
                <a:lnTo>
                  <a:pt x="118097" y="64718"/>
                </a:lnTo>
                <a:lnTo>
                  <a:pt x="119621" y="57098"/>
                </a:lnTo>
                <a:close/>
              </a:path>
              <a:path w="120015" h="182244">
                <a:moveTo>
                  <a:pt x="119621" y="182066"/>
                </a:moveTo>
                <a:lnTo>
                  <a:pt x="119621" y="160730"/>
                </a:lnTo>
                <a:lnTo>
                  <a:pt x="30467" y="160730"/>
                </a:lnTo>
                <a:lnTo>
                  <a:pt x="30467" y="182066"/>
                </a:lnTo>
                <a:lnTo>
                  <a:pt x="119621" y="1820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64543" y="225247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14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334647" y="225247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14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04751" y="2252472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>
                <a:moveTo>
                  <a:pt x="0" y="0"/>
                </a:moveTo>
                <a:lnTo>
                  <a:pt x="259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2202580" y="2336044"/>
          <a:ext cx="6284211" cy="1197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635"/>
                <a:gridCol w="897635"/>
                <a:gridCol w="897636"/>
                <a:gridCol w="897636"/>
                <a:gridCol w="898398"/>
                <a:gridCol w="897635"/>
                <a:gridCol w="897636"/>
              </a:tblGrid>
              <a:tr h="598931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  <a:lnB w="5067">
                      <a:solidFill>
                        <a:srgbClr val="000000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</a:tr>
              <a:tr h="598170">
                <a:tc gridSpan="2"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5067">
                      <a:solidFill>
                        <a:srgbClr val="000000"/>
                      </a:solidFill>
                      <a:prstDash val="solid"/>
                    </a:lnL>
                    <a:lnR w="5067">
                      <a:solidFill>
                        <a:srgbClr val="000000"/>
                      </a:solidFill>
                      <a:prstDash val="solid"/>
                    </a:lnR>
                    <a:lnT w="5067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3448697" y="323621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4">
                <a:moveTo>
                  <a:pt x="433577" y="0"/>
                </a:moveTo>
                <a:lnTo>
                  <a:pt x="0" y="0"/>
                </a:lnTo>
              </a:path>
            </a:pathLst>
          </a:custGeom>
          <a:ln w="5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323223" y="3236214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>
                <a:moveTo>
                  <a:pt x="421385" y="0"/>
                </a:moveTo>
                <a:lnTo>
                  <a:pt x="0" y="0"/>
                </a:lnTo>
              </a:path>
            </a:pathLst>
          </a:custGeom>
          <a:ln w="5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71607" y="3193542"/>
            <a:ext cx="128905" cy="86360"/>
          </a:xfrm>
          <a:custGeom>
            <a:avLst/>
            <a:gdLst/>
            <a:ahLst/>
            <a:cxnLst/>
            <a:rect l="l" t="t" r="r" b="b"/>
            <a:pathLst>
              <a:path w="128904" h="86360">
                <a:moveTo>
                  <a:pt x="128777" y="42671"/>
                </a:moveTo>
                <a:lnTo>
                  <a:pt x="0" y="0"/>
                </a:lnTo>
                <a:lnTo>
                  <a:pt x="0" y="86106"/>
                </a:lnTo>
                <a:lnTo>
                  <a:pt x="128777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05113" y="3193542"/>
            <a:ext cx="129539" cy="86360"/>
          </a:xfrm>
          <a:custGeom>
            <a:avLst/>
            <a:gdLst/>
            <a:ahLst/>
            <a:cxnLst/>
            <a:rect l="l" t="t" r="r" b="b"/>
            <a:pathLst>
              <a:path w="129539" h="86360">
                <a:moveTo>
                  <a:pt x="129539" y="86105"/>
                </a:moveTo>
                <a:lnTo>
                  <a:pt x="129539" y="0"/>
                </a:lnTo>
                <a:lnTo>
                  <a:pt x="0" y="42671"/>
                </a:lnTo>
                <a:lnTo>
                  <a:pt x="129539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58325" y="3131057"/>
            <a:ext cx="678180" cy="184785"/>
          </a:xfrm>
          <a:custGeom>
            <a:avLst/>
            <a:gdLst/>
            <a:ahLst/>
            <a:cxnLst/>
            <a:rect l="l" t="t" r="r" b="b"/>
            <a:pathLst>
              <a:path w="678179" h="184785">
                <a:moveTo>
                  <a:pt x="86106" y="178030"/>
                </a:moveTo>
                <a:lnTo>
                  <a:pt x="86106" y="150876"/>
                </a:lnTo>
                <a:lnTo>
                  <a:pt x="83819" y="155448"/>
                </a:lnTo>
                <a:lnTo>
                  <a:pt x="79248" y="160020"/>
                </a:lnTo>
                <a:lnTo>
                  <a:pt x="73913" y="163830"/>
                </a:lnTo>
                <a:lnTo>
                  <a:pt x="66293" y="166116"/>
                </a:lnTo>
                <a:lnTo>
                  <a:pt x="45719" y="166116"/>
                </a:lnTo>
                <a:lnTo>
                  <a:pt x="38100" y="163830"/>
                </a:lnTo>
                <a:lnTo>
                  <a:pt x="32765" y="159258"/>
                </a:lnTo>
                <a:lnTo>
                  <a:pt x="26669" y="154686"/>
                </a:lnTo>
                <a:lnTo>
                  <a:pt x="23621" y="147828"/>
                </a:lnTo>
                <a:lnTo>
                  <a:pt x="22098" y="138684"/>
                </a:lnTo>
                <a:lnTo>
                  <a:pt x="0" y="142494"/>
                </a:lnTo>
                <a:lnTo>
                  <a:pt x="24776" y="178296"/>
                </a:lnTo>
                <a:lnTo>
                  <a:pt x="56387" y="184404"/>
                </a:lnTo>
                <a:lnTo>
                  <a:pt x="63781" y="184106"/>
                </a:lnTo>
                <a:lnTo>
                  <a:pt x="70961" y="183165"/>
                </a:lnTo>
                <a:lnTo>
                  <a:pt x="77712" y="181510"/>
                </a:lnTo>
                <a:lnTo>
                  <a:pt x="83819" y="179070"/>
                </a:lnTo>
                <a:lnTo>
                  <a:pt x="86106" y="178030"/>
                </a:lnTo>
                <a:close/>
              </a:path>
              <a:path w="678179" h="184785">
                <a:moveTo>
                  <a:pt x="104393" y="83820"/>
                </a:moveTo>
                <a:lnTo>
                  <a:pt x="79248" y="51816"/>
                </a:lnTo>
                <a:lnTo>
                  <a:pt x="52577" y="47244"/>
                </a:lnTo>
                <a:lnTo>
                  <a:pt x="45719" y="47244"/>
                </a:lnTo>
                <a:lnTo>
                  <a:pt x="38862" y="48006"/>
                </a:lnTo>
                <a:lnTo>
                  <a:pt x="32765" y="49530"/>
                </a:lnTo>
                <a:lnTo>
                  <a:pt x="27431" y="51816"/>
                </a:lnTo>
                <a:lnTo>
                  <a:pt x="22098" y="53340"/>
                </a:lnTo>
                <a:lnTo>
                  <a:pt x="19050" y="56388"/>
                </a:lnTo>
                <a:lnTo>
                  <a:pt x="14477" y="59436"/>
                </a:lnTo>
                <a:lnTo>
                  <a:pt x="10668" y="64008"/>
                </a:lnTo>
                <a:lnTo>
                  <a:pt x="7619" y="68580"/>
                </a:lnTo>
                <a:lnTo>
                  <a:pt x="5333" y="73914"/>
                </a:lnTo>
                <a:lnTo>
                  <a:pt x="3810" y="79248"/>
                </a:lnTo>
                <a:lnTo>
                  <a:pt x="3810" y="91440"/>
                </a:lnTo>
                <a:lnTo>
                  <a:pt x="5333" y="97536"/>
                </a:lnTo>
                <a:lnTo>
                  <a:pt x="9143" y="102870"/>
                </a:lnTo>
                <a:lnTo>
                  <a:pt x="12192" y="108204"/>
                </a:lnTo>
                <a:lnTo>
                  <a:pt x="16763" y="112014"/>
                </a:lnTo>
                <a:lnTo>
                  <a:pt x="22860" y="115062"/>
                </a:lnTo>
                <a:lnTo>
                  <a:pt x="25145" y="115982"/>
                </a:lnTo>
                <a:lnTo>
                  <a:pt x="25145" y="77724"/>
                </a:lnTo>
                <a:lnTo>
                  <a:pt x="27431" y="73914"/>
                </a:lnTo>
                <a:lnTo>
                  <a:pt x="32004" y="70104"/>
                </a:lnTo>
                <a:lnTo>
                  <a:pt x="36575" y="67056"/>
                </a:lnTo>
                <a:lnTo>
                  <a:pt x="43433" y="65532"/>
                </a:lnTo>
                <a:lnTo>
                  <a:pt x="62483" y="65532"/>
                </a:lnTo>
                <a:lnTo>
                  <a:pt x="69342" y="67056"/>
                </a:lnTo>
                <a:lnTo>
                  <a:pt x="78486" y="74676"/>
                </a:lnTo>
                <a:lnTo>
                  <a:pt x="81533" y="80010"/>
                </a:lnTo>
                <a:lnTo>
                  <a:pt x="82295" y="86868"/>
                </a:lnTo>
                <a:lnTo>
                  <a:pt x="104393" y="83820"/>
                </a:lnTo>
                <a:close/>
              </a:path>
              <a:path w="678179" h="184785">
                <a:moveTo>
                  <a:pt x="108965" y="150114"/>
                </a:moveTo>
                <a:lnTo>
                  <a:pt x="108965" y="134874"/>
                </a:lnTo>
                <a:lnTo>
                  <a:pt x="107442" y="128778"/>
                </a:lnTo>
                <a:lnTo>
                  <a:pt x="103631" y="123444"/>
                </a:lnTo>
                <a:lnTo>
                  <a:pt x="100583" y="118872"/>
                </a:lnTo>
                <a:lnTo>
                  <a:pt x="56387" y="102108"/>
                </a:lnTo>
                <a:lnTo>
                  <a:pt x="45719" y="99060"/>
                </a:lnTo>
                <a:lnTo>
                  <a:pt x="36575" y="96012"/>
                </a:lnTo>
                <a:lnTo>
                  <a:pt x="32765" y="94488"/>
                </a:lnTo>
                <a:lnTo>
                  <a:pt x="29718" y="92202"/>
                </a:lnTo>
                <a:lnTo>
                  <a:pt x="25145" y="85344"/>
                </a:lnTo>
                <a:lnTo>
                  <a:pt x="25145" y="115982"/>
                </a:lnTo>
                <a:lnTo>
                  <a:pt x="69342" y="128778"/>
                </a:lnTo>
                <a:lnTo>
                  <a:pt x="76962" y="131064"/>
                </a:lnTo>
                <a:lnTo>
                  <a:pt x="80010" y="133350"/>
                </a:lnTo>
                <a:lnTo>
                  <a:pt x="84581" y="136398"/>
                </a:lnTo>
                <a:lnTo>
                  <a:pt x="86106" y="140208"/>
                </a:lnTo>
                <a:lnTo>
                  <a:pt x="86106" y="178030"/>
                </a:lnTo>
                <a:lnTo>
                  <a:pt x="92201" y="175260"/>
                </a:lnTo>
                <a:lnTo>
                  <a:pt x="98298" y="170688"/>
                </a:lnTo>
                <a:lnTo>
                  <a:pt x="107442" y="156972"/>
                </a:lnTo>
                <a:lnTo>
                  <a:pt x="108965" y="150114"/>
                </a:lnTo>
                <a:close/>
              </a:path>
              <a:path w="678179" h="184785">
                <a:moveTo>
                  <a:pt x="250698" y="113537"/>
                </a:moveTo>
                <a:lnTo>
                  <a:pt x="240732" y="74640"/>
                </a:lnTo>
                <a:lnTo>
                  <a:pt x="201989" y="48375"/>
                </a:lnTo>
                <a:lnTo>
                  <a:pt x="188975" y="47244"/>
                </a:lnTo>
                <a:lnTo>
                  <a:pt x="177403" y="48113"/>
                </a:lnTo>
                <a:lnTo>
                  <a:pt x="138826" y="71568"/>
                </a:lnTo>
                <a:lnTo>
                  <a:pt x="127254" y="115824"/>
                </a:lnTo>
                <a:lnTo>
                  <a:pt x="128385" y="131409"/>
                </a:lnTo>
                <a:lnTo>
                  <a:pt x="131730" y="145065"/>
                </a:lnTo>
                <a:lnTo>
                  <a:pt x="137219" y="156864"/>
                </a:lnTo>
                <a:lnTo>
                  <a:pt x="144780" y="166878"/>
                </a:lnTo>
                <a:lnTo>
                  <a:pt x="150113" y="171282"/>
                </a:lnTo>
                <a:lnTo>
                  <a:pt x="150113" y="115824"/>
                </a:lnTo>
                <a:lnTo>
                  <a:pt x="150828" y="103977"/>
                </a:lnTo>
                <a:lnTo>
                  <a:pt x="173831" y="68484"/>
                </a:lnTo>
                <a:lnTo>
                  <a:pt x="188975" y="65532"/>
                </a:lnTo>
                <a:lnTo>
                  <a:pt x="197119" y="66258"/>
                </a:lnTo>
                <a:lnTo>
                  <a:pt x="224980" y="93535"/>
                </a:lnTo>
                <a:lnTo>
                  <a:pt x="227837" y="115062"/>
                </a:lnTo>
                <a:lnTo>
                  <a:pt x="227837" y="171726"/>
                </a:lnTo>
                <a:lnTo>
                  <a:pt x="233743" y="166687"/>
                </a:lnTo>
                <a:lnTo>
                  <a:pt x="250257" y="125849"/>
                </a:lnTo>
                <a:lnTo>
                  <a:pt x="250698" y="113537"/>
                </a:lnTo>
                <a:close/>
              </a:path>
              <a:path w="678179" h="184785">
                <a:moveTo>
                  <a:pt x="227837" y="171726"/>
                </a:moveTo>
                <a:lnTo>
                  <a:pt x="227837" y="115062"/>
                </a:lnTo>
                <a:lnTo>
                  <a:pt x="227123" y="127230"/>
                </a:lnTo>
                <a:lnTo>
                  <a:pt x="224980" y="137541"/>
                </a:lnTo>
                <a:lnTo>
                  <a:pt x="197119" y="165270"/>
                </a:lnTo>
                <a:lnTo>
                  <a:pt x="188975" y="166116"/>
                </a:lnTo>
                <a:lnTo>
                  <a:pt x="181153" y="165270"/>
                </a:lnTo>
                <a:lnTo>
                  <a:pt x="152971" y="137636"/>
                </a:lnTo>
                <a:lnTo>
                  <a:pt x="150113" y="115824"/>
                </a:lnTo>
                <a:lnTo>
                  <a:pt x="150113" y="171282"/>
                </a:lnTo>
                <a:lnTo>
                  <a:pt x="153935" y="174438"/>
                </a:lnTo>
                <a:lnTo>
                  <a:pt x="164306" y="179927"/>
                </a:lnTo>
                <a:lnTo>
                  <a:pt x="175962" y="183272"/>
                </a:lnTo>
                <a:lnTo>
                  <a:pt x="188975" y="184404"/>
                </a:lnTo>
                <a:lnTo>
                  <a:pt x="197405" y="183844"/>
                </a:lnTo>
                <a:lnTo>
                  <a:pt x="205549" y="182213"/>
                </a:lnTo>
                <a:lnTo>
                  <a:pt x="213407" y="179581"/>
                </a:lnTo>
                <a:lnTo>
                  <a:pt x="220980" y="176022"/>
                </a:lnTo>
                <a:lnTo>
                  <a:pt x="227837" y="171726"/>
                </a:lnTo>
                <a:close/>
              </a:path>
              <a:path w="678179" h="184785">
                <a:moveTo>
                  <a:pt x="347471" y="54102"/>
                </a:moveTo>
                <a:lnTo>
                  <a:pt x="339851" y="49530"/>
                </a:lnTo>
                <a:lnTo>
                  <a:pt x="332231" y="47243"/>
                </a:lnTo>
                <a:lnTo>
                  <a:pt x="320039" y="47243"/>
                </a:lnTo>
                <a:lnTo>
                  <a:pt x="314706" y="48768"/>
                </a:lnTo>
                <a:lnTo>
                  <a:pt x="310895" y="51816"/>
                </a:lnTo>
                <a:lnTo>
                  <a:pt x="306324" y="54864"/>
                </a:lnTo>
                <a:lnTo>
                  <a:pt x="301751" y="60960"/>
                </a:lnTo>
                <a:lnTo>
                  <a:pt x="296418" y="70104"/>
                </a:lnTo>
                <a:lnTo>
                  <a:pt x="296418" y="50292"/>
                </a:lnTo>
                <a:lnTo>
                  <a:pt x="276606" y="50292"/>
                </a:lnTo>
                <a:lnTo>
                  <a:pt x="276606" y="181356"/>
                </a:lnTo>
                <a:lnTo>
                  <a:pt x="298704" y="181356"/>
                </a:lnTo>
                <a:lnTo>
                  <a:pt x="298704" y="112775"/>
                </a:lnTo>
                <a:lnTo>
                  <a:pt x="298977" y="105620"/>
                </a:lnTo>
                <a:lnTo>
                  <a:pt x="319277" y="70104"/>
                </a:lnTo>
                <a:lnTo>
                  <a:pt x="329183" y="70104"/>
                </a:lnTo>
                <a:lnTo>
                  <a:pt x="334518" y="71628"/>
                </a:lnTo>
                <a:lnTo>
                  <a:pt x="339851" y="74675"/>
                </a:lnTo>
                <a:lnTo>
                  <a:pt x="347471" y="54102"/>
                </a:lnTo>
                <a:close/>
              </a:path>
              <a:path w="678179" h="184785">
                <a:moveTo>
                  <a:pt x="364998" y="67056"/>
                </a:moveTo>
                <a:lnTo>
                  <a:pt x="364998" y="50292"/>
                </a:lnTo>
                <a:lnTo>
                  <a:pt x="348995" y="50292"/>
                </a:lnTo>
                <a:lnTo>
                  <a:pt x="348995" y="67056"/>
                </a:lnTo>
                <a:lnTo>
                  <a:pt x="364998" y="67056"/>
                </a:lnTo>
                <a:close/>
              </a:path>
              <a:path w="678179" h="184785">
                <a:moveTo>
                  <a:pt x="413004" y="181356"/>
                </a:moveTo>
                <a:lnTo>
                  <a:pt x="409956" y="161544"/>
                </a:lnTo>
                <a:lnTo>
                  <a:pt x="405383" y="162306"/>
                </a:lnTo>
                <a:lnTo>
                  <a:pt x="396239" y="162306"/>
                </a:lnTo>
                <a:lnTo>
                  <a:pt x="393954" y="161544"/>
                </a:lnTo>
                <a:lnTo>
                  <a:pt x="390906" y="160020"/>
                </a:lnTo>
                <a:lnTo>
                  <a:pt x="389381" y="158496"/>
                </a:lnTo>
                <a:lnTo>
                  <a:pt x="388619" y="156210"/>
                </a:lnTo>
                <a:lnTo>
                  <a:pt x="387857" y="154686"/>
                </a:lnTo>
                <a:lnTo>
                  <a:pt x="387095" y="150876"/>
                </a:lnTo>
                <a:lnTo>
                  <a:pt x="387095" y="3810"/>
                </a:lnTo>
                <a:lnTo>
                  <a:pt x="364998" y="17525"/>
                </a:lnTo>
                <a:lnTo>
                  <a:pt x="364998" y="143256"/>
                </a:lnTo>
                <a:lnTo>
                  <a:pt x="365152" y="152233"/>
                </a:lnTo>
                <a:lnTo>
                  <a:pt x="365664" y="159639"/>
                </a:lnTo>
                <a:lnTo>
                  <a:pt x="366605" y="165330"/>
                </a:lnTo>
                <a:lnTo>
                  <a:pt x="368045" y="169164"/>
                </a:lnTo>
                <a:lnTo>
                  <a:pt x="369569" y="173736"/>
                </a:lnTo>
                <a:lnTo>
                  <a:pt x="372618" y="176784"/>
                </a:lnTo>
                <a:lnTo>
                  <a:pt x="377189" y="179070"/>
                </a:lnTo>
                <a:lnTo>
                  <a:pt x="381762" y="182118"/>
                </a:lnTo>
                <a:lnTo>
                  <a:pt x="387095" y="182784"/>
                </a:lnTo>
                <a:lnTo>
                  <a:pt x="400812" y="182880"/>
                </a:lnTo>
                <a:lnTo>
                  <a:pt x="413004" y="181356"/>
                </a:lnTo>
                <a:close/>
              </a:path>
              <a:path w="678179" h="184785">
                <a:moveTo>
                  <a:pt x="409956" y="67056"/>
                </a:moveTo>
                <a:lnTo>
                  <a:pt x="409956" y="50292"/>
                </a:lnTo>
                <a:lnTo>
                  <a:pt x="387095" y="50292"/>
                </a:lnTo>
                <a:lnTo>
                  <a:pt x="387095" y="67056"/>
                </a:lnTo>
                <a:lnTo>
                  <a:pt x="409956" y="67056"/>
                </a:lnTo>
                <a:close/>
              </a:path>
              <a:path w="678179" h="184785">
                <a:moveTo>
                  <a:pt x="544829" y="121158"/>
                </a:moveTo>
                <a:lnTo>
                  <a:pt x="544829" y="115824"/>
                </a:lnTo>
                <a:lnTo>
                  <a:pt x="543817" y="100238"/>
                </a:lnTo>
                <a:lnTo>
                  <a:pt x="528065" y="64769"/>
                </a:lnTo>
                <a:lnTo>
                  <a:pt x="485394" y="47243"/>
                </a:lnTo>
                <a:lnTo>
                  <a:pt x="472380" y="48387"/>
                </a:lnTo>
                <a:lnTo>
                  <a:pt x="433637" y="75545"/>
                </a:lnTo>
                <a:lnTo>
                  <a:pt x="423671" y="116586"/>
                </a:lnTo>
                <a:lnTo>
                  <a:pt x="424803" y="131730"/>
                </a:lnTo>
                <a:lnTo>
                  <a:pt x="428148" y="145161"/>
                </a:lnTo>
                <a:lnTo>
                  <a:pt x="433637" y="156876"/>
                </a:lnTo>
                <a:lnTo>
                  <a:pt x="441198" y="166878"/>
                </a:lnTo>
                <a:lnTo>
                  <a:pt x="447294" y="172080"/>
                </a:lnTo>
                <a:lnTo>
                  <a:pt x="447294" y="121158"/>
                </a:lnTo>
                <a:lnTo>
                  <a:pt x="448056" y="121158"/>
                </a:lnTo>
                <a:lnTo>
                  <a:pt x="448056" y="102869"/>
                </a:lnTo>
                <a:lnTo>
                  <a:pt x="449198" y="94726"/>
                </a:lnTo>
                <a:lnTo>
                  <a:pt x="478238" y="66115"/>
                </a:lnTo>
                <a:lnTo>
                  <a:pt x="485394" y="65531"/>
                </a:lnTo>
                <a:lnTo>
                  <a:pt x="493549" y="66270"/>
                </a:lnTo>
                <a:lnTo>
                  <a:pt x="520660" y="95309"/>
                </a:lnTo>
                <a:lnTo>
                  <a:pt x="521969" y="102869"/>
                </a:lnTo>
                <a:lnTo>
                  <a:pt x="521969" y="121158"/>
                </a:lnTo>
                <a:lnTo>
                  <a:pt x="544829" y="121158"/>
                </a:lnTo>
                <a:close/>
              </a:path>
              <a:path w="678179" h="184785">
                <a:moveTo>
                  <a:pt x="544067" y="141732"/>
                </a:moveTo>
                <a:lnTo>
                  <a:pt x="521207" y="139446"/>
                </a:lnTo>
                <a:lnTo>
                  <a:pt x="518159" y="148590"/>
                </a:lnTo>
                <a:lnTo>
                  <a:pt x="513587" y="155448"/>
                </a:lnTo>
                <a:lnTo>
                  <a:pt x="507491" y="160020"/>
                </a:lnTo>
                <a:lnTo>
                  <a:pt x="502157" y="163830"/>
                </a:lnTo>
                <a:lnTo>
                  <a:pt x="494537" y="166116"/>
                </a:lnTo>
                <a:lnTo>
                  <a:pt x="486918" y="166116"/>
                </a:lnTo>
                <a:lnTo>
                  <a:pt x="450818" y="140493"/>
                </a:lnTo>
                <a:lnTo>
                  <a:pt x="447294" y="121158"/>
                </a:lnTo>
                <a:lnTo>
                  <a:pt x="447294" y="172080"/>
                </a:lnTo>
                <a:lnTo>
                  <a:pt x="450056" y="174438"/>
                </a:lnTo>
                <a:lnTo>
                  <a:pt x="460629" y="179927"/>
                </a:lnTo>
                <a:lnTo>
                  <a:pt x="472916" y="183272"/>
                </a:lnTo>
                <a:lnTo>
                  <a:pt x="486918" y="184404"/>
                </a:lnTo>
                <a:lnTo>
                  <a:pt x="497788" y="183689"/>
                </a:lnTo>
                <a:lnTo>
                  <a:pt x="536733" y="159924"/>
                </a:lnTo>
                <a:lnTo>
                  <a:pt x="541079" y="151435"/>
                </a:lnTo>
                <a:lnTo>
                  <a:pt x="544067" y="141732"/>
                </a:lnTo>
                <a:close/>
              </a:path>
              <a:path w="678179" h="184785">
                <a:moveTo>
                  <a:pt x="521969" y="121158"/>
                </a:moveTo>
                <a:lnTo>
                  <a:pt x="521969" y="102869"/>
                </a:lnTo>
                <a:lnTo>
                  <a:pt x="448056" y="102869"/>
                </a:lnTo>
                <a:lnTo>
                  <a:pt x="448056" y="121158"/>
                </a:lnTo>
                <a:lnTo>
                  <a:pt x="521969" y="121158"/>
                </a:lnTo>
                <a:close/>
              </a:path>
              <a:path w="678179" h="184785">
                <a:moveTo>
                  <a:pt x="678179" y="181356"/>
                </a:moveTo>
                <a:lnTo>
                  <a:pt x="678179" y="0"/>
                </a:lnTo>
                <a:lnTo>
                  <a:pt x="656081" y="0"/>
                </a:lnTo>
                <a:lnTo>
                  <a:pt x="656081" y="64769"/>
                </a:lnTo>
                <a:lnTo>
                  <a:pt x="652271" y="59436"/>
                </a:lnTo>
                <a:lnTo>
                  <a:pt x="646937" y="55625"/>
                </a:lnTo>
                <a:lnTo>
                  <a:pt x="640841" y="51816"/>
                </a:lnTo>
                <a:lnTo>
                  <a:pt x="634745" y="48768"/>
                </a:lnTo>
                <a:lnTo>
                  <a:pt x="627887" y="47243"/>
                </a:lnTo>
                <a:lnTo>
                  <a:pt x="619505" y="47243"/>
                </a:lnTo>
                <a:lnTo>
                  <a:pt x="579215" y="65817"/>
                </a:lnTo>
                <a:lnTo>
                  <a:pt x="564951" y="106263"/>
                </a:lnTo>
                <a:lnTo>
                  <a:pt x="564641" y="115824"/>
                </a:lnTo>
                <a:lnTo>
                  <a:pt x="565070" y="125706"/>
                </a:lnTo>
                <a:lnTo>
                  <a:pt x="580072" y="165258"/>
                </a:lnTo>
                <a:lnTo>
                  <a:pt x="587501" y="172474"/>
                </a:lnTo>
                <a:lnTo>
                  <a:pt x="587501" y="115824"/>
                </a:lnTo>
                <a:lnTo>
                  <a:pt x="588097" y="103479"/>
                </a:lnTo>
                <a:lnTo>
                  <a:pt x="608171" y="68484"/>
                </a:lnTo>
                <a:lnTo>
                  <a:pt x="621791" y="65531"/>
                </a:lnTo>
                <a:lnTo>
                  <a:pt x="629376" y="66270"/>
                </a:lnTo>
                <a:lnTo>
                  <a:pt x="655224" y="94487"/>
                </a:lnTo>
                <a:lnTo>
                  <a:pt x="657605" y="117348"/>
                </a:lnTo>
                <a:lnTo>
                  <a:pt x="657605" y="181356"/>
                </a:lnTo>
                <a:lnTo>
                  <a:pt x="678179" y="181356"/>
                </a:lnTo>
                <a:close/>
              </a:path>
              <a:path w="678179" h="184785">
                <a:moveTo>
                  <a:pt x="657605" y="164592"/>
                </a:moveTo>
                <a:lnTo>
                  <a:pt x="657605" y="117348"/>
                </a:lnTo>
                <a:lnTo>
                  <a:pt x="657022" y="129063"/>
                </a:lnTo>
                <a:lnTo>
                  <a:pt x="655224" y="139065"/>
                </a:lnTo>
                <a:lnTo>
                  <a:pt x="623315" y="166116"/>
                </a:lnTo>
                <a:lnTo>
                  <a:pt x="616172" y="165282"/>
                </a:lnTo>
                <a:lnTo>
                  <a:pt x="588097" y="127670"/>
                </a:lnTo>
                <a:lnTo>
                  <a:pt x="587501" y="115824"/>
                </a:lnTo>
                <a:lnTo>
                  <a:pt x="587501" y="172474"/>
                </a:lnTo>
                <a:lnTo>
                  <a:pt x="621791" y="184317"/>
                </a:lnTo>
                <a:lnTo>
                  <a:pt x="632317" y="183130"/>
                </a:lnTo>
                <a:lnTo>
                  <a:pt x="642175" y="179355"/>
                </a:lnTo>
                <a:lnTo>
                  <a:pt x="650605" y="173152"/>
                </a:lnTo>
                <a:lnTo>
                  <a:pt x="657605" y="164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31393" y="3236214"/>
            <a:ext cx="1639570" cy="0"/>
          </a:xfrm>
          <a:custGeom>
            <a:avLst/>
            <a:gdLst/>
            <a:ahLst/>
            <a:cxnLst/>
            <a:rect l="l" t="t" r="r" b="b"/>
            <a:pathLst>
              <a:path w="1639570">
                <a:moveTo>
                  <a:pt x="1639061" y="0"/>
                </a:moveTo>
                <a:lnTo>
                  <a:pt x="0" y="0"/>
                </a:lnTo>
              </a:path>
            </a:pathLst>
          </a:custGeom>
          <a:ln w="5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19257" y="3236214"/>
            <a:ext cx="1626235" cy="0"/>
          </a:xfrm>
          <a:custGeom>
            <a:avLst/>
            <a:gdLst/>
            <a:ahLst/>
            <a:cxnLst/>
            <a:rect l="l" t="t" r="r" b="b"/>
            <a:pathLst>
              <a:path w="1626235">
                <a:moveTo>
                  <a:pt x="1626108" y="0"/>
                </a:moveTo>
                <a:lnTo>
                  <a:pt x="0" y="0"/>
                </a:lnTo>
              </a:path>
            </a:pathLst>
          </a:custGeom>
          <a:ln w="50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359775" y="3193542"/>
            <a:ext cx="130175" cy="86360"/>
          </a:xfrm>
          <a:custGeom>
            <a:avLst/>
            <a:gdLst/>
            <a:ahLst/>
            <a:cxnLst/>
            <a:rect l="l" t="t" r="r" b="b"/>
            <a:pathLst>
              <a:path w="130175" h="86360">
                <a:moveTo>
                  <a:pt x="129552" y="42671"/>
                </a:moveTo>
                <a:lnTo>
                  <a:pt x="0" y="0"/>
                </a:lnTo>
                <a:lnTo>
                  <a:pt x="0" y="86105"/>
                </a:lnTo>
                <a:lnTo>
                  <a:pt x="129552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000385" y="3193542"/>
            <a:ext cx="129539" cy="86360"/>
          </a:xfrm>
          <a:custGeom>
            <a:avLst/>
            <a:gdLst/>
            <a:ahLst/>
            <a:cxnLst/>
            <a:rect l="l" t="t" r="r" b="b"/>
            <a:pathLst>
              <a:path w="129539" h="86360">
                <a:moveTo>
                  <a:pt x="129539" y="86106"/>
                </a:moveTo>
                <a:lnTo>
                  <a:pt x="129539" y="0"/>
                </a:lnTo>
                <a:lnTo>
                  <a:pt x="0" y="42671"/>
                </a:lnTo>
                <a:lnTo>
                  <a:pt x="129539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768225" y="3131057"/>
            <a:ext cx="951230" cy="184785"/>
          </a:xfrm>
          <a:custGeom>
            <a:avLst/>
            <a:gdLst/>
            <a:ahLst/>
            <a:cxnLst/>
            <a:rect l="l" t="t" r="r" b="b"/>
            <a:pathLst>
              <a:path w="951229" h="184785">
                <a:moveTo>
                  <a:pt x="106680" y="181356"/>
                </a:moveTo>
                <a:lnTo>
                  <a:pt x="106680" y="50292"/>
                </a:lnTo>
                <a:lnTo>
                  <a:pt x="83820" y="50292"/>
                </a:lnTo>
                <a:lnTo>
                  <a:pt x="83820" y="120396"/>
                </a:lnTo>
                <a:lnTo>
                  <a:pt x="83665" y="128408"/>
                </a:lnTo>
                <a:lnTo>
                  <a:pt x="67818" y="160020"/>
                </a:lnTo>
                <a:lnTo>
                  <a:pt x="62484" y="163830"/>
                </a:lnTo>
                <a:lnTo>
                  <a:pt x="55626" y="165354"/>
                </a:lnTo>
                <a:lnTo>
                  <a:pt x="42672" y="165354"/>
                </a:lnTo>
                <a:lnTo>
                  <a:pt x="36576" y="163830"/>
                </a:lnTo>
                <a:lnTo>
                  <a:pt x="32004" y="160020"/>
                </a:lnTo>
                <a:lnTo>
                  <a:pt x="28194" y="156972"/>
                </a:lnTo>
                <a:lnTo>
                  <a:pt x="25146" y="152400"/>
                </a:lnTo>
                <a:lnTo>
                  <a:pt x="23622" y="146304"/>
                </a:lnTo>
                <a:lnTo>
                  <a:pt x="22860" y="142494"/>
                </a:lnTo>
                <a:lnTo>
                  <a:pt x="22098" y="134874"/>
                </a:lnTo>
                <a:lnTo>
                  <a:pt x="22098" y="50292"/>
                </a:lnTo>
                <a:lnTo>
                  <a:pt x="0" y="50292"/>
                </a:lnTo>
                <a:lnTo>
                  <a:pt x="0" y="147828"/>
                </a:lnTo>
                <a:lnTo>
                  <a:pt x="1524" y="152400"/>
                </a:lnTo>
                <a:lnTo>
                  <a:pt x="2286" y="158496"/>
                </a:lnTo>
                <a:lnTo>
                  <a:pt x="4572" y="164592"/>
                </a:lnTo>
                <a:lnTo>
                  <a:pt x="8382" y="168402"/>
                </a:lnTo>
                <a:lnTo>
                  <a:pt x="11430" y="172974"/>
                </a:lnTo>
                <a:lnTo>
                  <a:pt x="16002" y="176784"/>
                </a:lnTo>
                <a:lnTo>
                  <a:pt x="29718" y="182880"/>
                </a:lnTo>
                <a:lnTo>
                  <a:pt x="37337" y="184404"/>
                </a:lnTo>
                <a:lnTo>
                  <a:pt x="44958" y="184404"/>
                </a:lnTo>
                <a:lnTo>
                  <a:pt x="57388" y="182987"/>
                </a:lnTo>
                <a:lnTo>
                  <a:pt x="68389" y="178784"/>
                </a:lnTo>
                <a:lnTo>
                  <a:pt x="77962" y="171866"/>
                </a:lnTo>
                <a:lnTo>
                  <a:pt x="86106" y="162306"/>
                </a:lnTo>
                <a:lnTo>
                  <a:pt x="86106" y="181356"/>
                </a:lnTo>
                <a:lnTo>
                  <a:pt x="106680" y="181356"/>
                </a:lnTo>
                <a:close/>
              </a:path>
              <a:path w="951229" h="184785">
                <a:moveTo>
                  <a:pt x="247650" y="181355"/>
                </a:moveTo>
                <a:lnTo>
                  <a:pt x="247650" y="83058"/>
                </a:lnTo>
                <a:lnTo>
                  <a:pt x="246887" y="79248"/>
                </a:lnTo>
                <a:lnTo>
                  <a:pt x="217932" y="48768"/>
                </a:lnTo>
                <a:lnTo>
                  <a:pt x="211074" y="47243"/>
                </a:lnTo>
                <a:lnTo>
                  <a:pt x="203454" y="47243"/>
                </a:lnTo>
                <a:lnTo>
                  <a:pt x="190476" y="48541"/>
                </a:lnTo>
                <a:lnTo>
                  <a:pt x="179070" y="52482"/>
                </a:lnTo>
                <a:lnTo>
                  <a:pt x="169378" y="59138"/>
                </a:lnTo>
                <a:lnTo>
                  <a:pt x="161544" y="68580"/>
                </a:lnTo>
                <a:lnTo>
                  <a:pt x="161544" y="50292"/>
                </a:lnTo>
                <a:lnTo>
                  <a:pt x="140970" y="50292"/>
                </a:lnTo>
                <a:lnTo>
                  <a:pt x="140970" y="181355"/>
                </a:lnTo>
                <a:lnTo>
                  <a:pt x="163830" y="181355"/>
                </a:lnTo>
                <a:lnTo>
                  <a:pt x="163830" y="109728"/>
                </a:lnTo>
                <a:lnTo>
                  <a:pt x="164413" y="98155"/>
                </a:lnTo>
                <a:lnTo>
                  <a:pt x="191416" y="66865"/>
                </a:lnTo>
                <a:lnTo>
                  <a:pt x="198120" y="66293"/>
                </a:lnTo>
                <a:lnTo>
                  <a:pt x="204216" y="66293"/>
                </a:lnTo>
                <a:lnTo>
                  <a:pt x="223266" y="81534"/>
                </a:lnTo>
                <a:lnTo>
                  <a:pt x="224790" y="85343"/>
                </a:lnTo>
                <a:lnTo>
                  <a:pt x="225552" y="92202"/>
                </a:lnTo>
                <a:lnTo>
                  <a:pt x="225552" y="181355"/>
                </a:lnTo>
                <a:lnTo>
                  <a:pt x="247650" y="181355"/>
                </a:lnTo>
                <a:close/>
              </a:path>
              <a:path w="951229" h="184785">
                <a:moveTo>
                  <a:pt x="359664" y="177926"/>
                </a:moveTo>
                <a:lnTo>
                  <a:pt x="359664" y="150875"/>
                </a:lnTo>
                <a:lnTo>
                  <a:pt x="356616" y="155447"/>
                </a:lnTo>
                <a:lnTo>
                  <a:pt x="352044" y="160019"/>
                </a:lnTo>
                <a:lnTo>
                  <a:pt x="347472" y="163829"/>
                </a:lnTo>
                <a:lnTo>
                  <a:pt x="340209" y="166008"/>
                </a:lnTo>
                <a:lnTo>
                  <a:pt x="318813" y="165989"/>
                </a:lnTo>
                <a:lnTo>
                  <a:pt x="310896" y="163829"/>
                </a:lnTo>
                <a:lnTo>
                  <a:pt x="300228" y="154686"/>
                </a:lnTo>
                <a:lnTo>
                  <a:pt x="296418" y="147827"/>
                </a:lnTo>
                <a:lnTo>
                  <a:pt x="294894" y="138683"/>
                </a:lnTo>
                <a:lnTo>
                  <a:pt x="273558" y="142493"/>
                </a:lnTo>
                <a:lnTo>
                  <a:pt x="297894" y="178296"/>
                </a:lnTo>
                <a:lnTo>
                  <a:pt x="329184" y="184403"/>
                </a:lnTo>
                <a:lnTo>
                  <a:pt x="336911" y="184106"/>
                </a:lnTo>
                <a:lnTo>
                  <a:pt x="344138" y="183165"/>
                </a:lnTo>
                <a:lnTo>
                  <a:pt x="350936" y="181510"/>
                </a:lnTo>
                <a:lnTo>
                  <a:pt x="357378" y="179069"/>
                </a:lnTo>
                <a:lnTo>
                  <a:pt x="359664" y="177926"/>
                </a:lnTo>
                <a:close/>
              </a:path>
              <a:path w="951229" h="184785">
                <a:moveTo>
                  <a:pt x="377190" y="83819"/>
                </a:moveTo>
                <a:lnTo>
                  <a:pt x="352806" y="51816"/>
                </a:lnTo>
                <a:lnTo>
                  <a:pt x="325374" y="47243"/>
                </a:lnTo>
                <a:lnTo>
                  <a:pt x="318516" y="47243"/>
                </a:lnTo>
                <a:lnTo>
                  <a:pt x="312420" y="48006"/>
                </a:lnTo>
                <a:lnTo>
                  <a:pt x="306324" y="49530"/>
                </a:lnTo>
                <a:lnTo>
                  <a:pt x="300228" y="51816"/>
                </a:lnTo>
                <a:lnTo>
                  <a:pt x="295656" y="53340"/>
                </a:lnTo>
                <a:lnTo>
                  <a:pt x="291846" y="56387"/>
                </a:lnTo>
                <a:lnTo>
                  <a:pt x="287274" y="59436"/>
                </a:lnTo>
                <a:lnTo>
                  <a:pt x="283464" y="64008"/>
                </a:lnTo>
                <a:lnTo>
                  <a:pt x="281178" y="68580"/>
                </a:lnTo>
                <a:lnTo>
                  <a:pt x="278130" y="73914"/>
                </a:lnTo>
                <a:lnTo>
                  <a:pt x="276606" y="79248"/>
                </a:lnTo>
                <a:lnTo>
                  <a:pt x="276606" y="91440"/>
                </a:lnTo>
                <a:lnTo>
                  <a:pt x="278892" y="97536"/>
                </a:lnTo>
                <a:lnTo>
                  <a:pt x="284988" y="108204"/>
                </a:lnTo>
                <a:lnTo>
                  <a:pt x="289560" y="112014"/>
                </a:lnTo>
                <a:lnTo>
                  <a:pt x="296418" y="115062"/>
                </a:lnTo>
                <a:lnTo>
                  <a:pt x="298704" y="116055"/>
                </a:lnTo>
                <a:lnTo>
                  <a:pt x="298704" y="77724"/>
                </a:lnTo>
                <a:lnTo>
                  <a:pt x="300990" y="73914"/>
                </a:lnTo>
                <a:lnTo>
                  <a:pt x="304800" y="70104"/>
                </a:lnTo>
                <a:lnTo>
                  <a:pt x="309372" y="67056"/>
                </a:lnTo>
                <a:lnTo>
                  <a:pt x="316992" y="65531"/>
                </a:lnTo>
                <a:lnTo>
                  <a:pt x="335280" y="65531"/>
                </a:lnTo>
                <a:lnTo>
                  <a:pt x="342138" y="67056"/>
                </a:lnTo>
                <a:lnTo>
                  <a:pt x="346710" y="70866"/>
                </a:lnTo>
                <a:lnTo>
                  <a:pt x="352044" y="74675"/>
                </a:lnTo>
                <a:lnTo>
                  <a:pt x="354330" y="80010"/>
                </a:lnTo>
                <a:lnTo>
                  <a:pt x="355854" y="86868"/>
                </a:lnTo>
                <a:lnTo>
                  <a:pt x="377190" y="83819"/>
                </a:lnTo>
                <a:close/>
              </a:path>
              <a:path w="951229" h="184785">
                <a:moveTo>
                  <a:pt x="382524" y="150113"/>
                </a:moveTo>
                <a:lnTo>
                  <a:pt x="382524" y="134874"/>
                </a:lnTo>
                <a:lnTo>
                  <a:pt x="380238" y="128777"/>
                </a:lnTo>
                <a:lnTo>
                  <a:pt x="339661" y="104800"/>
                </a:lnTo>
                <a:lnTo>
                  <a:pt x="329184" y="102108"/>
                </a:lnTo>
                <a:lnTo>
                  <a:pt x="318516" y="99060"/>
                </a:lnTo>
                <a:lnTo>
                  <a:pt x="298704" y="85343"/>
                </a:lnTo>
                <a:lnTo>
                  <a:pt x="298704" y="116055"/>
                </a:lnTo>
                <a:lnTo>
                  <a:pt x="342138" y="128777"/>
                </a:lnTo>
                <a:lnTo>
                  <a:pt x="349758" y="131063"/>
                </a:lnTo>
                <a:lnTo>
                  <a:pt x="352806" y="133350"/>
                </a:lnTo>
                <a:lnTo>
                  <a:pt x="357378" y="136397"/>
                </a:lnTo>
                <a:lnTo>
                  <a:pt x="359664" y="140207"/>
                </a:lnTo>
                <a:lnTo>
                  <a:pt x="359664" y="177926"/>
                </a:lnTo>
                <a:lnTo>
                  <a:pt x="364998" y="175259"/>
                </a:lnTo>
                <a:lnTo>
                  <a:pt x="371856" y="170687"/>
                </a:lnTo>
                <a:lnTo>
                  <a:pt x="375666" y="163829"/>
                </a:lnTo>
                <a:lnTo>
                  <a:pt x="380238" y="156971"/>
                </a:lnTo>
                <a:lnTo>
                  <a:pt x="382524" y="150113"/>
                </a:lnTo>
                <a:close/>
              </a:path>
              <a:path w="951229" h="184785">
                <a:moveTo>
                  <a:pt x="523481" y="113537"/>
                </a:moveTo>
                <a:lnTo>
                  <a:pt x="514169" y="74640"/>
                </a:lnTo>
                <a:lnTo>
                  <a:pt x="474902" y="48375"/>
                </a:lnTo>
                <a:lnTo>
                  <a:pt x="461772" y="47243"/>
                </a:lnTo>
                <a:lnTo>
                  <a:pt x="450199" y="48113"/>
                </a:lnTo>
                <a:lnTo>
                  <a:pt x="412063" y="71568"/>
                </a:lnTo>
                <a:lnTo>
                  <a:pt x="400812" y="115824"/>
                </a:lnTo>
                <a:lnTo>
                  <a:pt x="401824" y="131409"/>
                </a:lnTo>
                <a:lnTo>
                  <a:pt x="404907" y="145065"/>
                </a:lnTo>
                <a:lnTo>
                  <a:pt x="410134" y="156864"/>
                </a:lnTo>
                <a:lnTo>
                  <a:pt x="417576" y="166877"/>
                </a:lnTo>
                <a:lnTo>
                  <a:pt x="423672" y="171911"/>
                </a:lnTo>
                <a:lnTo>
                  <a:pt x="423672" y="115824"/>
                </a:lnTo>
                <a:lnTo>
                  <a:pt x="424374" y="103977"/>
                </a:lnTo>
                <a:lnTo>
                  <a:pt x="446913" y="68484"/>
                </a:lnTo>
                <a:lnTo>
                  <a:pt x="461772" y="65531"/>
                </a:lnTo>
                <a:lnTo>
                  <a:pt x="469927" y="66258"/>
                </a:lnTo>
                <a:lnTo>
                  <a:pt x="497866" y="93535"/>
                </a:lnTo>
                <a:lnTo>
                  <a:pt x="500634" y="115062"/>
                </a:lnTo>
                <a:lnTo>
                  <a:pt x="500634" y="171785"/>
                </a:lnTo>
                <a:lnTo>
                  <a:pt x="521671" y="136588"/>
                </a:lnTo>
                <a:lnTo>
                  <a:pt x="523040" y="125849"/>
                </a:lnTo>
                <a:lnTo>
                  <a:pt x="523481" y="113537"/>
                </a:lnTo>
                <a:close/>
              </a:path>
              <a:path w="951229" h="184785">
                <a:moveTo>
                  <a:pt x="500634" y="171785"/>
                </a:moveTo>
                <a:lnTo>
                  <a:pt x="500634" y="115062"/>
                </a:lnTo>
                <a:lnTo>
                  <a:pt x="499929" y="127230"/>
                </a:lnTo>
                <a:lnTo>
                  <a:pt x="497866" y="137540"/>
                </a:lnTo>
                <a:lnTo>
                  <a:pt x="469927" y="165270"/>
                </a:lnTo>
                <a:lnTo>
                  <a:pt x="461772" y="166115"/>
                </a:lnTo>
                <a:lnTo>
                  <a:pt x="454056" y="165270"/>
                </a:lnTo>
                <a:lnTo>
                  <a:pt x="426434" y="137636"/>
                </a:lnTo>
                <a:lnTo>
                  <a:pt x="423672" y="115824"/>
                </a:lnTo>
                <a:lnTo>
                  <a:pt x="423672" y="171911"/>
                </a:lnTo>
                <a:lnTo>
                  <a:pt x="426731" y="174438"/>
                </a:lnTo>
                <a:lnTo>
                  <a:pt x="437102" y="179927"/>
                </a:lnTo>
                <a:lnTo>
                  <a:pt x="448758" y="183272"/>
                </a:lnTo>
                <a:lnTo>
                  <a:pt x="461772" y="184403"/>
                </a:lnTo>
                <a:lnTo>
                  <a:pt x="470521" y="183844"/>
                </a:lnTo>
                <a:lnTo>
                  <a:pt x="478624" y="182213"/>
                </a:lnTo>
                <a:lnTo>
                  <a:pt x="486300" y="179581"/>
                </a:lnTo>
                <a:lnTo>
                  <a:pt x="493763" y="176021"/>
                </a:lnTo>
                <a:lnTo>
                  <a:pt x="500634" y="171785"/>
                </a:lnTo>
                <a:close/>
              </a:path>
              <a:path w="951229" h="184785">
                <a:moveTo>
                  <a:pt x="621030" y="54102"/>
                </a:moveTo>
                <a:lnTo>
                  <a:pt x="613410" y="49530"/>
                </a:lnTo>
                <a:lnTo>
                  <a:pt x="605790" y="47243"/>
                </a:lnTo>
                <a:lnTo>
                  <a:pt x="592823" y="47243"/>
                </a:lnTo>
                <a:lnTo>
                  <a:pt x="588251" y="48768"/>
                </a:lnTo>
                <a:lnTo>
                  <a:pt x="579107" y="54864"/>
                </a:lnTo>
                <a:lnTo>
                  <a:pt x="574548" y="60960"/>
                </a:lnTo>
                <a:lnTo>
                  <a:pt x="569201" y="70104"/>
                </a:lnTo>
                <a:lnTo>
                  <a:pt x="569201" y="50292"/>
                </a:lnTo>
                <a:lnTo>
                  <a:pt x="549402" y="50292"/>
                </a:lnTo>
                <a:lnTo>
                  <a:pt x="549402" y="181355"/>
                </a:lnTo>
                <a:lnTo>
                  <a:pt x="571487" y="181355"/>
                </a:lnTo>
                <a:lnTo>
                  <a:pt x="571487" y="112775"/>
                </a:lnTo>
                <a:lnTo>
                  <a:pt x="571761" y="105620"/>
                </a:lnTo>
                <a:lnTo>
                  <a:pt x="592061" y="70104"/>
                </a:lnTo>
                <a:lnTo>
                  <a:pt x="601980" y="70104"/>
                </a:lnTo>
                <a:lnTo>
                  <a:pt x="608063" y="71628"/>
                </a:lnTo>
                <a:lnTo>
                  <a:pt x="613410" y="74675"/>
                </a:lnTo>
                <a:lnTo>
                  <a:pt x="621030" y="54102"/>
                </a:lnTo>
                <a:close/>
              </a:path>
              <a:path w="951229" h="184785">
                <a:moveTo>
                  <a:pt x="638556" y="67056"/>
                </a:moveTo>
                <a:lnTo>
                  <a:pt x="638556" y="50292"/>
                </a:lnTo>
                <a:lnTo>
                  <a:pt x="621792" y="50292"/>
                </a:lnTo>
                <a:lnTo>
                  <a:pt x="621792" y="67056"/>
                </a:lnTo>
                <a:lnTo>
                  <a:pt x="638556" y="67056"/>
                </a:lnTo>
                <a:close/>
              </a:path>
              <a:path w="951229" h="184785">
                <a:moveTo>
                  <a:pt x="685787" y="181355"/>
                </a:moveTo>
                <a:lnTo>
                  <a:pt x="682752" y="161543"/>
                </a:lnTo>
                <a:lnTo>
                  <a:pt x="678942" y="162305"/>
                </a:lnTo>
                <a:lnTo>
                  <a:pt x="669798" y="162305"/>
                </a:lnTo>
                <a:lnTo>
                  <a:pt x="666737" y="161543"/>
                </a:lnTo>
                <a:lnTo>
                  <a:pt x="663702" y="160019"/>
                </a:lnTo>
                <a:lnTo>
                  <a:pt x="662178" y="158495"/>
                </a:lnTo>
                <a:lnTo>
                  <a:pt x="661416" y="156209"/>
                </a:lnTo>
                <a:lnTo>
                  <a:pt x="660654" y="154686"/>
                </a:lnTo>
                <a:lnTo>
                  <a:pt x="660654" y="3810"/>
                </a:lnTo>
                <a:lnTo>
                  <a:pt x="638556" y="17525"/>
                </a:lnTo>
                <a:lnTo>
                  <a:pt x="638556" y="143255"/>
                </a:lnTo>
                <a:lnTo>
                  <a:pt x="638698" y="152233"/>
                </a:lnTo>
                <a:lnTo>
                  <a:pt x="649973" y="179069"/>
                </a:lnTo>
                <a:lnTo>
                  <a:pt x="654545" y="182117"/>
                </a:lnTo>
                <a:lnTo>
                  <a:pt x="660654" y="182795"/>
                </a:lnTo>
                <a:lnTo>
                  <a:pt x="674357" y="182879"/>
                </a:lnTo>
                <a:lnTo>
                  <a:pt x="679704" y="182117"/>
                </a:lnTo>
                <a:lnTo>
                  <a:pt x="685787" y="181355"/>
                </a:lnTo>
                <a:close/>
              </a:path>
              <a:path w="951229" h="184785">
                <a:moveTo>
                  <a:pt x="682752" y="67056"/>
                </a:moveTo>
                <a:lnTo>
                  <a:pt x="682752" y="50292"/>
                </a:lnTo>
                <a:lnTo>
                  <a:pt x="660654" y="50292"/>
                </a:lnTo>
                <a:lnTo>
                  <a:pt x="660654" y="67056"/>
                </a:lnTo>
                <a:lnTo>
                  <a:pt x="682752" y="67056"/>
                </a:lnTo>
                <a:close/>
              </a:path>
              <a:path w="951229" h="184785">
                <a:moveTo>
                  <a:pt x="818375" y="121157"/>
                </a:moveTo>
                <a:lnTo>
                  <a:pt x="818375" y="115824"/>
                </a:lnTo>
                <a:lnTo>
                  <a:pt x="817257" y="100238"/>
                </a:lnTo>
                <a:lnTo>
                  <a:pt x="801611" y="64769"/>
                </a:lnTo>
                <a:lnTo>
                  <a:pt x="758189" y="47243"/>
                </a:lnTo>
                <a:lnTo>
                  <a:pt x="745490" y="48387"/>
                </a:lnTo>
                <a:lnTo>
                  <a:pt x="706541" y="75545"/>
                </a:lnTo>
                <a:lnTo>
                  <a:pt x="697230" y="116586"/>
                </a:lnTo>
                <a:lnTo>
                  <a:pt x="698240" y="131730"/>
                </a:lnTo>
                <a:lnTo>
                  <a:pt x="701319" y="145160"/>
                </a:lnTo>
                <a:lnTo>
                  <a:pt x="706541" y="156876"/>
                </a:lnTo>
                <a:lnTo>
                  <a:pt x="713981" y="166877"/>
                </a:lnTo>
                <a:lnTo>
                  <a:pt x="720090" y="171851"/>
                </a:lnTo>
                <a:lnTo>
                  <a:pt x="720090" y="121157"/>
                </a:lnTo>
                <a:lnTo>
                  <a:pt x="721601" y="121157"/>
                </a:lnTo>
                <a:lnTo>
                  <a:pt x="721601" y="102869"/>
                </a:lnTo>
                <a:lnTo>
                  <a:pt x="722744" y="94726"/>
                </a:lnTo>
                <a:lnTo>
                  <a:pt x="751362" y="66115"/>
                </a:lnTo>
                <a:lnTo>
                  <a:pt x="758189" y="65590"/>
                </a:lnTo>
                <a:lnTo>
                  <a:pt x="759701" y="65602"/>
                </a:lnTo>
                <a:lnTo>
                  <a:pt x="792002" y="88677"/>
                </a:lnTo>
                <a:lnTo>
                  <a:pt x="794765" y="102869"/>
                </a:lnTo>
                <a:lnTo>
                  <a:pt x="794765" y="121157"/>
                </a:lnTo>
                <a:lnTo>
                  <a:pt x="818375" y="121157"/>
                </a:lnTo>
                <a:close/>
              </a:path>
              <a:path w="951229" h="184785">
                <a:moveTo>
                  <a:pt x="817613" y="141731"/>
                </a:moveTo>
                <a:lnTo>
                  <a:pt x="794765" y="139445"/>
                </a:lnTo>
                <a:lnTo>
                  <a:pt x="790956" y="148589"/>
                </a:lnTo>
                <a:lnTo>
                  <a:pt x="786371" y="155447"/>
                </a:lnTo>
                <a:lnTo>
                  <a:pt x="781037" y="160019"/>
                </a:lnTo>
                <a:lnTo>
                  <a:pt x="774954" y="163829"/>
                </a:lnTo>
                <a:lnTo>
                  <a:pt x="768096" y="166115"/>
                </a:lnTo>
                <a:lnTo>
                  <a:pt x="758952" y="166046"/>
                </a:lnTo>
                <a:lnTo>
                  <a:pt x="723607" y="140493"/>
                </a:lnTo>
                <a:lnTo>
                  <a:pt x="720090" y="121157"/>
                </a:lnTo>
                <a:lnTo>
                  <a:pt x="720090" y="171851"/>
                </a:lnTo>
                <a:lnTo>
                  <a:pt x="723268" y="174438"/>
                </a:lnTo>
                <a:lnTo>
                  <a:pt x="733983" y="179927"/>
                </a:lnTo>
                <a:lnTo>
                  <a:pt x="746128" y="183272"/>
                </a:lnTo>
                <a:lnTo>
                  <a:pt x="759701" y="184403"/>
                </a:lnTo>
                <a:lnTo>
                  <a:pt x="770579" y="183689"/>
                </a:lnTo>
                <a:lnTo>
                  <a:pt x="809618" y="159924"/>
                </a:lnTo>
                <a:lnTo>
                  <a:pt x="814189" y="151435"/>
                </a:lnTo>
                <a:lnTo>
                  <a:pt x="817613" y="141731"/>
                </a:lnTo>
                <a:close/>
              </a:path>
              <a:path w="951229" h="184785">
                <a:moveTo>
                  <a:pt x="794765" y="121157"/>
                </a:moveTo>
                <a:lnTo>
                  <a:pt x="794765" y="102869"/>
                </a:lnTo>
                <a:lnTo>
                  <a:pt x="721601" y="102869"/>
                </a:lnTo>
                <a:lnTo>
                  <a:pt x="721601" y="121157"/>
                </a:lnTo>
                <a:lnTo>
                  <a:pt x="794765" y="121157"/>
                </a:lnTo>
                <a:close/>
              </a:path>
              <a:path w="951229" h="184785">
                <a:moveTo>
                  <a:pt x="950963" y="181355"/>
                </a:moveTo>
                <a:lnTo>
                  <a:pt x="950963" y="0"/>
                </a:lnTo>
                <a:lnTo>
                  <a:pt x="928878" y="0"/>
                </a:lnTo>
                <a:lnTo>
                  <a:pt x="928878" y="64769"/>
                </a:lnTo>
                <a:lnTo>
                  <a:pt x="925054" y="59424"/>
                </a:lnTo>
                <a:lnTo>
                  <a:pt x="920496" y="55625"/>
                </a:lnTo>
                <a:lnTo>
                  <a:pt x="914387" y="51816"/>
                </a:lnTo>
                <a:lnTo>
                  <a:pt x="907541" y="48768"/>
                </a:lnTo>
                <a:lnTo>
                  <a:pt x="900671" y="47243"/>
                </a:lnTo>
                <a:lnTo>
                  <a:pt x="893051" y="47243"/>
                </a:lnTo>
                <a:lnTo>
                  <a:pt x="852101" y="65817"/>
                </a:lnTo>
                <a:lnTo>
                  <a:pt x="837854" y="106263"/>
                </a:lnTo>
                <a:lnTo>
                  <a:pt x="837425" y="115824"/>
                </a:lnTo>
                <a:lnTo>
                  <a:pt x="837854" y="125706"/>
                </a:lnTo>
                <a:lnTo>
                  <a:pt x="853435" y="165258"/>
                </a:lnTo>
                <a:lnTo>
                  <a:pt x="860285" y="172213"/>
                </a:lnTo>
                <a:lnTo>
                  <a:pt x="860285" y="115824"/>
                </a:lnTo>
                <a:lnTo>
                  <a:pt x="860870" y="103548"/>
                </a:lnTo>
                <a:lnTo>
                  <a:pt x="881627" y="68484"/>
                </a:lnTo>
                <a:lnTo>
                  <a:pt x="896099" y="65610"/>
                </a:lnTo>
                <a:lnTo>
                  <a:pt x="902486" y="66270"/>
                </a:lnTo>
                <a:lnTo>
                  <a:pt x="928395" y="94487"/>
                </a:lnTo>
                <a:lnTo>
                  <a:pt x="931151" y="117348"/>
                </a:lnTo>
                <a:lnTo>
                  <a:pt x="931151" y="181355"/>
                </a:lnTo>
                <a:lnTo>
                  <a:pt x="950963" y="181355"/>
                </a:lnTo>
                <a:close/>
              </a:path>
              <a:path w="951229" h="184785">
                <a:moveTo>
                  <a:pt x="931151" y="181355"/>
                </a:moveTo>
                <a:lnTo>
                  <a:pt x="931151" y="117348"/>
                </a:lnTo>
                <a:lnTo>
                  <a:pt x="930450" y="129063"/>
                </a:lnTo>
                <a:lnTo>
                  <a:pt x="928395" y="139065"/>
                </a:lnTo>
                <a:lnTo>
                  <a:pt x="896099" y="166115"/>
                </a:lnTo>
                <a:lnTo>
                  <a:pt x="888961" y="165282"/>
                </a:lnTo>
                <a:lnTo>
                  <a:pt x="860987" y="127670"/>
                </a:lnTo>
                <a:lnTo>
                  <a:pt x="860285" y="115824"/>
                </a:lnTo>
                <a:lnTo>
                  <a:pt x="860285" y="172213"/>
                </a:lnTo>
                <a:lnTo>
                  <a:pt x="893813" y="184403"/>
                </a:lnTo>
                <a:lnTo>
                  <a:pt x="905107" y="183130"/>
                </a:lnTo>
                <a:lnTo>
                  <a:pt x="914969" y="179355"/>
                </a:lnTo>
                <a:lnTo>
                  <a:pt x="923400" y="173152"/>
                </a:lnTo>
                <a:lnTo>
                  <a:pt x="930402" y="164591"/>
                </a:lnTo>
                <a:lnTo>
                  <a:pt x="930402" y="181355"/>
                </a:lnTo>
                <a:lnTo>
                  <a:pt x="931151" y="181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1: Selection Sort</a:t>
            </a:r>
            <a:r>
              <a:rPr spc="-90" dirty="0"/>
              <a:t> </a:t>
            </a:r>
            <a:r>
              <a:rPr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24639" y="2271521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list[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19115" y="2271521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], int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9897" y="2271521"/>
            <a:ext cx="239712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void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sort(int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7942" y="3001517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5657" y="3001517"/>
            <a:ext cx="1668145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(i=0;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9458" y="3001517"/>
            <a:ext cx="1122045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i&lt;n-1;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99892" y="3732276"/>
            <a:ext cx="130302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min  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9523" y="4097273"/>
            <a:ext cx="31267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(j=i+1; j&lt;n;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5652" y="4462271"/>
            <a:ext cx="40392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10" dirty="0">
                <a:latin typeface="Courier New"/>
                <a:cs typeface="Courier New"/>
              </a:rPr>
              <a:t> (list[j]&lt;list[min])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5652" y="4827270"/>
            <a:ext cx="440436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min=j;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SWAP(list[i],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list[min],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26253" y="5192267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69909" y="5558028"/>
            <a:ext cx="57404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82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1: Selection Sort</a:t>
            </a:r>
            <a:r>
              <a:rPr spc="-90" dirty="0"/>
              <a:t> </a:t>
            </a:r>
            <a:r>
              <a:rPr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4643755" cy="3646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Input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1348740" algn="l"/>
                <a:tab pos="1942464" algn="l"/>
                <a:tab pos="2535555" algn="l"/>
                <a:tab pos="2931160" algn="l"/>
                <a:tab pos="3524885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20	10	15	6	17	30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Iteration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Scan from list[0] 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list[5]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smallest one is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6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Swap </a:t>
            </a:r>
            <a:r>
              <a:rPr sz="2800" dirty="0">
                <a:latin typeface="Arial"/>
                <a:cs typeface="Arial"/>
              </a:rPr>
              <a:t>6 and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list[0]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– 6 </a:t>
            </a:r>
            <a:r>
              <a:rPr sz="2800" dirty="0">
                <a:latin typeface="Arial"/>
                <a:cs typeface="Arial"/>
              </a:rPr>
              <a:t>10 15 20 17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30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64343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30459" y="643127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60" h="186055">
                <a:moveTo>
                  <a:pt x="97536" y="98479"/>
                </a:moveTo>
                <a:lnTo>
                  <a:pt x="97536" y="50291"/>
                </a:lnTo>
                <a:lnTo>
                  <a:pt x="96940" y="56602"/>
                </a:lnTo>
                <a:lnTo>
                  <a:pt x="95059" y="63055"/>
                </a:lnTo>
                <a:lnTo>
                  <a:pt x="71913" y="93535"/>
                </a:lnTo>
                <a:lnTo>
                  <a:pt x="38100" y="123110"/>
                </a:lnTo>
                <a:lnTo>
                  <a:pt x="30099" y="130111"/>
                </a:lnTo>
                <a:lnTo>
                  <a:pt x="5738" y="161365"/>
                </a:lnTo>
                <a:lnTo>
                  <a:pt x="0" y="177546"/>
                </a:lnTo>
                <a:lnTo>
                  <a:pt x="762" y="182880"/>
                </a:lnTo>
                <a:lnTo>
                  <a:pt x="31242" y="182880"/>
                </a:lnTo>
                <a:lnTo>
                  <a:pt x="31242" y="161543"/>
                </a:lnTo>
                <a:lnTo>
                  <a:pt x="34289" y="156971"/>
                </a:lnTo>
                <a:lnTo>
                  <a:pt x="67056" y="126491"/>
                </a:lnTo>
                <a:lnTo>
                  <a:pt x="78200" y="116776"/>
                </a:lnTo>
                <a:lnTo>
                  <a:pt x="87629" y="108203"/>
                </a:lnTo>
                <a:lnTo>
                  <a:pt x="95345" y="100774"/>
                </a:lnTo>
                <a:lnTo>
                  <a:pt x="97536" y="98479"/>
                </a:lnTo>
                <a:close/>
              </a:path>
              <a:path w="264160" h="186055">
                <a:moveTo>
                  <a:pt x="120396" y="57911"/>
                </a:moveTo>
                <a:lnTo>
                  <a:pt x="120396" y="50291"/>
                </a:lnTo>
                <a:lnTo>
                  <a:pt x="119514" y="39981"/>
                </a:lnTo>
                <a:lnTo>
                  <a:pt x="97012" y="8036"/>
                </a:lnTo>
                <a:lnTo>
                  <a:pt x="64008" y="0"/>
                </a:lnTo>
                <a:lnTo>
                  <a:pt x="51565" y="857"/>
                </a:lnTo>
                <a:lnTo>
                  <a:pt x="15394" y="20966"/>
                </a:lnTo>
                <a:lnTo>
                  <a:pt x="4572" y="52577"/>
                </a:lnTo>
                <a:lnTo>
                  <a:pt x="27432" y="54863"/>
                </a:lnTo>
                <a:lnTo>
                  <a:pt x="28122" y="46732"/>
                </a:lnTo>
                <a:lnTo>
                  <a:pt x="30099" y="39528"/>
                </a:lnTo>
                <a:lnTo>
                  <a:pt x="63246" y="18287"/>
                </a:lnTo>
                <a:lnTo>
                  <a:pt x="70711" y="18859"/>
                </a:lnTo>
                <a:lnTo>
                  <a:pt x="97536" y="41147"/>
                </a:lnTo>
                <a:lnTo>
                  <a:pt x="97536" y="98479"/>
                </a:lnTo>
                <a:lnTo>
                  <a:pt x="101346" y="94487"/>
                </a:lnTo>
                <a:lnTo>
                  <a:pt x="118872" y="64769"/>
                </a:lnTo>
                <a:lnTo>
                  <a:pt x="120396" y="57911"/>
                </a:lnTo>
                <a:close/>
              </a:path>
              <a:path w="264160" h="186055">
                <a:moveTo>
                  <a:pt x="121158" y="182880"/>
                </a:moveTo>
                <a:lnTo>
                  <a:pt x="121158" y="161543"/>
                </a:lnTo>
                <a:lnTo>
                  <a:pt x="31242" y="161543"/>
                </a:lnTo>
                <a:lnTo>
                  <a:pt x="31242" y="182880"/>
                </a:lnTo>
                <a:lnTo>
                  <a:pt x="121158" y="182880"/>
                </a:lnTo>
                <a:close/>
              </a:path>
              <a:path w="264160" h="186055">
                <a:moveTo>
                  <a:pt x="263651" y="92963"/>
                </a:moveTo>
                <a:lnTo>
                  <a:pt x="259842" y="50291"/>
                </a:lnTo>
                <a:lnTo>
                  <a:pt x="243839" y="15239"/>
                </a:lnTo>
                <a:lnTo>
                  <a:pt x="204215" y="0"/>
                </a:lnTo>
                <a:lnTo>
                  <a:pt x="194810" y="702"/>
                </a:lnTo>
                <a:lnTo>
                  <a:pt x="159829" y="23621"/>
                </a:lnTo>
                <a:lnTo>
                  <a:pt x="146494" y="63912"/>
                </a:lnTo>
                <a:lnTo>
                  <a:pt x="144780" y="92963"/>
                </a:lnTo>
                <a:lnTo>
                  <a:pt x="145923" y="116836"/>
                </a:lnTo>
                <a:lnTo>
                  <a:pt x="149352" y="137064"/>
                </a:lnTo>
                <a:lnTo>
                  <a:pt x="155067" y="153721"/>
                </a:lnTo>
                <a:lnTo>
                  <a:pt x="163068" y="166877"/>
                </a:lnTo>
                <a:lnTo>
                  <a:pt x="167639" y="171617"/>
                </a:lnTo>
                <a:lnTo>
                  <a:pt x="167639" y="92963"/>
                </a:lnTo>
                <a:lnTo>
                  <a:pt x="168366" y="72389"/>
                </a:lnTo>
                <a:lnTo>
                  <a:pt x="179832" y="31241"/>
                </a:lnTo>
                <a:lnTo>
                  <a:pt x="204215" y="18287"/>
                </a:lnTo>
                <a:lnTo>
                  <a:pt x="211800" y="19276"/>
                </a:lnTo>
                <a:lnTo>
                  <a:pt x="238029" y="55816"/>
                </a:lnTo>
                <a:lnTo>
                  <a:pt x="240792" y="92963"/>
                </a:lnTo>
                <a:lnTo>
                  <a:pt x="240792" y="172290"/>
                </a:lnTo>
                <a:lnTo>
                  <a:pt x="243732" y="169425"/>
                </a:lnTo>
                <a:lnTo>
                  <a:pt x="260115" y="134219"/>
                </a:lnTo>
                <a:lnTo>
                  <a:pt x="263235" y="108239"/>
                </a:lnTo>
                <a:lnTo>
                  <a:pt x="263651" y="92963"/>
                </a:lnTo>
                <a:close/>
              </a:path>
              <a:path w="264160" h="186055">
                <a:moveTo>
                  <a:pt x="240792" y="172290"/>
                </a:moveTo>
                <a:lnTo>
                  <a:pt x="240792" y="92963"/>
                </a:lnTo>
                <a:lnTo>
                  <a:pt x="240089" y="113395"/>
                </a:lnTo>
                <a:lnTo>
                  <a:pt x="238029" y="130111"/>
                </a:lnTo>
                <a:lnTo>
                  <a:pt x="218598" y="163734"/>
                </a:lnTo>
                <a:lnTo>
                  <a:pt x="204215" y="167639"/>
                </a:lnTo>
                <a:lnTo>
                  <a:pt x="196953" y="166651"/>
                </a:lnTo>
                <a:lnTo>
                  <a:pt x="170402" y="130111"/>
                </a:lnTo>
                <a:lnTo>
                  <a:pt x="167639" y="92963"/>
                </a:lnTo>
                <a:lnTo>
                  <a:pt x="167639" y="171617"/>
                </a:lnTo>
                <a:lnTo>
                  <a:pt x="171211" y="175319"/>
                </a:lnTo>
                <a:lnTo>
                  <a:pt x="180784" y="181260"/>
                </a:lnTo>
                <a:lnTo>
                  <a:pt x="191785" y="184773"/>
                </a:lnTo>
                <a:lnTo>
                  <a:pt x="204215" y="185928"/>
                </a:lnTo>
                <a:lnTo>
                  <a:pt x="213955" y="185225"/>
                </a:lnTo>
                <a:lnTo>
                  <a:pt x="222694" y="183165"/>
                </a:lnTo>
                <a:lnTo>
                  <a:pt x="230576" y="179820"/>
                </a:lnTo>
                <a:lnTo>
                  <a:pt x="237744" y="175259"/>
                </a:lnTo>
                <a:lnTo>
                  <a:pt x="240792" y="172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66551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53241" y="643127"/>
            <a:ext cx="243204" cy="186055"/>
          </a:xfrm>
          <a:custGeom>
            <a:avLst/>
            <a:gdLst/>
            <a:ahLst/>
            <a:cxnLst/>
            <a:rect l="l" t="t" r="r" b="b"/>
            <a:pathLst>
              <a:path w="243204" h="186055">
                <a:moveTo>
                  <a:pt x="67055" y="182879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433" y="48005"/>
                </a:lnTo>
                <a:lnTo>
                  <a:pt x="44957" y="40385"/>
                </a:lnTo>
                <a:lnTo>
                  <a:pt x="44957" y="182879"/>
                </a:lnTo>
                <a:lnTo>
                  <a:pt x="67055" y="182879"/>
                </a:lnTo>
                <a:close/>
              </a:path>
              <a:path w="243204" h="186055">
                <a:moveTo>
                  <a:pt x="243077" y="92963"/>
                </a:moveTo>
                <a:lnTo>
                  <a:pt x="239267" y="50291"/>
                </a:lnTo>
                <a:lnTo>
                  <a:pt x="223265" y="15239"/>
                </a:lnTo>
                <a:lnTo>
                  <a:pt x="183641" y="0"/>
                </a:lnTo>
                <a:lnTo>
                  <a:pt x="174236" y="702"/>
                </a:lnTo>
                <a:lnTo>
                  <a:pt x="139255" y="23621"/>
                </a:lnTo>
                <a:lnTo>
                  <a:pt x="125920" y="63912"/>
                </a:lnTo>
                <a:lnTo>
                  <a:pt x="124205" y="92963"/>
                </a:lnTo>
                <a:lnTo>
                  <a:pt x="125349" y="116836"/>
                </a:lnTo>
                <a:lnTo>
                  <a:pt x="128777" y="137064"/>
                </a:lnTo>
                <a:lnTo>
                  <a:pt x="134492" y="153721"/>
                </a:lnTo>
                <a:lnTo>
                  <a:pt x="142493" y="166877"/>
                </a:lnTo>
                <a:lnTo>
                  <a:pt x="147065" y="171617"/>
                </a:lnTo>
                <a:lnTo>
                  <a:pt x="147065" y="92963"/>
                </a:lnTo>
                <a:lnTo>
                  <a:pt x="147792" y="72389"/>
                </a:lnTo>
                <a:lnTo>
                  <a:pt x="159257" y="31241"/>
                </a:lnTo>
                <a:lnTo>
                  <a:pt x="183641" y="18287"/>
                </a:lnTo>
                <a:lnTo>
                  <a:pt x="191226" y="19276"/>
                </a:lnTo>
                <a:lnTo>
                  <a:pt x="217455" y="55816"/>
                </a:lnTo>
                <a:lnTo>
                  <a:pt x="220217" y="92963"/>
                </a:lnTo>
                <a:lnTo>
                  <a:pt x="220217" y="172290"/>
                </a:lnTo>
                <a:lnTo>
                  <a:pt x="223158" y="169425"/>
                </a:lnTo>
                <a:lnTo>
                  <a:pt x="239541" y="134219"/>
                </a:lnTo>
                <a:lnTo>
                  <a:pt x="242661" y="108239"/>
                </a:lnTo>
                <a:lnTo>
                  <a:pt x="243077" y="92963"/>
                </a:lnTo>
                <a:close/>
              </a:path>
              <a:path w="243204" h="186055">
                <a:moveTo>
                  <a:pt x="220217" y="172290"/>
                </a:moveTo>
                <a:lnTo>
                  <a:pt x="220217" y="92963"/>
                </a:lnTo>
                <a:lnTo>
                  <a:pt x="219515" y="113395"/>
                </a:lnTo>
                <a:lnTo>
                  <a:pt x="217455" y="130111"/>
                </a:lnTo>
                <a:lnTo>
                  <a:pt x="198024" y="163734"/>
                </a:lnTo>
                <a:lnTo>
                  <a:pt x="183641" y="167639"/>
                </a:lnTo>
                <a:lnTo>
                  <a:pt x="176379" y="166651"/>
                </a:lnTo>
                <a:lnTo>
                  <a:pt x="149828" y="130111"/>
                </a:lnTo>
                <a:lnTo>
                  <a:pt x="147065" y="92963"/>
                </a:lnTo>
                <a:lnTo>
                  <a:pt x="147065" y="171617"/>
                </a:lnTo>
                <a:lnTo>
                  <a:pt x="150637" y="175319"/>
                </a:lnTo>
                <a:lnTo>
                  <a:pt x="160210" y="181260"/>
                </a:lnTo>
                <a:lnTo>
                  <a:pt x="171211" y="184773"/>
                </a:lnTo>
                <a:lnTo>
                  <a:pt x="183641" y="185927"/>
                </a:lnTo>
                <a:lnTo>
                  <a:pt x="193381" y="185225"/>
                </a:lnTo>
                <a:lnTo>
                  <a:pt x="202120" y="183165"/>
                </a:lnTo>
                <a:lnTo>
                  <a:pt x="210002" y="179820"/>
                </a:lnTo>
                <a:lnTo>
                  <a:pt x="217169" y="175259"/>
                </a:lnTo>
                <a:lnTo>
                  <a:pt x="220217" y="172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68759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90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8" y="300990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8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5449" y="643127"/>
            <a:ext cx="245745" cy="186055"/>
          </a:xfrm>
          <a:custGeom>
            <a:avLst/>
            <a:gdLst/>
            <a:ahLst/>
            <a:cxnLst/>
            <a:rect l="l" t="t" r="r" b="b"/>
            <a:pathLst>
              <a:path w="245745" h="186055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433" y="48005"/>
                </a:lnTo>
                <a:lnTo>
                  <a:pt x="44958" y="40385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5745" h="186055">
                <a:moveTo>
                  <a:pt x="221742" y="172795"/>
                </a:moveTo>
                <a:lnTo>
                  <a:pt x="221742" y="123443"/>
                </a:lnTo>
                <a:lnTo>
                  <a:pt x="221027" y="132730"/>
                </a:lnTo>
                <a:lnTo>
                  <a:pt x="218884" y="141160"/>
                </a:lnTo>
                <a:lnTo>
                  <a:pt x="190595" y="166913"/>
                </a:lnTo>
                <a:lnTo>
                  <a:pt x="182880" y="167639"/>
                </a:lnTo>
                <a:lnTo>
                  <a:pt x="173736" y="167639"/>
                </a:lnTo>
                <a:lnTo>
                  <a:pt x="147828" y="133349"/>
                </a:lnTo>
                <a:lnTo>
                  <a:pt x="124206" y="134873"/>
                </a:lnTo>
                <a:lnTo>
                  <a:pt x="142494" y="172211"/>
                </a:lnTo>
                <a:lnTo>
                  <a:pt x="182880" y="185927"/>
                </a:lnTo>
                <a:lnTo>
                  <a:pt x="197346" y="184511"/>
                </a:lnTo>
                <a:lnTo>
                  <a:pt x="210026" y="180308"/>
                </a:lnTo>
                <a:lnTo>
                  <a:pt x="221134" y="173390"/>
                </a:lnTo>
                <a:lnTo>
                  <a:pt x="221742" y="172795"/>
                </a:lnTo>
                <a:close/>
              </a:path>
              <a:path w="245745" h="186055">
                <a:moveTo>
                  <a:pt x="236220" y="24383"/>
                </a:moveTo>
                <a:lnTo>
                  <a:pt x="236220" y="3047"/>
                </a:lnTo>
                <a:lnTo>
                  <a:pt x="146304" y="3047"/>
                </a:lnTo>
                <a:lnTo>
                  <a:pt x="128016" y="96773"/>
                </a:lnTo>
                <a:lnTo>
                  <a:pt x="149352" y="99821"/>
                </a:lnTo>
                <a:lnTo>
                  <a:pt x="152400" y="94487"/>
                </a:lnTo>
                <a:lnTo>
                  <a:pt x="153924" y="92963"/>
                </a:lnTo>
                <a:lnTo>
                  <a:pt x="153924" y="73151"/>
                </a:lnTo>
                <a:lnTo>
                  <a:pt x="163830" y="24383"/>
                </a:lnTo>
                <a:lnTo>
                  <a:pt x="236220" y="24383"/>
                </a:lnTo>
                <a:close/>
              </a:path>
              <a:path w="245745" h="186055">
                <a:moveTo>
                  <a:pt x="245363" y="121157"/>
                </a:moveTo>
                <a:lnTo>
                  <a:pt x="228600" y="78485"/>
                </a:lnTo>
                <a:lnTo>
                  <a:pt x="188213" y="61721"/>
                </a:lnTo>
                <a:lnTo>
                  <a:pt x="179641" y="62436"/>
                </a:lnTo>
                <a:lnTo>
                  <a:pt x="171069" y="64579"/>
                </a:lnTo>
                <a:lnTo>
                  <a:pt x="162496" y="68151"/>
                </a:lnTo>
                <a:lnTo>
                  <a:pt x="153924" y="73151"/>
                </a:lnTo>
                <a:lnTo>
                  <a:pt x="153924" y="92963"/>
                </a:lnTo>
                <a:lnTo>
                  <a:pt x="156972" y="89915"/>
                </a:lnTo>
                <a:lnTo>
                  <a:pt x="169163" y="83819"/>
                </a:lnTo>
                <a:lnTo>
                  <a:pt x="175260" y="81533"/>
                </a:lnTo>
                <a:lnTo>
                  <a:pt x="182880" y="81533"/>
                </a:lnTo>
                <a:lnTo>
                  <a:pt x="218884" y="106203"/>
                </a:lnTo>
                <a:lnTo>
                  <a:pt x="221742" y="123443"/>
                </a:lnTo>
                <a:lnTo>
                  <a:pt x="221742" y="172795"/>
                </a:lnTo>
                <a:lnTo>
                  <a:pt x="230886" y="163829"/>
                </a:lnTo>
                <a:lnTo>
                  <a:pt x="237005" y="154376"/>
                </a:lnTo>
                <a:lnTo>
                  <a:pt x="241554" y="144208"/>
                </a:lnTo>
                <a:lnTo>
                  <a:pt x="244387" y="133183"/>
                </a:lnTo>
                <a:lnTo>
                  <a:pt x="245363" y="121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70967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90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8" y="0"/>
                </a:lnTo>
                <a:lnTo>
                  <a:pt x="349018" y="3942"/>
                </a:lnTo>
                <a:lnTo>
                  <a:pt x="395313" y="15355"/>
                </a:lnTo>
                <a:lnTo>
                  <a:pt x="438490" y="33617"/>
                </a:lnTo>
                <a:lnTo>
                  <a:pt x="477928" y="58107"/>
                </a:lnTo>
                <a:lnTo>
                  <a:pt x="513005" y="88201"/>
                </a:lnTo>
                <a:lnTo>
                  <a:pt x="543099" y="123279"/>
                </a:lnTo>
                <a:lnTo>
                  <a:pt x="567587" y="162719"/>
                </a:lnTo>
                <a:lnTo>
                  <a:pt x="585849" y="205898"/>
                </a:lnTo>
                <a:lnTo>
                  <a:pt x="597262" y="252196"/>
                </a:lnTo>
                <a:lnTo>
                  <a:pt x="601205" y="300990"/>
                </a:lnTo>
                <a:lnTo>
                  <a:pt x="597262" y="349762"/>
                </a:lnTo>
                <a:lnTo>
                  <a:pt x="585849" y="396002"/>
                </a:lnTo>
                <a:lnTo>
                  <a:pt x="567587" y="439096"/>
                </a:lnTo>
                <a:lnTo>
                  <a:pt x="543099" y="478432"/>
                </a:lnTo>
                <a:lnTo>
                  <a:pt x="513005" y="513397"/>
                </a:lnTo>
                <a:lnTo>
                  <a:pt x="477928" y="543379"/>
                </a:lnTo>
                <a:lnTo>
                  <a:pt x="438490" y="567764"/>
                </a:lnTo>
                <a:lnTo>
                  <a:pt x="395313" y="585941"/>
                </a:lnTo>
                <a:lnTo>
                  <a:pt x="349018" y="597296"/>
                </a:lnTo>
                <a:lnTo>
                  <a:pt x="300228" y="601218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0222" y="643127"/>
            <a:ext cx="120650" cy="186055"/>
          </a:xfrm>
          <a:custGeom>
            <a:avLst/>
            <a:gdLst/>
            <a:ahLst/>
            <a:cxnLst/>
            <a:rect l="l" t="t" r="r" b="b"/>
            <a:pathLst>
              <a:path w="120650" h="186055">
                <a:moveTo>
                  <a:pt x="117348" y="44957"/>
                </a:moveTo>
                <a:lnTo>
                  <a:pt x="93292" y="6750"/>
                </a:lnTo>
                <a:lnTo>
                  <a:pt x="65544" y="0"/>
                </a:lnTo>
                <a:lnTo>
                  <a:pt x="51864" y="1285"/>
                </a:lnTo>
                <a:lnTo>
                  <a:pt x="10935" y="34420"/>
                </a:lnTo>
                <a:lnTo>
                  <a:pt x="1168" y="72973"/>
                </a:lnTo>
                <a:lnTo>
                  <a:pt x="0" y="97535"/>
                </a:lnTo>
                <a:lnTo>
                  <a:pt x="1132" y="119383"/>
                </a:lnTo>
                <a:lnTo>
                  <a:pt x="4481" y="138017"/>
                </a:lnTo>
                <a:lnTo>
                  <a:pt x="9970" y="153364"/>
                </a:lnTo>
                <a:lnTo>
                  <a:pt x="17525" y="165353"/>
                </a:lnTo>
                <a:lnTo>
                  <a:pt x="22098" y="169633"/>
                </a:lnTo>
                <a:lnTo>
                  <a:pt x="22098" y="89153"/>
                </a:lnTo>
                <a:lnTo>
                  <a:pt x="22516" y="76164"/>
                </a:lnTo>
                <a:lnTo>
                  <a:pt x="35721" y="33718"/>
                </a:lnTo>
                <a:lnTo>
                  <a:pt x="57150" y="18287"/>
                </a:lnTo>
                <a:lnTo>
                  <a:pt x="73151" y="18287"/>
                </a:lnTo>
                <a:lnTo>
                  <a:pt x="80022" y="21335"/>
                </a:lnTo>
                <a:lnTo>
                  <a:pt x="86118" y="28193"/>
                </a:lnTo>
                <a:lnTo>
                  <a:pt x="89916" y="32003"/>
                </a:lnTo>
                <a:lnTo>
                  <a:pt x="92963" y="38099"/>
                </a:lnTo>
                <a:lnTo>
                  <a:pt x="94487" y="47243"/>
                </a:lnTo>
                <a:lnTo>
                  <a:pt x="117348" y="44957"/>
                </a:lnTo>
                <a:close/>
              </a:path>
              <a:path w="120650" h="186055">
                <a:moveTo>
                  <a:pt x="120408" y="123443"/>
                </a:moveTo>
                <a:lnTo>
                  <a:pt x="104406" y="80771"/>
                </a:lnTo>
                <a:lnTo>
                  <a:pt x="66306" y="64769"/>
                </a:lnTo>
                <a:lnTo>
                  <a:pt x="57911" y="64769"/>
                </a:lnTo>
                <a:lnTo>
                  <a:pt x="49542" y="66293"/>
                </a:lnTo>
                <a:lnTo>
                  <a:pt x="41922" y="70865"/>
                </a:lnTo>
                <a:lnTo>
                  <a:pt x="36356" y="74152"/>
                </a:lnTo>
                <a:lnTo>
                  <a:pt x="31153" y="78295"/>
                </a:lnTo>
                <a:lnTo>
                  <a:pt x="26377" y="83296"/>
                </a:lnTo>
                <a:lnTo>
                  <a:pt x="22098" y="89153"/>
                </a:lnTo>
                <a:lnTo>
                  <a:pt x="22098" y="169633"/>
                </a:lnTo>
                <a:lnTo>
                  <a:pt x="25920" y="173212"/>
                </a:lnTo>
                <a:lnTo>
                  <a:pt x="25920" y="123443"/>
                </a:lnTo>
                <a:lnTo>
                  <a:pt x="26515" y="115288"/>
                </a:lnTo>
                <a:lnTo>
                  <a:pt x="54585" y="85284"/>
                </a:lnTo>
                <a:lnTo>
                  <a:pt x="61734" y="84581"/>
                </a:lnTo>
                <a:lnTo>
                  <a:pt x="69313" y="85284"/>
                </a:lnTo>
                <a:lnTo>
                  <a:pt x="96856" y="116252"/>
                </a:lnTo>
                <a:lnTo>
                  <a:pt x="97548" y="124967"/>
                </a:lnTo>
                <a:lnTo>
                  <a:pt x="97548" y="174627"/>
                </a:lnTo>
                <a:lnTo>
                  <a:pt x="98636" y="173878"/>
                </a:lnTo>
                <a:lnTo>
                  <a:pt x="118597" y="140017"/>
                </a:lnTo>
                <a:lnTo>
                  <a:pt x="119967" y="131873"/>
                </a:lnTo>
                <a:lnTo>
                  <a:pt x="120408" y="123443"/>
                </a:lnTo>
                <a:close/>
              </a:path>
              <a:path w="120650" h="186055">
                <a:moveTo>
                  <a:pt x="97548" y="174627"/>
                </a:moveTo>
                <a:lnTo>
                  <a:pt x="97548" y="124967"/>
                </a:lnTo>
                <a:lnTo>
                  <a:pt x="96844" y="134242"/>
                </a:lnTo>
                <a:lnTo>
                  <a:pt x="94781" y="142589"/>
                </a:lnTo>
                <a:lnTo>
                  <a:pt x="63258" y="167563"/>
                </a:lnTo>
                <a:lnTo>
                  <a:pt x="56387" y="167639"/>
                </a:lnTo>
                <a:lnTo>
                  <a:pt x="50304" y="166115"/>
                </a:lnTo>
                <a:lnTo>
                  <a:pt x="25920" y="131825"/>
                </a:lnTo>
                <a:lnTo>
                  <a:pt x="25920" y="173212"/>
                </a:lnTo>
                <a:lnTo>
                  <a:pt x="27141" y="174355"/>
                </a:lnTo>
                <a:lnTo>
                  <a:pt x="37825" y="180784"/>
                </a:lnTo>
                <a:lnTo>
                  <a:pt x="49792" y="184642"/>
                </a:lnTo>
                <a:lnTo>
                  <a:pt x="63258" y="185927"/>
                </a:lnTo>
                <a:lnTo>
                  <a:pt x="71099" y="185487"/>
                </a:lnTo>
                <a:lnTo>
                  <a:pt x="78587" y="184118"/>
                </a:lnTo>
                <a:lnTo>
                  <a:pt x="85647" y="181748"/>
                </a:lnTo>
                <a:lnTo>
                  <a:pt x="92201" y="178307"/>
                </a:lnTo>
                <a:lnTo>
                  <a:pt x="97548" y="174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73163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90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9" y="123279"/>
                </a:lnTo>
                <a:lnTo>
                  <a:pt x="87822" y="88201"/>
                </a:lnTo>
                <a:lnTo>
                  <a:pt x="122788" y="58107"/>
                </a:lnTo>
                <a:lnTo>
                  <a:pt x="162125" y="33617"/>
                </a:lnTo>
                <a:lnTo>
                  <a:pt x="205222" y="15355"/>
                </a:lnTo>
                <a:lnTo>
                  <a:pt x="251464" y="3942"/>
                </a:lnTo>
                <a:lnTo>
                  <a:pt x="300240" y="0"/>
                </a:lnTo>
                <a:lnTo>
                  <a:pt x="349034" y="3942"/>
                </a:lnTo>
                <a:lnTo>
                  <a:pt x="395332" y="15355"/>
                </a:lnTo>
                <a:lnTo>
                  <a:pt x="438511" y="33617"/>
                </a:lnTo>
                <a:lnTo>
                  <a:pt x="477951" y="58107"/>
                </a:lnTo>
                <a:lnTo>
                  <a:pt x="513029" y="88201"/>
                </a:lnTo>
                <a:lnTo>
                  <a:pt x="543123" y="123279"/>
                </a:lnTo>
                <a:lnTo>
                  <a:pt x="567612" y="162719"/>
                </a:lnTo>
                <a:lnTo>
                  <a:pt x="585874" y="205898"/>
                </a:lnTo>
                <a:lnTo>
                  <a:pt x="597288" y="252196"/>
                </a:lnTo>
                <a:lnTo>
                  <a:pt x="601230" y="300990"/>
                </a:lnTo>
                <a:lnTo>
                  <a:pt x="597288" y="349762"/>
                </a:lnTo>
                <a:lnTo>
                  <a:pt x="585874" y="396002"/>
                </a:lnTo>
                <a:lnTo>
                  <a:pt x="567612" y="439096"/>
                </a:lnTo>
                <a:lnTo>
                  <a:pt x="543123" y="478432"/>
                </a:lnTo>
                <a:lnTo>
                  <a:pt x="513029" y="513397"/>
                </a:lnTo>
                <a:lnTo>
                  <a:pt x="477951" y="543379"/>
                </a:lnTo>
                <a:lnTo>
                  <a:pt x="438511" y="567764"/>
                </a:lnTo>
                <a:lnTo>
                  <a:pt x="395332" y="585941"/>
                </a:lnTo>
                <a:lnTo>
                  <a:pt x="349034" y="597296"/>
                </a:lnTo>
                <a:lnTo>
                  <a:pt x="300240" y="601218"/>
                </a:lnTo>
                <a:lnTo>
                  <a:pt x="251464" y="597296"/>
                </a:lnTo>
                <a:lnTo>
                  <a:pt x="205222" y="585941"/>
                </a:lnTo>
                <a:lnTo>
                  <a:pt x="162125" y="567764"/>
                </a:lnTo>
                <a:lnTo>
                  <a:pt x="122788" y="543379"/>
                </a:lnTo>
                <a:lnTo>
                  <a:pt x="87822" y="513397"/>
                </a:lnTo>
                <a:lnTo>
                  <a:pt x="57839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9865" y="643127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80">
                <a:moveTo>
                  <a:pt x="67056" y="182879"/>
                </a:moveTo>
                <a:lnTo>
                  <a:pt x="67056" y="0"/>
                </a:lnTo>
                <a:lnTo>
                  <a:pt x="52577" y="0"/>
                </a:lnTo>
                <a:lnTo>
                  <a:pt x="49153" y="5845"/>
                </a:lnTo>
                <a:lnTo>
                  <a:pt x="44662" y="11906"/>
                </a:lnTo>
                <a:lnTo>
                  <a:pt x="8975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145" y="48005"/>
                </a:lnTo>
                <a:lnTo>
                  <a:pt x="44958" y="40385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3840" h="182880">
                <a:moveTo>
                  <a:pt x="243840" y="20573"/>
                </a:moveTo>
                <a:lnTo>
                  <a:pt x="243840" y="3047"/>
                </a:lnTo>
                <a:lnTo>
                  <a:pt x="125730" y="3047"/>
                </a:lnTo>
                <a:lnTo>
                  <a:pt x="125730" y="24383"/>
                </a:lnTo>
                <a:lnTo>
                  <a:pt x="214871" y="24383"/>
                </a:lnTo>
                <a:lnTo>
                  <a:pt x="214871" y="60486"/>
                </a:lnTo>
                <a:lnTo>
                  <a:pt x="218120" y="55078"/>
                </a:lnTo>
                <a:lnTo>
                  <a:pt x="226690" y="42100"/>
                </a:lnTo>
                <a:lnTo>
                  <a:pt x="235262" y="30551"/>
                </a:lnTo>
                <a:lnTo>
                  <a:pt x="243840" y="20573"/>
                </a:lnTo>
                <a:close/>
              </a:path>
              <a:path w="243840" h="182880">
                <a:moveTo>
                  <a:pt x="214871" y="60486"/>
                </a:moveTo>
                <a:lnTo>
                  <a:pt x="214871" y="24383"/>
                </a:lnTo>
                <a:lnTo>
                  <a:pt x="206447" y="34670"/>
                </a:lnTo>
                <a:lnTo>
                  <a:pt x="182880" y="72389"/>
                </a:lnTo>
                <a:lnTo>
                  <a:pt x="164441" y="115788"/>
                </a:lnTo>
                <a:lnTo>
                  <a:pt x="153822" y="158972"/>
                </a:lnTo>
                <a:lnTo>
                  <a:pt x="151638" y="182879"/>
                </a:lnTo>
                <a:lnTo>
                  <a:pt x="174485" y="182879"/>
                </a:lnTo>
                <a:lnTo>
                  <a:pt x="175475" y="169449"/>
                </a:lnTo>
                <a:lnTo>
                  <a:pt x="177253" y="156590"/>
                </a:lnTo>
                <a:lnTo>
                  <a:pt x="188009" y="116597"/>
                </a:lnTo>
                <a:lnTo>
                  <a:pt x="209550" y="69341"/>
                </a:lnTo>
                <a:lnTo>
                  <a:pt x="214871" y="604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75370" y="44881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90"/>
                </a:moveTo>
                <a:lnTo>
                  <a:pt x="3921" y="252196"/>
                </a:lnTo>
                <a:lnTo>
                  <a:pt x="15277" y="205898"/>
                </a:lnTo>
                <a:lnTo>
                  <a:pt x="33455" y="162719"/>
                </a:lnTo>
                <a:lnTo>
                  <a:pt x="57842" y="123279"/>
                </a:lnTo>
                <a:lnTo>
                  <a:pt x="87825" y="88201"/>
                </a:lnTo>
                <a:lnTo>
                  <a:pt x="122791" y="58107"/>
                </a:lnTo>
                <a:lnTo>
                  <a:pt x="162127" y="33617"/>
                </a:lnTo>
                <a:lnTo>
                  <a:pt x="205220" y="15355"/>
                </a:lnTo>
                <a:lnTo>
                  <a:pt x="251458" y="3942"/>
                </a:lnTo>
                <a:lnTo>
                  <a:pt x="300227" y="0"/>
                </a:lnTo>
                <a:lnTo>
                  <a:pt x="349024" y="3942"/>
                </a:lnTo>
                <a:lnTo>
                  <a:pt x="395324" y="15355"/>
                </a:lnTo>
                <a:lnTo>
                  <a:pt x="438504" y="33617"/>
                </a:lnTo>
                <a:lnTo>
                  <a:pt x="477944" y="58107"/>
                </a:lnTo>
                <a:lnTo>
                  <a:pt x="513021" y="88201"/>
                </a:lnTo>
                <a:lnTo>
                  <a:pt x="543114" y="123279"/>
                </a:lnTo>
                <a:lnTo>
                  <a:pt x="567602" y="162719"/>
                </a:lnTo>
                <a:lnTo>
                  <a:pt x="585863" y="205898"/>
                </a:lnTo>
                <a:lnTo>
                  <a:pt x="597275" y="252196"/>
                </a:lnTo>
                <a:lnTo>
                  <a:pt x="601218" y="300990"/>
                </a:lnTo>
                <a:lnTo>
                  <a:pt x="597275" y="349762"/>
                </a:lnTo>
                <a:lnTo>
                  <a:pt x="585863" y="396002"/>
                </a:lnTo>
                <a:lnTo>
                  <a:pt x="567602" y="439096"/>
                </a:lnTo>
                <a:lnTo>
                  <a:pt x="543114" y="478432"/>
                </a:lnTo>
                <a:lnTo>
                  <a:pt x="513021" y="513397"/>
                </a:lnTo>
                <a:lnTo>
                  <a:pt x="477944" y="543379"/>
                </a:lnTo>
                <a:lnTo>
                  <a:pt x="438504" y="567764"/>
                </a:lnTo>
                <a:lnTo>
                  <a:pt x="395324" y="585941"/>
                </a:lnTo>
                <a:lnTo>
                  <a:pt x="349024" y="597296"/>
                </a:lnTo>
                <a:lnTo>
                  <a:pt x="300227" y="601218"/>
                </a:lnTo>
                <a:lnTo>
                  <a:pt x="251458" y="597296"/>
                </a:lnTo>
                <a:lnTo>
                  <a:pt x="205220" y="585941"/>
                </a:lnTo>
                <a:lnTo>
                  <a:pt x="162127" y="567764"/>
                </a:lnTo>
                <a:lnTo>
                  <a:pt x="122791" y="543379"/>
                </a:lnTo>
                <a:lnTo>
                  <a:pt x="87825" y="513397"/>
                </a:lnTo>
                <a:lnTo>
                  <a:pt x="57842" y="478432"/>
                </a:lnTo>
                <a:lnTo>
                  <a:pt x="33455" y="439096"/>
                </a:lnTo>
                <a:lnTo>
                  <a:pt x="15277" y="396002"/>
                </a:lnTo>
                <a:lnTo>
                  <a:pt x="3921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44548" y="643127"/>
            <a:ext cx="260985" cy="186055"/>
          </a:xfrm>
          <a:custGeom>
            <a:avLst/>
            <a:gdLst/>
            <a:ahLst/>
            <a:cxnLst/>
            <a:rect l="l" t="t" r="r" b="b"/>
            <a:pathLst>
              <a:path w="260984" h="186055">
                <a:moveTo>
                  <a:pt x="95999" y="174125"/>
                </a:moveTo>
                <a:lnTo>
                  <a:pt x="95999" y="129539"/>
                </a:lnTo>
                <a:lnTo>
                  <a:pt x="95297" y="137255"/>
                </a:lnTo>
                <a:lnTo>
                  <a:pt x="93238" y="144398"/>
                </a:lnTo>
                <a:lnTo>
                  <a:pt x="58674" y="167639"/>
                </a:lnTo>
                <a:lnTo>
                  <a:pt x="49529" y="167639"/>
                </a:lnTo>
                <a:lnTo>
                  <a:pt x="22859" y="131825"/>
                </a:lnTo>
                <a:lnTo>
                  <a:pt x="0" y="134873"/>
                </a:lnTo>
                <a:lnTo>
                  <a:pt x="18275" y="171449"/>
                </a:lnTo>
                <a:lnTo>
                  <a:pt x="56375" y="185812"/>
                </a:lnTo>
                <a:lnTo>
                  <a:pt x="60198" y="185749"/>
                </a:lnTo>
                <a:lnTo>
                  <a:pt x="70918" y="184915"/>
                </a:lnTo>
                <a:lnTo>
                  <a:pt x="82575" y="181832"/>
                </a:lnTo>
                <a:lnTo>
                  <a:pt x="92946" y="176605"/>
                </a:lnTo>
                <a:lnTo>
                  <a:pt x="95999" y="174125"/>
                </a:lnTo>
                <a:close/>
              </a:path>
              <a:path w="260984" h="186055">
                <a:moveTo>
                  <a:pt x="110477" y="54863"/>
                </a:moveTo>
                <a:lnTo>
                  <a:pt x="110477" y="38861"/>
                </a:lnTo>
                <a:lnTo>
                  <a:pt x="108191" y="31241"/>
                </a:lnTo>
                <a:lnTo>
                  <a:pt x="78152" y="3536"/>
                </a:lnTo>
                <a:lnTo>
                  <a:pt x="56375" y="54"/>
                </a:lnTo>
                <a:lnTo>
                  <a:pt x="47243" y="697"/>
                </a:lnTo>
                <a:lnTo>
                  <a:pt x="9239" y="27146"/>
                </a:lnTo>
                <a:lnTo>
                  <a:pt x="2285" y="47243"/>
                </a:lnTo>
                <a:lnTo>
                  <a:pt x="25145" y="51053"/>
                </a:lnTo>
                <a:lnTo>
                  <a:pt x="26723" y="43441"/>
                </a:lnTo>
                <a:lnTo>
                  <a:pt x="29069" y="36824"/>
                </a:lnTo>
                <a:lnTo>
                  <a:pt x="32105" y="31230"/>
                </a:lnTo>
                <a:lnTo>
                  <a:pt x="35801" y="26669"/>
                </a:lnTo>
                <a:lnTo>
                  <a:pt x="41909" y="21335"/>
                </a:lnTo>
                <a:lnTo>
                  <a:pt x="49529" y="18287"/>
                </a:lnTo>
                <a:lnTo>
                  <a:pt x="66293" y="18287"/>
                </a:lnTo>
                <a:lnTo>
                  <a:pt x="73901" y="21335"/>
                </a:lnTo>
                <a:lnTo>
                  <a:pt x="84581" y="32003"/>
                </a:lnTo>
                <a:lnTo>
                  <a:pt x="87629" y="38861"/>
                </a:lnTo>
                <a:lnTo>
                  <a:pt x="87629" y="82780"/>
                </a:lnTo>
                <a:lnTo>
                  <a:pt x="93725" y="80009"/>
                </a:lnTo>
                <a:lnTo>
                  <a:pt x="99821" y="75437"/>
                </a:lnTo>
                <a:lnTo>
                  <a:pt x="104393" y="68579"/>
                </a:lnTo>
                <a:lnTo>
                  <a:pt x="108953" y="62483"/>
                </a:lnTo>
                <a:lnTo>
                  <a:pt x="110477" y="54863"/>
                </a:lnTo>
                <a:close/>
              </a:path>
              <a:path w="260984" h="186055">
                <a:moveTo>
                  <a:pt x="87629" y="82780"/>
                </a:moveTo>
                <a:lnTo>
                  <a:pt x="87629" y="46481"/>
                </a:lnTo>
                <a:lnTo>
                  <a:pt x="86915" y="53923"/>
                </a:lnTo>
                <a:lnTo>
                  <a:pt x="84772" y="60293"/>
                </a:lnTo>
                <a:lnTo>
                  <a:pt x="47243" y="76961"/>
                </a:lnTo>
                <a:lnTo>
                  <a:pt x="44195" y="96773"/>
                </a:lnTo>
                <a:lnTo>
                  <a:pt x="51041" y="95249"/>
                </a:lnTo>
                <a:lnTo>
                  <a:pt x="56375" y="94487"/>
                </a:lnTo>
                <a:lnTo>
                  <a:pt x="60198" y="94487"/>
                </a:lnTo>
                <a:lnTo>
                  <a:pt x="67776" y="95071"/>
                </a:lnTo>
                <a:lnTo>
                  <a:pt x="74575" y="96869"/>
                </a:lnTo>
                <a:lnTo>
                  <a:pt x="80663" y="99952"/>
                </a:lnTo>
                <a:lnTo>
                  <a:pt x="85343" y="103772"/>
                </a:lnTo>
                <a:lnTo>
                  <a:pt x="85343" y="83819"/>
                </a:lnTo>
                <a:lnTo>
                  <a:pt x="87629" y="82780"/>
                </a:lnTo>
                <a:close/>
              </a:path>
              <a:path w="260984" h="186055">
                <a:moveTo>
                  <a:pt x="119633" y="128777"/>
                </a:moveTo>
                <a:lnTo>
                  <a:pt x="99625" y="89820"/>
                </a:lnTo>
                <a:lnTo>
                  <a:pt x="85343" y="83819"/>
                </a:lnTo>
                <a:lnTo>
                  <a:pt x="85343" y="103772"/>
                </a:lnTo>
                <a:lnTo>
                  <a:pt x="86105" y="104393"/>
                </a:lnTo>
                <a:lnTo>
                  <a:pt x="90218" y="109501"/>
                </a:lnTo>
                <a:lnTo>
                  <a:pt x="93333" y="115538"/>
                </a:lnTo>
                <a:lnTo>
                  <a:pt x="95308" y="122289"/>
                </a:lnTo>
                <a:lnTo>
                  <a:pt x="95999" y="129539"/>
                </a:lnTo>
                <a:lnTo>
                  <a:pt x="95999" y="174125"/>
                </a:lnTo>
                <a:lnTo>
                  <a:pt x="102107" y="169163"/>
                </a:lnTo>
                <a:lnTo>
                  <a:pt x="109663" y="160603"/>
                </a:lnTo>
                <a:lnTo>
                  <a:pt x="115152" y="150971"/>
                </a:lnTo>
                <a:lnTo>
                  <a:pt x="118501" y="140338"/>
                </a:lnTo>
                <a:lnTo>
                  <a:pt x="119633" y="128777"/>
                </a:lnTo>
                <a:close/>
              </a:path>
              <a:path w="260984" h="186055">
                <a:moveTo>
                  <a:pt x="260591" y="92963"/>
                </a:moveTo>
                <a:lnTo>
                  <a:pt x="256793" y="50291"/>
                </a:lnTo>
                <a:lnTo>
                  <a:pt x="240779" y="15239"/>
                </a:lnTo>
                <a:lnTo>
                  <a:pt x="201167" y="0"/>
                </a:lnTo>
                <a:lnTo>
                  <a:pt x="191756" y="702"/>
                </a:lnTo>
                <a:lnTo>
                  <a:pt x="156773" y="23621"/>
                </a:lnTo>
                <a:lnTo>
                  <a:pt x="143444" y="63912"/>
                </a:lnTo>
                <a:lnTo>
                  <a:pt x="141731" y="92963"/>
                </a:lnTo>
                <a:lnTo>
                  <a:pt x="142873" y="116836"/>
                </a:lnTo>
                <a:lnTo>
                  <a:pt x="146299" y="137064"/>
                </a:lnTo>
                <a:lnTo>
                  <a:pt x="152013" y="153721"/>
                </a:lnTo>
                <a:lnTo>
                  <a:pt x="160019" y="166877"/>
                </a:lnTo>
                <a:lnTo>
                  <a:pt x="164579" y="171604"/>
                </a:lnTo>
                <a:lnTo>
                  <a:pt x="164579" y="92963"/>
                </a:lnTo>
                <a:lnTo>
                  <a:pt x="165293" y="72389"/>
                </a:lnTo>
                <a:lnTo>
                  <a:pt x="176021" y="31241"/>
                </a:lnTo>
                <a:lnTo>
                  <a:pt x="201167" y="18287"/>
                </a:lnTo>
                <a:lnTo>
                  <a:pt x="208430" y="19276"/>
                </a:lnTo>
                <a:lnTo>
                  <a:pt x="234981" y="55816"/>
                </a:lnTo>
                <a:lnTo>
                  <a:pt x="237743" y="92963"/>
                </a:lnTo>
                <a:lnTo>
                  <a:pt x="237743" y="172282"/>
                </a:lnTo>
                <a:lnTo>
                  <a:pt x="240667" y="169425"/>
                </a:lnTo>
                <a:lnTo>
                  <a:pt x="256744" y="134219"/>
                </a:lnTo>
                <a:lnTo>
                  <a:pt x="260164" y="108239"/>
                </a:lnTo>
                <a:lnTo>
                  <a:pt x="260591" y="92963"/>
                </a:lnTo>
                <a:close/>
              </a:path>
              <a:path w="260984" h="186055">
                <a:moveTo>
                  <a:pt x="237743" y="172282"/>
                </a:moveTo>
                <a:lnTo>
                  <a:pt x="237743" y="92963"/>
                </a:lnTo>
                <a:lnTo>
                  <a:pt x="237041" y="113395"/>
                </a:lnTo>
                <a:lnTo>
                  <a:pt x="234981" y="130111"/>
                </a:lnTo>
                <a:lnTo>
                  <a:pt x="215550" y="163734"/>
                </a:lnTo>
                <a:lnTo>
                  <a:pt x="201167" y="167639"/>
                </a:lnTo>
                <a:lnTo>
                  <a:pt x="193899" y="166651"/>
                </a:lnTo>
                <a:lnTo>
                  <a:pt x="167343" y="130111"/>
                </a:lnTo>
                <a:lnTo>
                  <a:pt x="164579" y="92963"/>
                </a:lnTo>
                <a:lnTo>
                  <a:pt x="164579" y="171604"/>
                </a:lnTo>
                <a:lnTo>
                  <a:pt x="168162" y="175319"/>
                </a:lnTo>
                <a:lnTo>
                  <a:pt x="177731" y="181260"/>
                </a:lnTo>
                <a:lnTo>
                  <a:pt x="188732" y="184773"/>
                </a:lnTo>
                <a:lnTo>
                  <a:pt x="201167" y="185927"/>
                </a:lnTo>
                <a:lnTo>
                  <a:pt x="210905" y="185225"/>
                </a:lnTo>
                <a:lnTo>
                  <a:pt x="219641" y="183165"/>
                </a:lnTo>
                <a:lnTo>
                  <a:pt x="227523" y="179820"/>
                </a:lnTo>
                <a:lnTo>
                  <a:pt x="234695" y="175259"/>
                </a:lnTo>
                <a:lnTo>
                  <a:pt x="237743" y="1722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64343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7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30459" y="1845564"/>
            <a:ext cx="264160" cy="186690"/>
          </a:xfrm>
          <a:custGeom>
            <a:avLst/>
            <a:gdLst/>
            <a:ahLst/>
            <a:cxnLst/>
            <a:rect l="l" t="t" r="r" b="b"/>
            <a:pathLst>
              <a:path w="264160" h="186689">
                <a:moveTo>
                  <a:pt x="97536" y="98479"/>
                </a:moveTo>
                <a:lnTo>
                  <a:pt x="97536" y="50292"/>
                </a:lnTo>
                <a:lnTo>
                  <a:pt x="96940" y="56709"/>
                </a:lnTo>
                <a:lnTo>
                  <a:pt x="95059" y="63341"/>
                </a:lnTo>
                <a:lnTo>
                  <a:pt x="71913" y="94107"/>
                </a:lnTo>
                <a:lnTo>
                  <a:pt x="38100" y="123539"/>
                </a:lnTo>
                <a:lnTo>
                  <a:pt x="30099" y="130683"/>
                </a:lnTo>
                <a:lnTo>
                  <a:pt x="5738" y="161472"/>
                </a:lnTo>
                <a:lnTo>
                  <a:pt x="1524" y="172974"/>
                </a:lnTo>
                <a:lnTo>
                  <a:pt x="0" y="177546"/>
                </a:lnTo>
                <a:lnTo>
                  <a:pt x="762" y="182880"/>
                </a:lnTo>
                <a:lnTo>
                  <a:pt x="31242" y="182880"/>
                </a:lnTo>
                <a:lnTo>
                  <a:pt x="31242" y="161544"/>
                </a:lnTo>
                <a:lnTo>
                  <a:pt x="37337" y="153924"/>
                </a:lnTo>
                <a:lnTo>
                  <a:pt x="67056" y="126492"/>
                </a:lnTo>
                <a:lnTo>
                  <a:pt x="78200" y="116776"/>
                </a:lnTo>
                <a:lnTo>
                  <a:pt x="87629" y="108204"/>
                </a:lnTo>
                <a:lnTo>
                  <a:pt x="95345" y="100774"/>
                </a:lnTo>
                <a:lnTo>
                  <a:pt x="97536" y="98479"/>
                </a:lnTo>
                <a:close/>
              </a:path>
              <a:path w="264160" h="186689">
                <a:moveTo>
                  <a:pt x="120396" y="57912"/>
                </a:moveTo>
                <a:lnTo>
                  <a:pt x="120396" y="51054"/>
                </a:lnTo>
                <a:lnTo>
                  <a:pt x="119514" y="40624"/>
                </a:lnTo>
                <a:lnTo>
                  <a:pt x="97012" y="8358"/>
                </a:lnTo>
                <a:lnTo>
                  <a:pt x="64008" y="0"/>
                </a:lnTo>
                <a:lnTo>
                  <a:pt x="51565" y="857"/>
                </a:lnTo>
                <a:lnTo>
                  <a:pt x="15394" y="21288"/>
                </a:lnTo>
                <a:lnTo>
                  <a:pt x="4572" y="52578"/>
                </a:lnTo>
                <a:lnTo>
                  <a:pt x="27432" y="55626"/>
                </a:lnTo>
                <a:lnTo>
                  <a:pt x="28122" y="47482"/>
                </a:lnTo>
                <a:lnTo>
                  <a:pt x="30099" y="40195"/>
                </a:lnTo>
                <a:lnTo>
                  <a:pt x="63246" y="19050"/>
                </a:lnTo>
                <a:lnTo>
                  <a:pt x="70711" y="19621"/>
                </a:lnTo>
                <a:lnTo>
                  <a:pt x="97536" y="41148"/>
                </a:lnTo>
                <a:lnTo>
                  <a:pt x="97536" y="98479"/>
                </a:lnTo>
                <a:lnTo>
                  <a:pt x="101346" y="94488"/>
                </a:lnTo>
                <a:lnTo>
                  <a:pt x="118872" y="65532"/>
                </a:lnTo>
                <a:lnTo>
                  <a:pt x="120396" y="57912"/>
                </a:lnTo>
                <a:close/>
              </a:path>
              <a:path w="264160" h="186689">
                <a:moveTo>
                  <a:pt x="121158" y="182880"/>
                </a:moveTo>
                <a:lnTo>
                  <a:pt x="121158" y="161544"/>
                </a:lnTo>
                <a:lnTo>
                  <a:pt x="31242" y="161544"/>
                </a:lnTo>
                <a:lnTo>
                  <a:pt x="31242" y="182880"/>
                </a:lnTo>
                <a:lnTo>
                  <a:pt x="121158" y="182880"/>
                </a:lnTo>
                <a:close/>
              </a:path>
              <a:path w="264160" h="186689">
                <a:moveTo>
                  <a:pt x="263651" y="93726"/>
                </a:moveTo>
                <a:lnTo>
                  <a:pt x="259842" y="50292"/>
                </a:lnTo>
                <a:lnTo>
                  <a:pt x="237744" y="9906"/>
                </a:lnTo>
                <a:lnTo>
                  <a:pt x="204215" y="0"/>
                </a:lnTo>
                <a:lnTo>
                  <a:pt x="194810" y="702"/>
                </a:lnTo>
                <a:lnTo>
                  <a:pt x="159829" y="23907"/>
                </a:lnTo>
                <a:lnTo>
                  <a:pt x="146494" y="64008"/>
                </a:lnTo>
                <a:lnTo>
                  <a:pt x="144780" y="93726"/>
                </a:lnTo>
                <a:lnTo>
                  <a:pt x="145923" y="117276"/>
                </a:lnTo>
                <a:lnTo>
                  <a:pt x="149352" y="137541"/>
                </a:lnTo>
                <a:lnTo>
                  <a:pt x="155067" y="154376"/>
                </a:lnTo>
                <a:lnTo>
                  <a:pt x="163068" y="167640"/>
                </a:lnTo>
                <a:lnTo>
                  <a:pt x="167639" y="172198"/>
                </a:lnTo>
                <a:lnTo>
                  <a:pt x="167639" y="93726"/>
                </a:lnTo>
                <a:lnTo>
                  <a:pt x="168366" y="72723"/>
                </a:lnTo>
                <a:lnTo>
                  <a:pt x="179832" y="32004"/>
                </a:lnTo>
                <a:lnTo>
                  <a:pt x="204215" y="19050"/>
                </a:lnTo>
                <a:lnTo>
                  <a:pt x="211800" y="19919"/>
                </a:lnTo>
                <a:lnTo>
                  <a:pt x="238029" y="55911"/>
                </a:lnTo>
                <a:lnTo>
                  <a:pt x="240792" y="93726"/>
                </a:lnTo>
                <a:lnTo>
                  <a:pt x="240792" y="172345"/>
                </a:lnTo>
                <a:lnTo>
                  <a:pt x="243732" y="169533"/>
                </a:lnTo>
                <a:lnTo>
                  <a:pt x="260115" y="134338"/>
                </a:lnTo>
                <a:lnTo>
                  <a:pt x="263235" y="108882"/>
                </a:lnTo>
                <a:lnTo>
                  <a:pt x="263651" y="93726"/>
                </a:lnTo>
                <a:close/>
              </a:path>
              <a:path w="264160" h="186689">
                <a:moveTo>
                  <a:pt x="240792" y="172345"/>
                </a:moveTo>
                <a:lnTo>
                  <a:pt x="240792" y="93726"/>
                </a:lnTo>
                <a:lnTo>
                  <a:pt x="240089" y="114157"/>
                </a:lnTo>
                <a:lnTo>
                  <a:pt x="238029" y="130873"/>
                </a:lnTo>
                <a:lnTo>
                  <a:pt x="218598" y="164115"/>
                </a:lnTo>
                <a:lnTo>
                  <a:pt x="204215" y="167640"/>
                </a:lnTo>
                <a:lnTo>
                  <a:pt x="196953" y="166770"/>
                </a:lnTo>
                <a:lnTo>
                  <a:pt x="170402" y="130873"/>
                </a:lnTo>
                <a:lnTo>
                  <a:pt x="167639" y="93726"/>
                </a:lnTo>
                <a:lnTo>
                  <a:pt x="167639" y="172198"/>
                </a:lnTo>
                <a:lnTo>
                  <a:pt x="171211" y="175760"/>
                </a:lnTo>
                <a:lnTo>
                  <a:pt x="180784" y="181737"/>
                </a:lnTo>
                <a:lnTo>
                  <a:pt x="191785" y="185427"/>
                </a:lnTo>
                <a:lnTo>
                  <a:pt x="204215" y="186690"/>
                </a:lnTo>
                <a:lnTo>
                  <a:pt x="213955" y="185975"/>
                </a:lnTo>
                <a:lnTo>
                  <a:pt x="222694" y="183832"/>
                </a:lnTo>
                <a:lnTo>
                  <a:pt x="230576" y="180260"/>
                </a:lnTo>
                <a:lnTo>
                  <a:pt x="237744" y="175260"/>
                </a:lnTo>
                <a:lnTo>
                  <a:pt x="240792" y="172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66551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7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53241" y="1845564"/>
            <a:ext cx="243204" cy="186690"/>
          </a:xfrm>
          <a:custGeom>
            <a:avLst/>
            <a:gdLst/>
            <a:ahLst/>
            <a:cxnLst/>
            <a:rect l="l" t="t" r="r" b="b"/>
            <a:pathLst>
              <a:path w="243204" h="186689">
                <a:moveTo>
                  <a:pt x="67055" y="182880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6167"/>
                </a:lnTo>
                <a:lnTo>
                  <a:pt x="44672" y="12192"/>
                </a:lnTo>
                <a:lnTo>
                  <a:pt x="8977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433" y="48387"/>
                </a:lnTo>
                <a:lnTo>
                  <a:pt x="44957" y="40386"/>
                </a:lnTo>
                <a:lnTo>
                  <a:pt x="44957" y="182880"/>
                </a:lnTo>
                <a:lnTo>
                  <a:pt x="67055" y="182880"/>
                </a:lnTo>
                <a:close/>
              </a:path>
              <a:path w="243204" h="186689">
                <a:moveTo>
                  <a:pt x="243077" y="93726"/>
                </a:moveTo>
                <a:lnTo>
                  <a:pt x="239267" y="50292"/>
                </a:lnTo>
                <a:lnTo>
                  <a:pt x="217169" y="9906"/>
                </a:lnTo>
                <a:lnTo>
                  <a:pt x="183641" y="0"/>
                </a:lnTo>
                <a:lnTo>
                  <a:pt x="174236" y="702"/>
                </a:lnTo>
                <a:lnTo>
                  <a:pt x="139255" y="23907"/>
                </a:lnTo>
                <a:lnTo>
                  <a:pt x="125920" y="64008"/>
                </a:lnTo>
                <a:lnTo>
                  <a:pt x="124205" y="93726"/>
                </a:lnTo>
                <a:lnTo>
                  <a:pt x="125349" y="117276"/>
                </a:lnTo>
                <a:lnTo>
                  <a:pt x="128777" y="137541"/>
                </a:lnTo>
                <a:lnTo>
                  <a:pt x="134492" y="154376"/>
                </a:lnTo>
                <a:lnTo>
                  <a:pt x="142493" y="167640"/>
                </a:lnTo>
                <a:lnTo>
                  <a:pt x="147065" y="172198"/>
                </a:lnTo>
                <a:lnTo>
                  <a:pt x="147065" y="93726"/>
                </a:lnTo>
                <a:lnTo>
                  <a:pt x="147792" y="72723"/>
                </a:lnTo>
                <a:lnTo>
                  <a:pt x="159257" y="32004"/>
                </a:lnTo>
                <a:lnTo>
                  <a:pt x="183641" y="19050"/>
                </a:lnTo>
                <a:lnTo>
                  <a:pt x="191226" y="19919"/>
                </a:lnTo>
                <a:lnTo>
                  <a:pt x="217455" y="55911"/>
                </a:lnTo>
                <a:lnTo>
                  <a:pt x="220217" y="93726"/>
                </a:lnTo>
                <a:lnTo>
                  <a:pt x="220217" y="172345"/>
                </a:lnTo>
                <a:lnTo>
                  <a:pt x="223158" y="169533"/>
                </a:lnTo>
                <a:lnTo>
                  <a:pt x="239541" y="134338"/>
                </a:lnTo>
                <a:lnTo>
                  <a:pt x="242661" y="108882"/>
                </a:lnTo>
                <a:lnTo>
                  <a:pt x="243077" y="93726"/>
                </a:lnTo>
                <a:close/>
              </a:path>
              <a:path w="243204" h="186689">
                <a:moveTo>
                  <a:pt x="220217" y="172345"/>
                </a:moveTo>
                <a:lnTo>
                  <a:pt x="220217" y="93726"/>
                </a:lnTo>
                <a:lnTo>
                  <a:pt x="219515" y="114157"/>
                </a:lnTo>
                <a:lnTo>
                  <a:pt x="217455" y="130873"/>
                </a:lnTo>
                <a:lnTo>
                  <a:pt x="198024" y="164115"/>
                </a:lnTo>
                <a:lnTo>
                  <a:pt x="183641" y="167640"/>
                </a:lnTo>
                <a:lnTo>
                  <a:pt x="176379" y="166770"/>
                </a:lnTo>
                <a:lnTo>
                  <a:pt x="149828" y="130873"/>
                </a:lnTo>
                <a:lnTo>
                  <a:pt x="147065" y="93726"/>
                </a:lnTo>
                <a:lnTo>
                  <a:pt x="147065" y="172198"/>
                </a:lnTo>
                <a:lnTo>
                  <a:pt x="150637" y="175760"/>
                </a:lnTo>
                <a:lnTo>
                  <a:pt x="160210" y="181737"/>
                </a:lnTo>
                <a:lnTo>
                  <a:pt x="171211" y="185427"/>
                </a:lnTo>
                <a:lnTo>
                  <a:pt x="183641" y="186690"/>
                </a:lnTo>
                <a:lnTo>
                  <a:pt x="193381" y="185975"/>
                </a:lnTo>
                <a:lnTo>
                  <a:pt x="202120" y="183832"/>
                </a:lnTo>
                <a:lnTo>
                  <a:pt x="210002" y="180260"/>
                </a:lnTo>
                <a:lnTo>
                  <a:pt x="217169" y="175260"/>
                </a:lnTo>
                <a:lnTo>
                  <a:pt x="220217" y="172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68759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8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55449" y="1845564"/>
            <a:ext cx="245745" cy="186690"/>
          </a:xfrm>
          <a:custGeom>
            <a:avLst/>
            <a:gdLst/>
            <a:ahLst/>
            <a:cxnLst/>
            <a:rect l="l" t="t" r="r" b="b"/>
            <a:pathLst>
              <a:path w="245745" h="186689">
                <a:moveTo>
                  <a:pt x="67056" y="182880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2"/>
                </a:lnTo>
                <a:lnTo>
                  <a:pt x="8977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433" y="48387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  <a:path w="245745" h="186689">
                <a:moveTo>
                  <a:pt x="221742" y="173208"/>
                </a:moveTo>
                <a:lnTo>
                  <a:pt x="221742" y="123444"/>
                </a:lnTo>
                <a:lnTo>
                  <a:pt x="221027" y="133159"/>
                </a:lnTo>
                <a:lnTo>
                  <a:pt x="218884" y="141732"/>
                </a:lnTo>
                <a:lnTo>
                  <a:pt x="182880" y="167640"/>
                </a:lnTo>
                <a:lnTo>
                  <a:pt x="173736" y="167640"/>
                </a:lnTo>
                <a:lnTo>
                  <a:pt x="147828" y="133350"/>
                </a:lnTo>
                <a:lnTo>
                  <a:pt x="124206" y="135636"/>
                </a:lnTo>
                <a:lnTo>
                  <a:pt x="142494" y="172212"/>
                </a:lnTo>
                <a:lnTo>
                  <a:pt x="182880" y="186690"/>
                </a:lnTo>
                <a:lnTo>
                  <a:pt x="197346" y="185261"/>
                </a:lnTo>
                <a:lnTo>
                  <a:pt x="210026" y="180975"/>
                </a:lnTo>
                <a:lnTo>
                  <a:pt x="221134" y="173831"/>
                </a:lnTo>
                <a:lnTo>
                  <a:pt x="221742" y="173208"/>
                </a:lnTo>
                <a:close/>
              </a:path>
              <a:path w="245745" h="186689">
                <a:moveTo>
                  <a:pt x="236220" y="25146"/>
                </a:moveTo>
                <a:lnTo>
                  <a:pt x="236220" y="3810"/>
                </a:lnTo>
                <a:lnTo>
                  <a:pt x="146304" y="3810"/>
                </a:lnTo>
                <a:lnTo>
                  <a:pt x="128016" y="96774"/>
                </a:lnTo>
                <a:lnTo>
                  <a:pt x="149352" y="99822"/>
                </a:lnTo>
                <a:lnTo>
                  <a:pt x="152400" y="94488"/>
                </a:lnTo>
                <a:lnTo>
                  <a:pt x="153924" y="93218"/>
                </a:lnTo>
                <a:lnTo>
                  <a:pt x="153924" y="73914"/>
                </a:lnTo>
                <a:lnTo>
                  <a:pt x="163830" y="25146"/>
                </a:lnTo>
                <a:lnTo>
                  <a:pt x="236220" y="25146"/>
                </a:lnTo>
                <a:close/>
              </a:path>
              <a:path w="245745" h="186689">
                <a:moveTo>
                  <a:pt x="245363" y="121158"/>
                </a:moveTo>
                <a:lnTo>
                  <a:pt x="228600" y="79248"/>
                </a:lnTo>
                <a:lnTo>
                  <a:pt x="188213" y="62484"/>
                </a:lnTo>
                <a:lnTo>
                  <a:pt x="179641" y="63198"/>
                </a:lnTo>
                <a:lnTo>
                  <a:pt x="171069" y="65341"/>
                </a:lnTo>
                <a:lnTo>
                  <a:pt x="162496" y="68913"/>
                </a:lnTo>
                <a:lnTo>
                  <a:pt x="153924" y="73914"/>
                </a:lnTo>
                <a:lnTo>
                  <a:pt x="153924" y="93218"/>
                </a:lnTo>
                <a:lnTo>
                  <a:pt x="156972" y="90678"/>
                </a:lnTo>
                <a:lnTo>
                  <a:pt x="163068" y="86868"/>
                </a:lnTo>
                <a:lnTo>
                  <a:pt x="169163" y="83820"/>
                </a:lnTo>
                <a:lnTo>
                  <a:pt x="175260" y="82296"/>
                </a:lnTo>
                <a:lnTo>
                  <a:pt x="182880" y="82296"/>
                </a:lnTo>
                <a:lnTo>
                  <a:pt x="218884" y="106203"/>
                </a:lnTo>
                <a:lnTo>
                  <a:pt x="221742" y="123444"/>
                </a:lnTo>
                <a:lnTo>
                  <a:pt x="221742" y="173208"/>
                </a:lnTo>
                <a:lnTo>
                  <a:pt x="230886" y="163830"/>
                </a:lnTo>
                <a:lnTo>
                  <a:pt x="237005" y="154697"/>
                </a:lnTo>
                <a:lnTo>
                  <a:pt x="241554" y="144494"/>
                </a:lnTo>
                <a:lnTo>
                  <a:pt x="244387" y="133290"/>
                </a:lnTo>
                <a:lnTo>
                  <a:pt x="245363" y="121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70967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8" y="0"/>
                </a:lnTo>
                <a:lnTo>
                  <a:pt x="349018" y="3921"/>
                </a:lnTo>
                <a:lnTo>
                  <a:pt x="395313" y="15276"/>
                </a:lnTo>
                <a:lnTo>
                  <a:pt x="438490" y="33453"/>
                </a:lnTo>
                <a:lnTo>
                  <a:pt x="477928" y="57838"/>
                </a:lnTo>
                <a:lnTo>
                  <a:pt x="513005" y="87820"/>
                </a:lnTo>
                <a:lnTo>
                  <a:pt x="543099" y="122785"/>
                </a:lnTo>
                <a:lnTo>
                  <a:pt x="567587" y="162121"/>
                </a:lnTo>
                <a:lnTo>
                  <a:pt x="585849" y="205215"/>
                </a:lnTo>
                <a:lnTo>
                  <a:pt x="597262" y="251455"/>
                </a:lnTo>
                <a:lnTo>
                  <a:pt x="601205" y="300227"/>
                </a:lnTo>
                <a:lnTo>
                  <a:pt x="597262" y="349021"/>
                </a:lnTo>
                <a:lnTo>
                  <a:pt x="585849" y="395319"/>
                </a:lnTo>
                <a:lnTo>
                  <a:pt x="567587" y="438498"/>
                </a:lnTo>
                <a:lnTo>
                  <a:pt x="543099" y="477938"/>
                </a:lnTo>
                <a:lnTo>
                  <a:pt x="513005" y="513016"/>
                </a:lnTo>
                <a:lnTo>
                  <a:pt x="477928" y="543110"/>
                </a:lnTo>
                <a:lnTo>
                  <a:pt x="438490" y="567600"/>
                </a:lnTo>
                <a:lnTo>
                  <a:pt x="395313" y="585862"/>
                </a:lnTo>
                <a:lnTo>
                  <a:pt x="349018" y="597275"/>
                </a:lnTo>
                <a:lnTo>
                  <a:pt x="300228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10222" y="1845564"/>
            <a:ext cx="120650" cy="186690"/>
          </a:xfrm>
          <a:custGeom>
            <a:avLst/>
            <a:gdLst/>
            <a:ahLst/>
            <a:cxnLst/>
            <a:rect l="l" t="t" r="r" b="b"/>
            <a:pathLst>
              <a:path w="120650" h="186689">
                <a:moveTo>
                  <a:pt x="117348" y="45720"/>
                </a:moveTo>
                <a:lnTo>
                  <a:pt x="93292" y="7072"/>
                </a:lnTo>
                <a:lnTo>
                  <a:pt x="65544" y="0"/>
                </a:lnTo>
                <a:lnTo>
                  <a:pt x="51864" y="1297"/>
                </a:lnTo>
                <a:lnTo>
                  <a:pt x="10935" y="35075"/>
                </a:lnTo>
                <a:lnTo>
                  <a:pt x="1168" y="73413"/>
                </a:lnTo>
                <a:lnTo>
                  <a:pt x="0" y="98298"/>
                </a:lnTo>
                <a:lnTo>
                  <a:pt x="1132" y="120145"/>
                </a:lnTo>
                <a:lnTo>
                  <a:pt x="4481" y="138779"/>
                </a:lnTo>
                <a:lnTo>
                  <a:pt x="9970" y="154126"/>
                </a:lnTo>
                <a:lnTo>
                  <a:pt x="17525" y="166116"/>
                </a:lnTo>
                <a:lnTo>
                  <a:pt x="22098" y="170395"/>
                </a:lnTo>
                <a:lnTo>
                  <a:pt x="22098" y="89154"/>
                </a:lnTo>
                <a:lnTo>
                  <a:pt x="22516" y="76283"/>
                </a:lnTo>
                <a:lnTo>
                  <a:pt x="35721" y="34099"/>
                </a:lnTo>
                <a:lnTo>
                  <a:pt x="57150" y="18288"/>
                </a:lnTo>
                <a:lnTo>
                  <a:pt x="73151" y="18288"/>
                </a:lnTo>
                <a:lnTo>
                  <a:pt x="80022" y="22098"/>
                </a:lnTo>
                <a:lnTo>
                  <a:pt x="89916" y="32004"/>
                </a:lnTo>
                <a:lnTo>
                  <a:pt x="92963" y="38862"/>
                </a:lnTo>
                <a:lnTo>
                  <a:pt x="94487" y="47244"/>
                </a:lnTo>
                <a:lnTo>
                  <a:pt x="117348" y="45720"/>
                </a:lnTo>
                <a:close/>
              </a:path>
              <a:path w="120650" h="186689">
                <a:moveTo>
                  <a:pt x="120408" y="124206"/>
                </a:moveTo>
                <a:lnTo>
                  <a:pt x="104406" y="81534"/>
                </a:lnTo>
                <a:lnTo>
                  <a:pt x="66306" y="64770"/>
                </a:lnTo>
                <a:lnTo>
                  <a:pt x="57911" y="64770"/>
                </a:lnTo>
                <a:lnTo>
                  <a:pt x="22098" y="89154"/>
                </a:lnTo>
                <a:lnTo>
                  <a:pt x="22098" y="170395"/>
                </a:lnTo>
                <a:lnTo>
                  <a:pt x="25920" y="173974"/>
                </a:lnTo>
                <a:lnTo>
                  <a:pt x="25920" y="124206"/>
                </a:lnTo>
                <a:lnTo>
                  <a:pt x="26515" y="115943"/>
                </a:lnTo>
                <a:lnTo>
                  <a:pt x="54585" y="85296"/>
                </a:lnTo>
                <a:lnTo>
                  <a:pt x="61734" y="84582"/>
                </a:lnTo>
                <a:lnTo>
                  <a:pt x="69313" y="85296"/>
                </a:lnTo>
                <a:lnTo>
                  <a:pt x="96856" y="116586"/>
                </a:lnTo>
                <a:lnTo>
                  <a:pt x="97548" y="125730"/>
                </a:lnTo>
                <a:lnTo>
                  <a:pt x="97548" y="174726"/>
                </a:lnTo>
                <a:lnTo>
                  <a:pt x="98636" y="173997"/>
                </a:lnTo>
                <a:lnTo>
                  <a:pt x="118597" y="140779"/>
                </a:lnTo>
                <a:lnTo>
                  <a:pt x="119967" y="132635"/>
                </a:lnTo>
                <a:lnTo>
                  <a:pt x="120408" y="124206"/>
                </a:lnTo>
                <a:close/>
              </a:path>
              <a:path w="120650" h="186689">
                <a:moveTo>
                  <a:pt x="97548" y="174726"/>
                </a:moveTo>
                <a:lnTo>
                  <a:pt x="97548" y="125730"/>
                </a:lnTo>
                <a:lnTo>
                  <a:pt x="96844" y="134885"/>
                </a:lnTo>
                <a:lnTo>
                  <a:pt x="94781" y="142970"/>
                </a:lnTo>
                <a:lnTo>
                  <a:pt x="63258" y="167563"/>
                </a:lnTo>
                <a:lnTo>
                  <a:pt x="56387" y="167640"/>
                </a:lnTo>
                <a:lnTo>
                  <a:pt x="50304" y="166116"/>
                </a:lnTo>
                <a:lnTo>
                  <a:pt x="38100" y="158496"/>
                </a:lnTo>
                <a:lnTo>
                  <a:pt x="33527" y="153162"/>
                </a:lnTo>
                <a:lnTo>
                  <a:pt x="27444" y="139446"/>
                </a:lnTo>
                <a:lnTo>
                  <a:pt x="25920" y="131826"/>
                </a:lnTo>
                <a:lnTo>
                  <a:pt x="25920" y="173974"/>
                </a:lnTo>
                <a:lnTo>
                  <a:pt x="27141" y="175117"/>
                </a:lnTo>
                <a:lnTo>
                  <a:pt x="37825" y="181546"/>
                </a:lnTo>
                <a:lnTo>
                  <a:pt x="49792" y="185404"/>
                </a:lnTo>
                <a:lnTo>
                  <a:pt x="63258" y="186690"/>
                </a:lnTo>
                <a:lnTo>
                  <a:pt x="71099" y="186130"/>
                </a:lnTo>
                <a:lnTo>
                  <a:pt x="78587" y="184499"/>
                </a:lnTo>
                <a:lnTo>
                  <a:pt x="85647" y="181867"/>
                </a:lnTo>
                <a:lnTo>
                  <a:pt x="92201" y="178308"/>
                </a:lnTo>
                <a:lnTo>
                  <a:pt x="97548" y="1747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73163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9" y="122785"/>
                </a:lnTo>
                <a:lnTo>
                  <a:pt x="87822" y="87820"/>
                </a:lnTo>
                <a:lnTo>
                  <a:pt x="122788" y="57838"/>
                </a:lnTo>
                <a:lnTo>
                  <a:pt x="162125" y="33453"/>
                </a:lnTo>
                <a:lnTo>
                  <a:pt x="205222" y="15276"/>
                </a:lnTo>
                <a:lnTo>
                  <a:pt x="251464" y="3921"/>
                </a:lnTo>
                <a:lnTo>
                  <a:pt x="300240" y="0"/>
                </a:lnTo>
                <a:lnTo>
                  <a:pt x="349034" y="3921"/>
                </a:lnTo>
                <a:lnTo>
                  <a:pt x="395332" y="15276"/>
                </a:lnTo>
                <a:lnTo>
                  <a:pt x="438511" y="33453"/>
                </a:lnTo>
                <a:lnTo>
                  <a:pt x="477951" y="57838"/>
                </a:lnTo>
                <a:lnTo>
                  <a:pt x="513029" y="87820"/>
                </a:lnTo>
                <a:lnTo>
                  <a:pt x="543123" y="122785"/>
                </a:lnTo>
                <a:lnTo>
                  <a:pt x="567612" y="162121"/>
                </a:lnTo>
                <a:lnTo>
                  <a:pt x="585874" y="205215"/>
                </a:lnTo>
                <a:lnTo>
                  <a:pt x="597288" y="251455"/>
                </a:lnTo>
                <a:lnTo>
                  <a:pt x="601230" y="300227"/>
                </a:lnTo>
                <a:lnTo>
                  <a:pt x="597288" y="349021"/>
                </a:lnTo>
                <a:lnTo>
                  <a:pt x="585874" y="395319"/>
                </a:lnTo>
                <a:lnTo>
                  <a:pt x="567612" y="438498"/>
                </a:lnTo>
                <a:lnTo>
                  <a:pt x="543123" y="477938"/>
                </a:lnTo>
                <a:lnTo>
                  <a:pt x="513029" y="513016"/>
                </a:lnTo>
                <a:lnTo>
                  <a:pt x="477951" y="543110"/>
                </a:lnTo>
                <a:lnTo>
                  <a:pt x="438511" y="567600"/>
                </a:lnTo>
                <a:lnTo>
                  <a:pt x="395332" y="585862"/>
                </a:lnTo>
                <a:lnTo>
                  <a:pt x="349034" y="597275"/>
                </a:lnTo>
                <a:lnTo>
                  <a:pt x="300240" y="601217"/>
                </a:lnTo>
                <a:lnTo>
                  <a:pt x="251464" y="597275"/>
                </a:lnTo>
                <a:lnTo>
                  <a:pt x="205222" y="585862"/>
                </a:lnTo>
                <a:lnTo>
                  <a:pt x="162125" y="567600"/>
                </a:lnTo>
                <a:lnTo>
                  <a:pt x="122788" y="543110"/>
                </a:lnTo>
                <a:lnTo>
                  <a:pt x="87822" y="513016"/>
                </a:lnTo>
                <a:lnTo>
                  <a:pt x="57839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59865" y="1845564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80">
                <a:moveTo>
                  <a:pt x="67056" y="182880"/>
                </a:moveTo>
                <a:lnTo>
                  <a:pt x="67056" y="0"/>
                </a:lnTo>
                <a:lnTo>
                  <a:pt x="52577" y="0"/>
                </a:lnTo>
                <a:lnTo>
                  <a:pt x="49153" y="6167"/>
                </a:lnTo>
                <a:lnTo>
                  <a:pt x="44662" y="12192"/>
                </a:lnTo>
                <a:lnTo>
                  <a:pt x="8975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145" y="48387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  <a:path w="243840" h="182880">
                <a:moveTo>
                  <a:pt x="243840" y="20574"/>
                </a:moveTo>
                <a:lnTo>
                  <a:pt x="243840" y="3048"/>
                </a:lnTo>
                <a:lnTo>
                  <a:pt x="125730" y="3048"/>
                </a:lnTo>
                <a:lnTo>
                  <a:pt x="125730" y="25146"/>
                </a:lnTo>
                <a:lnTo>
                  <a:pt x="214871" y="25146"/>
                </a:lnTo>
                <a:lnTo>
                  <a:pt x="214871" y="60974"/>
                </a:lnTo>
                <a:lnTo>
                  <a:pt x="218120" y="55399"/>
                </a:lnTo>
                <a:lnTo>
                  <a:pt x="226690" y="42195"/>
                </a:lnTo>
                <a:lnTo>
                  <a:pt x="235262" y="30563"/>
                </a:lnTo>
                <a:lnTo>
                  <a:pt x="243840" y="20574"/>
                </a:lnTo>
                <a:close/>
              </a:path>
              <a:path w="243840" h="182880">
                <a:moveTo>
                  <a:pt x="214871" y="60974"/>
                </a:moveTo>
                <a:lnTo>
                  <a:pt x="214871" y="25146"/>
                </a:lnTo>
                <a:lnTo>
                  <a:pt x="206447" y="35313"/>
                </a:lnTo>
                <a:lnTo>
                  <a:pt x="182880" y="72390"/>
                </a:lnTo>
                <a:lnTo>
                  <a:pt x="164441" y="116216"/>
                </a:lnTo>
                <a:lnTo>
                  <a:pt x="153822" y="159543"/>
                </a:lnTo>
                <a:lnTo>
                  <a:pt x="151638" y="182880"/>
                </a:lnTo>
                <a:lnTo>
                  <a:pt x="174485" y="182880"/>
                </a:lnTo>
                <a:lnTo>
                  <a:pt x="175475" y="169890"/>
                </a:lnTo>
                <a:lnTo>
                  <a:pt x="177253" y="157257"/>
                </a:lnTo>
                <a:lnTo>
                  <a:pt x="188009" y="117038"/>
                </a:lnTo>
                <a:lnTo>
                  <a:pt x="209550" y="70104"/>
                </a:lnTo>
                <a:lnTo>
                  <a:pt x="214871" y="60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75370" y="1652016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227"/>
                </a:moveTo>
                <a:lnTo>
                  <a:pt x="3921" y="251455"/>
                </a:lnTo>
                <a:lnTo>
                  <a:pt x="15277" y="205215"/>
                </a:lnTo>
                <a:lnTo>
                  <a:pt x="33455" y="162121"/>
                </a:lnTo>
                <a:lnTo>
                  <a:pt x="57842" y="122785"/>
                </a:lnTo>
                <a:lnTo>
                  <a:pt x="87825" y="87820"/>
                </a:lnTo>
                <a:lnTo>
                  <a:pt x="122791" y="57838"/>
                </a:lnTo>
                <a:lnTo>
                  <a:pt x="162127" y="33453"/>
                </a:lnTo>
                <a:lnTo>
                  <a:pt x="205220" y="15276"/>
                </a:lnTo>
                <a:lnTo>
                  <a:pt x="251458" y="3921"/>
                </a:lnTo>
                <a:lnTo>
                  <a:pt x="300227" y="0"/>
                </a:lnTo>
                <a:lnTo>
                  <a:pt x="349024" y="3921"/>
                </a:lnTo>
                <a:lnTo>
                  <a:pt x="395324" y="15276"/>
                </a:lnTo>
                <a:lnTo>
                  <a:pt x="438504" y="33453"/>
                </a:lnTo>
                <a:lnTo>
                  <a:pt x="477944" y="57838"/>
                </a:lnTo>
                <a:lnTo>
                  <a:pt x="513021" y="87820"/>
                </a:lnTo>
                <a:lnTo>
                  <a:pt x="543114" y="122785"/>
                </a:lnTo>
                <a:lnTo>
                  <a:pt x="567602" y="162121"/>
                </a:lnTo>
                <a:lnTo>
                  <a:pt x="585863" y="205215"/>
                </a:lnTo>
                <a:lnTo>
                  <a:pt x="597275" y="251455"/>
                </a:lnTo>
                <a:lnTo>
                  <a:pt x="601218" y="300227"/>
                </a:lnTo>
                <a:lnTo>
                  <a:pt x="597275" y="349021"/>
                </a:lnTo>
                <a:lnTo>
                  <a:pt x="585863" y="395319"/>
                </a:lnTo>
                <a:lnTo>
                  <a:pt x="567602" y="438498"/>
                </a:lnTo>
                <a:lnTo>
                  <a:pt x="543114" y="477938"/>
                </a:lnTo>
                <a:lnTo>
                  <a:pt x="513021" y="513016"/>
                </a:lnTo>
                <a:lnTo>
                  <a:pt x="477944" y="543110"/>
                </a:lnTo>
                <a:lnTo>
                  <a:pt x="438504" y="567600"/>
                </a:lnTo>
                <a:lnTo>
                  <a:pt x="395324" y="585862"/>
                </a:lnTo>
                <a:lnTo>
                  <a:pt x="349024" y="597275"/>
                </a:lnTo>
                <a:lnTo>
                  <a:pt x="300227" y="601217"/>
                </a:lnTo>
                <a:lnTo>
                  <a:pt x="251458" y="597275"/>
                </a:lnTo>
                <a:lnTo>
                  <a:pt x="205220" y="585862"/>
                </a:lnTo>
                <a:lnTo>
                  <a:pt x="162127" y="567600"/>
                </a:lnTo>
                <a:lnTo>
                  <a:pt x="122791" y="543110"/>
                </a:lnTo>
                <a:lnTo>
                  <a:pt x="87825" y="513016"/>
                </a:lnTo>
                <a:lnTo>
                  <a:pt x="57842" y="477938"/>
                </a:lnTo>
                <a:lnTo>
                  <a:pt x="33455" y="438498"/>
                </a:lnTo>
                <a:lnTo>
                  <a:pt x="15277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44548" y="1845564"/>
            <a:ext cx="260985" cy="186690"/>
          </a:xfrm>
          <a:custGeom>
            <a:avLst/>
            <a:gdLst/>
            <a:ahLst/>
            <a:cxnLst/>
            <a:rect l="l" t="t" r="r" b="b"/>
            <a:pathLst>
              <a:path w="260984" h="186689">
                <a:moveTo>
                  <a:pt x="95999" y="174673"/>
                </a:moveTo>
                <a:lnTo>
                  <a:pt x="95999" y="129540"/>
                </a:lnTo>
                <a:lnTo>
                  <a:pt x="95297" y="137576"/>
                </a:lnTo>
                <a:lnTo>
                  <a:pt x="93238" y="144684"/>
                </a:lnTo>
                <a:lnTo>
                  <a:pt x="60198" y="167515"/>
                </a:lnTo>
                <a:lnTo>
                  <a:pt x="49529" y="167640"/>
                </a:lnTo>
                <a:lnTo>
                  <a:pt x="41909" y="165354"/>
                </a:lnTo>
                <a:lnTo>
                  <a:pt x="22859" y="131826"/>
                </a:lnTo>
                <a:lnTo>
                  <a:pt x="0" y="134874"/>
                </a:lnTo>
                <a:lnTo>
                  <a:pt x="18275" y="172212"/>
                </a:lnTo>
                <a:lnTo>
                  <a:pt x="57442" y="186650"/>
                </a:lnTo>
                <a:lnTo>
                  <a:pt x="58674" y="186623"/>
                </a:lnTo>
                <a:lnTo>
                  <a:pt x="70918" y="185570"/>
                </a:lnTo>
                <a:lnTo>
                  <a:pt x="82575" y="182308"/>
                </a:lnTo>
                <a:lnTo>
                  <a:pt x="92946" y="177045"/>
                </a:lnTo>
                <a:lnTo>
                  <a:pt x="95999" y="174673"/>
                </a:lnTo>
                <a:close/>
              </a:path>
              <a:path w="260984" h="186689">
                <a:moveTo>
                  <a:pt x="110477" y="55626"/>
                </a:moveTo>
                <a:lnTo>
                  <a:pt x="110477" y="39624"/>
                </a:lnTo>
                <a:lnTo>
                  <a:pt x="108191" y="31242"/>
                </a:lnTo>
                <a:lnTo>
                  <a:pt x="78152" y="3857"/>
                </a:lnTo>
                <a:lnTo>
                  <a:pt x="56375" y="63"/>
                </a:lnTo>
                <a:lnTo>
                  <a:pt x="46837" y="845"/>
                </a:lnTo>
                <a:lnTo>
                  <a:pt x="9239" y="27527"/>
                </a:lnTo>
                <a:lnTo>
                  <a:pt x="2285" y="47244"/>
                </a:lnTo>
                <a:lnTo>
                  <a:pt x="25145" y="51816"/>
                </a:lnTo>
                <a:lnTo>
                  <a:pt x="26723" y="43761"/>
                </a:lnTo>
                <a:lnTo>
                  <a:pt x="29069" y="36919"/>
                </a:lnTo>
                <a:lnTo>
                  <a:pt x="32105" y="31242"/>
                </a:lnTo>
                <a:lnTo>
                  <a:pt x="35801" y="26670"/>
                </a:lnTo>
                <a:lnTo>
                  <a:pt x="41909" y="21336"/>
                </a:lnTo>
                <a:lnTo>
                  <a:pt x="49529" y="18288"/>
                </a:lnTo>
                <a:lnTo>
                  <a:pt x="66293" y="18288"/>
                </a:lnTo>
                <a:lnTo>
                  <a:pt x="73901" y="21336"/>
                </a:lnTo>
                <a:lnTo>
                  <a:pt x="84581" y="32004"/>
                </a:lnTo>
                <a:lnTo>
                  <a:pt x="87629" y="38862"/>
                </a:lnTo>
                <a:lnTo>
                  <a:pt x="87629" y="83542"/>
                </a:lnTo>
                <a:lnTo>
                  <a:pt x="93725" y="80772"/>
                </a:lnTo>
                <a:lnTo>
                  <a:pt x="99821" y="75438"/>
                </a:lnTo>
                <a:lnTo>
                  <a:pt x="104393" y="69342"/>
                </a:lnTo>
                <a:lnTo>
                  <a:pt x="108953" y="62484"/>
                </a:lnTo>
                <a:lnTo>
                  <a:pt x="110477" y="55626"/>
                </a:lnTo>
                <a:close/>
              </a:path>
              <a:path w="260984" h="186689">
                <a:moveTo>
                  <a:pt x="87629" y="83542"/>
                </a:moveTo>
                <a:lnTo>
                  <a:pt x="87629" y="47244"/>
                </a:lnTo>
                <a:lnTo>
                  <a:pt x="86915" y="54244"/>
                </a:lnTo>
                <a:lnTo>
                  <a:pt x="84772" y="60388"/>
                </a:lnTo>
                <a:lnTo>
                  <a:pt x="48767" y="77724"/>
                </a:lnTo>
                <a:lnTo>
                  <a:pt x="47243" y="76962"/>
                </a:lnTo>
                <a:lnTo>
                  <a:pt x="44195" y="96774"/>
                </a:lnTo>
                <a:lnTo>
                  <a:pt x="51041" y="95250"/>
                </a:lnTo>
                <a:lnTo>
                  <a:pt x="56375" y="94488"/>
                </a:lnTo>
                <a:lnTo>
                  <a:pt x="60198" y="94488"/>
                </a:lnTo>
                <a:lnTo>
                  <a:pt x="67776" y="95071"/>
                </a:lnTo>
                <a:lnTo>
                  <a:pt x="74575" y="96869"/>
                </a:lnTo>
                <a:lnTo>
                  <a:pt x="80663" y="99952"/>
                </a:lnTo>
                <a:lnTo>
                  <a:pt x="85343" y="103772"/>
                </a:lnTo>
                <a:lnTo>
                  <a:pt x="85343" y="84582"/>
                </a:lnTo>
                <a:lnTo>
                  <a:pt x="87629" y="83542"/>
                </a:lnTo>
                <a:close/>
              </a:path>
              <a:path w="260984" h="186689">
                <a:moveTo>
                  <a:pt x="119633" y="129540"/>
                </a:moveTo>
                <a:lnTo>
                  <a:pt x="99625" y="90201"/>
                </a:lnTo>
                <a:lnTo>
                  <a:pt x="85343" y="84582"/>
                </a:lnTo>
                <a:lnTo>
                  <a:pt x="85343" y="103772"/>
                </a:lnTo>
                <a:lnTo>
                  <a:pt x="86105" y="104394"/>
                </a:lnTo>
                <a:lnTo>
                  <a:pt x="90218" y="109823"/>
                </a:lnTo>
                <a:lnTo>
                  <a:pt x="93333" y="115824"/>
                </a:lnTo>
                <a:lnTo>
                  <a:pt x="95308" y="122396"/>
                </a:lnTo>
                <a:lnTo>
                  <a:pt x="95999" y="129540"/>
                </a:lnTo>
                <a:lnTo>
                  <a:pt x="95999" y="174673"/>
                </a:lnTo>
                <a:lnTo>
                  <a:pt x="102107" y="169926"/>
                </a:lnTo>
                <a:lnTo>
                  <a:pt x="109663" y="161043"/>
                </a:lnTo>
                <a:lnTo>
                  <a:pt x="115152" y="151447"/>
                </a:lnTo>
                <a:lnTo>
                  <a:pt x="118501" y="140993"/>
                </a:lnTo>
                <a:lnTo>
                  <a:pt x="119633" y="129540"/>
                </a:lnTo>
                <a:close/>
              </a:path>
              <a:path w="260984" h="186689">
                <a:moveTo>
                  <a:pt x="260591" y="93726"/>
                </a:moveTo>
                <a:lnTo>
                  <a:pt x="256793" y="50292"/>
                </a:lnTo>
                <a:lnTo>
                  <a:pt x="234695" y="9906"/>
                </a:lnTo>
                <a:lnTo>
                  <a:pt x="201167" y="0"/>
                </a:lnTo>
                <a:lnTo>
                  <a:pt x="191756" y="702"/>
                </a:lnTo>
                <a:lnTo>
                  <a:pt x="156773" y="23907"/>
                </a:lnTo>
                <a:lnTo>
                  <a:pt x="143444" y="64008"/>
                </a:lnTo>
                <a:lnTo>
                  <a:pt x="141731" y="93726"/>
                </a:lnTo>
                <a:lnTo>
                  <a:pt x="142873" y="117276"/>
                </a:lnTo>
                <a:lnTo>
                  <a:pt x="146299" y="137541"/>
                </a:lnTo>
                <a:lnTo>
                  <a:pt x="152013" y="154376"/>
                </a:lnTo>
                <a:lnTo>
                  <a:pt x="160019" y="167640"/>
                </a:lnTo>
                <a:lnTo>
                  <a:pt x="164579" y="172186"/>
                </a:lnTo>
                <a:lnTo>
                  <a:pt x="164579" y="93726"/>
                </a:lnTo>
                <a:lnTo>
                  <a:pt x="165293" y="72723"/>
                </a:lnTo>
                <a:lnTo>
                  <a:pt x="176021" y="32004"/>
                </a:lnTo>
                <a:lnTo>
                  <a:pt x="201167" y="19050"/>
                </a:lnTo>
                <a:lnTo>
                  <a:pt x="208430" y="19919"/>
                </a:lnTo>
                <a:lnTo>
                  <a:pt x="234981" y="55911"/>
                </a:lnTo>
                <a:lnTo>
                  <a:pt x="237743" y="93726"/>
                </a:lnTo>
                <a:lnTo>
                  <a:pt x="237743" y="172336"/>
                </a:lnTo>
                <a:lnTo>
                  <a:pt x="240667" y="169533"/>
                </a:lnTo>
                <a:lnTo>
                  <a:pt x="256744" y="134338"/>
                </a:lnTo>
                <a:lnTo>
                  <a:pt x="260164" y="108882"/>
                </a:lnTo>
                <a:lnTo>
                  <a:pt x="260591" y="93726"/>
                </a:lnTo>
                <a:close/>
              </a:path>
              <a:path w="260984" h="186689">
                <a:moveTo>
                  <a:pt x="237743" y="172336"/>
                </a:moveTo>
                <a:lnTo>
                  <a:pt x="237743" y="93726"/>
                </a:lnTo>
                <a:lnTo>
                  <a:pt x="237041" y="114157"/>
                </a:lnTo>
                <a:lnTo>
                  <a:pt x="234981" y="130873"/>
                </a:lnTo>
                <a:lnTo>
                  <a:pt x="215550" y="164115"/>
                </a:lnTo>
                <a:lnTo>
                  <a:pt x="201167" y="167640"/>
                </a:lnTo>
                <a:lnTo>
                  <a:pt x="193899" y="166770"/>
                </a:lnTo>
                <a:lnTo>
                  <a:pt x="167343" y="130873"/>
                </a:lnTo>
                <a:lnTo>
                  <a:pt x="164579" y="93726"/>
                </a:lnTo>
                <a:lnTo>
                  <a:pt x="164579" y="172186"/>
                </a:lnTo>
                <a:lnTo>
                  <a:pt x="168162" y="175760"/>
                </a:lnTo>
                <a:lnTo>
                  <a:pt x="177731" y="181737"/>
                </a:lnTo>
                <a:lnTo>
                  <a:pt x="188732" y="185427"/>
                </a:lnTo>
                <a:lnTo>
                  <a:pt x="201167" y="186690"/>
                </a:lnTo>
                <a:lnTo>
                  <a:pt x="210905" y="185975"/>
                </a:lnTo>
                <a:lnTo>
                  <a:pt x="219641" y="183832"/>
                </a:lnTo>
                <a:lnTo>
                  <a:pt x="227523" y="180260"/>
                </a:lnTo>
                <a:lnTo>
                  <a:pt x="234695" y="175260"/>
                </a:lnTo>
                <a:lnTo>
                  <a:pt x="237743" y="17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74299" y="2299716"/>
            <a:ext cx="2487930" cy="254000"/>
          </a:xfrm>
          <a:custGeom>
            <a:avLst/>
            <a:gdLst/>
            <a:ahLst/>
            <a:cxnLst/>
            <a:rect l="l" t="t" r="r" b="b"/>
            <a:pathLst>
              <a:path w="2487929" h="254000">
                <a:moveTo>
                  <a:pt x="2487930" y="0"/>
                </a:moveTo>
                <a:lnTo>
                  <a:pt x="2177021" y="111251"/>
                </a:lnTo>
                <a:lnTo>
                  <a:pt x="1865376" y="190500"/>
                </a:lnTo>
                <a:lnTo>
                  <a:pt x="1554480" y="238506"/>
                </a:lnTo>
                <a:lnTo>
                  <a:pt x="1243584" y="253745"/>
                </a:lnTo>
                <a:lnTo>
                  <a:pt x="932688" y="238506"/>
                </a:lnTo>
                <a:lnTo>
                  <a:pt x="621792" y="190500"/>
                </a:lnTo>
                <a:lnTo>
                  <a:pt x="310896" y="111251"/>
                </a:lnTo>
                <a:lnTo>
                  <a:pt x="0" y="0"/>
                </a:lnTo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34784" y="2253233"/>
            <a:ext cx="136525" cy="90805"/>
          </a:xfrm>
          <a:custGeom>
            <a:avLst/>
            <a:gdLst/>
            <a:ahLst/>
            <a:cxnLst/>
            <a:rect l="l" t="t" r="r" b="b"/>
            <a:pathLst>
              <a:path w="136525" h="90805">
                <a:moveTo>
                  <a:pt x="136410" y="0"/>
                </a:moveTo>
                <a:lnTo>
                  <a:pt x="0" y="10668"/>
                </a:lnTo>
                <a:lnTo>
                  <a:pt x="34290" y="90678"/>
                </a:lnTo>
                <a:lnTo>
                  <a:pt x="1364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64571" y="2253233"/>
            <a:ext cx="136525" cy="90805"/>
          </a:xfrm>
          <a:custGeom>
            <a:avLst/>
            <a:gdLst/>
            <a:ahLst/>
            <a:cxnLst/>
            <a:rect l="l" t="t" r="r" b="b"/>
            <a:pathLst>
              <a:path w="136525" h="90805">
                <a:moveTo>
                  <a:pt x="136398" y="10668"/>
                </a:moveTo>
                <a:lnTo>
                  <a:pt x="0" y="0"/>
                </a:lnTo>
                <a:lnTo>
                  <a:pt x="102870" y="90678"/>
                </a:lnTo>
                <a:lnTo>
                  <a:pt x="136398" y="10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64343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62"/>
                </a:lnTo>
                <a:lnTo>
                  <a:pt x="15276" y="396002"/>
                </a:lnTo>
                <a:lnTo>
                  <a:pt x="33453" y="439096"/>
                </a:lnTo>
                <a:lnTo>
                  <a:pt x="57838" y="478432"/>
                </a:lnTo>
                <a:lnTo>
                  <a:pt x="87820" y="513397"/>
                </a:lnTo>
                <a:lnTo>
                  <a:pt x="122785" y="543379"/>
                </a:lnTo>
                <a:lnTo>
                  <a:pt x="162121" y="567764"/>
                </a:lnTo>
                <a:lnTo>
                  <a:pt x="205215" y="585941"/>
                </a:lnTo>
                <a:lnTo>
                  <a:pt x="251455" y="597296"/>
                </a:lnTo>
                <a:lnTo>
                  <a:pt x="300227" y="601218"/>
                </a:lnTo>
                <a:lnTo>
                  <a:pt x="349021" y="597296"/>
                </a:lnTo>
                <a:lnTo>
                  <a:pt x="395319" y="585941"/>
                </a:lnTo>
                <a:lnTo>
                  <a:pt x="438498" y="567764"/>
                </a:lnTo>
                <a:lnTo>
                  <a:pt x="477938" y="543379"/>
                </a:lnTo>
                <a:lnTo>
                  <a:pt x="513016" y="513397"/>
                </a:lnTo>
                <a:lnTo>
                  <a:pt x="543110" y="478432"/>
                </a:lnTo>
                <a:lnTo>
                  <a:pt x="567600" y="439096"/>
                </a:lnTo>
                <a:lnTo>
                  <a:pt x="585862" y="396002"/>
                </a:lnTo>
                <a:lnTo>
                  <a:pt x="597275" y="349762"/>
                </a:lnTo>
                <a:lnTo>
                  <a:pt x="601217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64343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8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03611" y="3048761"/>
            <a:ext cx="120650" cy="186055"/>
          </a:xfrm>
          <a:custGeom>
            <a:avLst/>
            <a:gdLst/>
            <a:ahLst/>
            <a:cxnLst/>
            <a:rect l="l" t="t" r="r" b="b"/>
            <a:pathLst>
              <a:path w="120650" h="186055">
                <a:moveTo>
                  <a:pt x="117348" y="44958"/>
                </a:moveTo>
                <a:lnTo>
                  <a:pt x="93285" y="6750"/>
                </a:lnTo>
                <a:lnTo>
                  <a:pt x="65532" y="0"/>
                </a:lnTo>
                <a:lnTo>
                  <a:pt x="51851" y="1285"/>
                </a:lnTo>
                <a:lnTo>
                  <a:pt x="11251" y="34420"/>
                </a:lnTo>
                <a:lnTo>
                  <a:pt x="1273" y="72973"/>
                </a:lnTo>
                <a:lnTo>
                  <a:pt x="0" y="97536"/>
                </a:lnTo>
                <a:lnTo>
                  <a:pt x="1131" y="119383"/>
                </a:lnTo>
                <a:lnTo>
                  <a:pt x="4476" y="138017"/>
                </a:lnTo>
                <a:lnTo>
                  <a:pt x="9965" y="153364"/>
                </a:lnTo>
                <a:lnTo>
                  <a:pt x="17525" y="165354"/>
                </a:lnTo>
                <a:lnTo>
                  <a:pt x="22098" y="169589"/>
                </a:lnTo>
                <a:lnTo>
                  <a:pt x="22098" y="89154"/>
                </a:lnTo>
                <a:lnTo>
                  <a:pt x="22526" y="76164"/>
                </a:lnTo>
                <a:lnTo>
                  <a:pt x="35814" y="33718"/>
                </a:lnTo>
                <a:lnTo>
                  <a:pt x="57150" y="18288"/>
                </a:lnTo>
                <a:lnTo>
                  <a:pt x="73151" y="18288"/>
                </a:lnTo>
                <a:lnTo>
                  <a:pt x="94487" y="47244"/>
                </a:lnTo>
                <a:lnTo>
                  <a:pt x="117348" y="44958"/>
                </a:lnTo>
                <a:close/>
              </a:path>
              <a:path w="120650" h="186055">
                <a:moveTo>
                  <a:pt x="120396" y="123444"/>
                </a:moveTo>
                <a:lnTo>
                  <a:pt x="104394" y="80772"/>
                </a:lnTo>
                <a:lnTo>
                  <a:pt x="66294" y="64770"/>
                </a:lnTo>
                <a:lnTo>
                  <a:pt x="57912" y="64770"/>
                </a:lnTo>
                <a:lnTo>
                  <a:pt x="49530" y="66294"/>
                </a:lnTo>
                <a:lnTo>
                  <a:pt x="41910" y="70866"/>
                </a:lnTo>
                <a:lnTo>
                  <a:pt x="36349" y="74152"/>
                </a:lnTo>
                <a:lnTo>
                  <a:pt x="31146" y="78295"/>
                </a:lnTo>
                <a:lnTo>
                  <a:pt x="26372" y="83296"/>
                </a:lnTo>
                <a:lnTo>
                  <a:pt x="22098" y="89154"/>
                </a:lnTo>
                <a:lnTo>
                  <a:pt x="22098" y="169589"/>
                </a:lnTo>
                <a:lnTo>
                  <a:pt x="25908" y="173119"/>
                </a:lnTo>
                <a:lnTo>
                  <a:pt x="25908" y="123444"/>
                </a:lnTo>
                <a:lnTo>
                  <a:pt x="26503" y="115288"/>
                </a:lnTo>
                <a:lnTo>
                  <a:pt x="54578" y="85177"/>
                </a:lnTo>
                <a:lnTo>
                  <a:pt x="61722" y="84582"/>
                </a:lnTo>
                <a:lnTo>
                  <a:pt x="69306" y="85177"/>
                </a:lnTo>
                <a:lnTo>
                  <a:pt x="96845" y="116252"/>
                </a:lnTo>
                <a:lnTo>
                  <a:pt x="97536" y="124968"/>
                </a:lnTo>
                <a:lnTo>
                  <a:pt x="97536" y="174926"/>
                </a:lnTo>
                <a:lnTo>
                  <a:pt x="98952" y="173878"/>
                </a:lnTo>
                <a:lnTo>
                  <a:pt x="118586" y="140017"/>
                </a:lnTo>
                <a:lnTo>
                  <a:pt x="119955" y="131873"/>
                </a:lnTo>
                <a:lnTo>
                  <a:pt x="120396" y="123444"/>
                </a:lnTo>
                <a:close/>
              </a:path>
              <a:path w="120650" h="186055">
                <a:moveTo>
                  <a:pt x="97536" y="174926"/>
                </a:moveTo>
                <a:lnTo>
                  <a:pt x="97536" y="124968"/>
                </a:lnTo>
                <a:lnTo>
                  <a:pt x="96845" y="134242"/>
                </a:lnTo>
                <a:lnTo>
                  <a:pt x="94869" y="142589"/>
                </a:lnTo>
                <a:lnTo>
                  <a:pt x="63246" y="167640"/>
                </a:lnTo>
                <a:lnTo>
                  <a:pt x="56387" y="167640"/>
                </a:lnTo>
                <a:lnTo>
                  <a:pt x="30480" y="145542"/>
                </a:lnTo>
                <a:lnTo>
                  <a:pt x="27432" y="138684"/>
                </a:lnTo>
                <a:lnTo>
                  <a:pt x="25908" y="131826"/>
                </a:lnTo>
                <a:lnTo>
                  <a:pt x="25908" y="173119"/>
                </a:lnTo>
                <a:lnTo>
                  <a:pt x="27241" y="174355"/>
                </a:lnTo>
                <a:lnTo>
                  <a:pt x="38100" y="180784"/>
                </a:lnTo>
                <a:lnTo>
                  <a:pt x="50101" y="184642"/>
                </a:lnTo>
                <a:lnTo>
                  <a:pt x="63246" y="185928"/>
                </a:lnTo>
                <a:lnTo>
                  <a:pt x="71104" y="185487"/>
                </a:lnTo>
                <a:lnTo>
                  <a:pt x="78676" y="184118"/>
                </a:lnTo>
                <a:lnTo>
                  <a:pt x="85963" y="181748"/>
                </a:lnTo>
                <a:lnTo>
                  <a:pt x="92963" y="178308"/>
                </a:lnTo>
                <a:lnTo>
                  <a:pt x="97536" y="174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66551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8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53241" y="3048761"/>
            <a:ext cx="243204" cy="186055"/>
          </a:xfrm>
          <a:custGeom>
            <a:avLst/>
            <a:gdLst/>
            <a:ahLst/>
            <a:cxnLst/>
            <a:rect l="l" t="t" r="r" b="b"/>
            <a:pathLst>
              <a:path w="243204" h="186055">
                <a:moveTo>
                  <a:pt x="67055" y="182880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433" y="48006"/>
                </a:lnTo>
                <a:lnTo>
                  <a:pt x="44957" y="40386"/>
                </a:lnTo>
                <a:lnTo>
                  <a:pt x="44957" y="182880"/>
                </a:lnTo>
                <a:lnTo>
                  <a:pt x="67055" y="182880"/>
                </a:lnTo>
                <a:close/>
              </a:path>
              <a:path w="243204" h="186055">
                <a:moveTo>
                  <a:pt x="243077" y="92964"/>
                </a:moveTo>
                <a:lnTo>
                  <a:pt x="239267" y="49530"/>
                </a:lnTo>
                <a:lnTo>
                  <a:pt x="217169" y="9906"/>
                </a:lnTo>
                <a:lnTo>
                  <a:pt x="183641" y="0"/>
                </a:lnTo>
                <a:lnTo>
                  <a:pt x="174236" y="595"/>
                </a:lnTo>
                <a:lnTo>
                  <a:pt x="139255" y="23336"/>
                </a:lnTo>
                <a:lnTo>
                  <a:pt x="125920" y="63912"/>
                </a:lnTo>
                <a:lnTo>
                  <a:pt x="124205" y="92964"/>
                </a:lnTo>
                <a:lnTo>
                  <a:pt x="125349" y="116836"/>
                </a:lnTo>
                <a:lnTo>
                  <a:pt x="128777" y="137064"/>
                </a:lnTo>
                <a:lnTo>
                  <a:pt x="134492" y="153721"/>
                </a:lnTo>
                <a:lnTo>
                  <a:pt x="142493" y="166878"/>
                </a:lnTo>
                <a:lnTo>
                  <a:pt x="147065" y="171617"/>
                </a:lnTo>
                <a:lnTo>
                  <a:pt x="147065" y="92964"/>
                </a:lnTo>
                <a:lnTo>
                  <a:pt x="147792" y="72389"/>
                </a:lnTo>
                <a:lnTo>
                  <a:pt x="159257" y="31242"/>
                </a:lnTo>
                <a:lnTo>
                  <a:pt x="183641" y="18288"/>
                </a:lnTo>
                <a:lnTo>
                  <a:pt x="191226" y="19276"/>
                </a:lnTo>
                <a:lnTo>
                  <a:pt x="217455" y="55530"/>
                </a:lnTo>
                <a:lnTo>
                  <a:pt x="220217" y="92964"/>
                </a:lnTo>
                <a:lnTo>
                  <a:pt x="220217" y="172290"/>
                </a:lnTo>
                <a:lnTo>
                  <a:pt x="223158" y="169425"/>
                </a:lnTo>
                <a:lnTo>
                  <a:pt x="239541" y="134219"/>
                </a:lnTo>
                <a:lnTo>
                  <a:pt x="242661" y="108239"/>
                </a:lnTo>
                <a:lnTo>
                  <a:pt x="243077" y="92964"/>
                </a:lnTo>
                <a:close/>
              </a:path>
              <a:path w="243204" h="186055">
                <a:moveTo>
                  <a:pt x="220217" y="172290"/>
                </a:moveTo>
                <a:lnTo>
                  <a:pt x="220217" y="92964"/>
                </a:lnTo>
                <a:lnTo>
                  <a:pt x="219515" y="113395"/>
                </a:lnTo>
                <a:lnTo>
                  <a:pt x="217455" y="130111"/>
                </a:lnTo>
                <a:lnTo>
                  <a:pt x="198024" y="163734"/>
                </a:lnTo>
                <a:lnTo>
                  <a:pt x="183641" y="167640"/>
                </a:lnTo>
                <a:lnTo>
                  <a:pt x="176379" y="166651"/>
                </a:lnTo>
                <a:lnTo>
                  <a:pt x="149828" y="130111"/>
                </a:lnTo>
                <a:lnTo>
                  <a:pt x="147065" y="92964"/>
                </a:lnTo>
                <a:lnTo>
                  <a:pt x="147065" y="171617"/>
                </a:lnTo>
                <a:lnTo>
                  <a:pt x="150637" y="175319"/>
                </a:lnTo>
                <a:lnTo>
                  <a:pt x="160210" y="181260"/>
                </a:lnTo>
                <a:lnTo>
                  <a:pt x="171211" y="184773"/>
                </a:lnTo>
                <a:lnTo>
                  <a:pt x="183641" y="185928"/>
                </a:lnTo>
                <a:lnTo>
                  <a:pt x="193381" y="185225"/>
                </a:lnTo>
                <a:lnTo>
                  <a:pt x="202120" y="183165"/>
                </a:lnTo>
                <a:lnTo>
                  <a:pt x="210002" y="179820"/>
                </a:lnTo>
                <a:lnTo>
                  <a:pt x="217169" y="175260"/>
                </a:lnTo>
                <a:lnTo>
                  <a:pt x="220217" y="1722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68759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8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55449" y="3048761"/>
            <a:ext cx="245745" cy="186055"/>
          </a:xfrm>
          <a:custGeom>
            <a:avLst/>
            <a:gdLst/>
            <a:ahLst/>
            <a:cxnLst/>
            <a:rect l="l" t="t" r="r" b="b"/>
            <a:pathLst>
              <a:path w="245745" h="186055">
                <a:moveTo>
                  <a:pt x="67056" y="182880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433" y="48006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  <a:path w="245745" h="186055">
                <a:moveTo>
                  <a:pt x="221742" y="172795"/>
                </a:moveTo>
                <a:lnTo>
                  <a:pt x="221742" y="122682"/>
                </a:lnTo>
                <a:lnTo>
                  <a:pt x="221027" y="132409"/>
                </a:lnTo>
                <a:lnTo>
                  <a:pt x="218884" y="141065"/>
                </a:lnTo>
                <a:lnTo>
                  <a:pt x="190595" y="166913"/>
                </a:lnTo>
                <a:lnTo>
                  <a:pt x="182880" y="167640"/>
                </a:lnTo>
                <a:lnTo>
                  <a:pt x="173736" y="167640"/>
                </a:lnTo>
                <a:lnTo>
                  <a:pt x="147828" y="133350"/>
                </a:lnTo>
                <a:lnTo>
                  <a:pt x="124206" y="134874"/>
                </a:lnTo>
                <a:lnTo>
                  <a:pt x="142494" y="172212"/>
                </a:lnTo>
                <a:lnTo>
                  <a:pt x="182880" y="185928"/>
                </a:lnTo>
                <a:lnTo>
                  <a:pt x="197346" y="184511"/>
                </a:lnTo>
                <a:lnTo>
                  <a:pt x="210026" y="180308"/>
                </a:lnTo>
                <a:lnTo>
                  <a:pt x="221134" y="173390"/>
                </a:lnTo>
                <a:lnTo>
                  <a:pt x="221742" y="172795"/>
                </a:lnTo>
                <a:close/>
              </a:path>
              <a:path w="245745" h="186055">
                <a:moveTo>
                  <a:pt x="236220" y="24384"/>
                </a:moveTo>
                <a:lnTo>
                  <a:pt x="236220" y="3048"/>
                </a:lnTo>
                <a:lnTo>
                  <a:pt x="146304" y="3048"/>
                </a:lnTo>
                <a:lnTo>
                  <a:pt x="128016" y="96774"/>
                </a:lnTo>
                <a:lnTo>
                  <a:pt x="149352" y="99060"/>
                </a:lnTo>
                <a:lnTo>
                  <a:pt x="152400" y="94488"/>
                </a:lnTo>
                <a:lnTo>
                  <a:pt x="153924" y="92964"/>
                </a:lnTo>
                <a:lnTo>
                  <a:pt x="153924" y="73152"/>
                </a:lnTo>
                <a:lnTo>
                  <a:pt x="163830" y="24384"/>
                </a:lnTo>
                <a:lnTo>
                  <a:pt x="236220" y="24384"/>
                </a:lnTo>
                <a:close/>
              </a:path>
              <a:path w="245745" h="186055">
                <a:moveTo>
                  <a:pt x="245363" y="121158"/>
                </a:moveTo>
                <a:lnTo>
                  <a:pt x="228600" y="78486"/>
                </a:lnTo>
                <a:lnTo>
                  <a:pt x="188213" y="61722"/>
                </a:lnTo>
                <a:lnTo>
                  <a:pt x="179641" y="62436"/>
                </a:lnTo>
                <a:lnTo>
                  <a:pt x="171069" y="64579"/>
                </a:lnTo>
                <a:lnTo>
                  <a:pt x="162496" y="68151"/>
                </a:lnTo>
                <a:lnTo>
                  <a:pt x="153924" y="73152"/>
                </a:lnTo>
                <a:lnTo>
                  <a:pt x="153924" y="92964"/>
                </a:lnTo>
                <a:lnTo>
                  <a:pt x="156972" y="89916"/>
                </a:lnTo>
                <a:lnTo>
                  <a:pt x="163068" y="86868"/>
                </a:lnTo>
                <a:lnTo>
                  <a:pt x="169163" y="83058"/>
                </a:lnTo>
                <a:lnTo>
                  <a:pt x="175260" y="81534"/>
                </a:lnTo>
                <a:lnTo>
                  <a:pt x="182880" y="81534"/>
                </a:lnTo>
                <a:lnTo>
                  <a:pt x="218884" y="106108"/>
                </a:lnTo>
                <a:lnTo>
                  <a:pt x="221742" y="122682"/>
                </a:lnTo>
                <a:lnTo>
                  <a:pt x="221742" y="172795"/>
                </a:lnTo>
                <a:lnTo>
                  <a:pt x="230886" y="163830"/>
                </a:lnTo>
                <a:lnTo>
                  <a:pt x="237005" y="154376"/>
                </a:lnTo>
                <a:lnTo>
                  <a:pt x="241554" y="144208"/>
                </a:lnTo>
                <a:lnTo>
                  <a:pt x="244387" y="133183"/>
                </a:lnTo>
                <a:lnTo>
                  <a:pt x="245363" y="121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370967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8" y="0"/>
                </a:lnTo>
                <a:lnTo>
                  <a:pt x="349018" y="3942"/>
                </a:lnTo>
                <a:lnTo>
                  <a:pt x="395313" y="15355"/>
                </a:lnTo>
                <a:lnTo>
                  <a:pt x="438490" y="33617"/>
                </a:lnTo>
                <a:lnTo>
                  <a:pt x="477928" y="58107"/>
                </a:lnTo>
                <a:lnTo>
                  <a:pt x="513005" y="88201"/>
                </a:lnTo>
                <a:lnTo>
                  <a:pt x="543099" y="123279"/>
                </a:lnTo>
                <a:lnTo>
                  <a:pt x="567587" y="162719"/>
                </a:lnTo>
                <a:lnTo>
                  <a:pt x="585849" y="205898"/>
                </a:lnTo>
                <a:lnTo>
                  <a:pt x="597262" y="252196"/>
                </a:lnTo>
                <a:lnTo>
                  <a:pt x="601205" y="300989"/>
                </a:lnTo>
                <a:lnTo>
                  <a:pt x="597262" y="349762"/>
                </a:lnTo>
                <a:lnTo>
                  <a:pt x="585849" y="396002"/>
                </a:lnTo>
                <a:lnTo>
                  <a:pt x="567587" y="439096"/>
                </a:lnTo>
                <a:lnTo>
                  <a:pt x="543099" y="478432"/>
                </a:lnTo>
                <a:lnTo>
                  <a:pt x="513005" y="513397"/>
                </a:lnTo>
                <a:lnTo>
                  <a:pt x="477928" y="543379"/>
                </a:lnTo>
                <a:lnTo>
                  <a:pt x="438490" y="567764"/>
                </a:lnTo>
                <a:lnTo>
                  <a:pt x="395313" y="585941"/>
                </a:lnTo>
                <a:lnTo>
                  <a:pt x="349018" y="597296"/>
                </a:lnTo>
                <a:lnTo>
                  <a:pt x="300228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37070" y="3048761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5">
                <a:moveTo>
                  <a:pt x="97548" y="98479"/>
                </a:moveTo>
                <a:lnTo>
                  <a:pt x="97548" y="50292"/>
                </a:lnTo>
                <a:lnTo>
                  <a:pt x="96953" y="56602"/>
                </a:lnTo>
                <a:lnTo>
                  <a:pt x="95070" y="63055"/>
                </a:lnTo>
                <a:lnTo>
                  <a:pt x="71920" y="93535"/>
                </a:lnTo>
                <a:lnTo>
                  <a:pt x="38107" y="123110"/>
                </a:lnTo>
                <a:lnTo>
                  <a:pt x="30105" y="130111"/>
                </a:lnTo>
                <a:lnTo>
                  <a:pt x="5642" y="161365"/>
                </a:lnTo>
                <a:lnTo>
                  <a:pt x="3060" y="167640"/>
                </a:lnTo>
                <a:lnTo>
                  <a:pt x="774" y="172212"/>
                </a:lnTo>
                <a:lnTo>
                  <a:pt x="0" y="177546"/>
                </a:lnTo>
                <a:lnTo>
                  <a:pt x="774" y="182880"/>
                </a:lnTo>
                <a:lnTo>
                  <a:pt x="31242" y="182880"/>
                </a:lnTo>
                <a:lnTo>
                  <a:pt x="31242" y="161544"/>
                </a:lnTo>
                <a:lnTo>
                  <a:pt x="34289" y="156972"/>
                </a:lnTo>
                <a:lnTo>
                  <a:pt x="67055" y="126492"/>
                </a:lnTo>
                <a:lnTo>
                  <a:pt x="78207" y="116776"/>
                </a:lnTo>
                <a:lnTo>
                  <a:pt x="87641" y="108204"/>
                </a:lnTo>
                <a:lnTo>
                  <a:pt x="95357" y="100774"/>
                </a:lnTo>
                <a:lnTo>
                  <a:pt x="97548" y="98479"/>
                </a:lnTo>
                <a:close/>
              </a:path>
              <a:path w="264159" h="186055">
                <a:moveTo>
                  <a:pt x="120408" y="57912"/>
                </a:moveTo>
                <a:lnTo>
                  <a:pt x="120408" y="50292"/>
                </a:lnTo>
                <a:lnTo>
                  <a:pt x="119527" y="39981"/>
                </a:lnTo>
                <a:lnTo>
                  <a:pt x="97014" y="8036"/>
                </a:lnTo>
                <a:lnTo>
                  <a:pt x="64020" y="0"/>
                </a:lnTo>
                <a:lnTo>
                  <a:pt x="51576" y="845"/>
                </a:lnTo>
                <a:lnTo>
                  <a:pt x="15402" y="20538"/>
                </a:lnTo>
                <a:lnTo>
                  <a:pt x="4584" y="52578"/>
                </a:lnTo>
                <a:lnTo>
                  <a:pt x="27444" y="54864"/>
                </a:lnTo>
                <a:lnTo>
                  <a:pt x="28133" y="46732"/>
                </a:lnTo>
                <a:lnTo>
                  <a:pt x="30106" y="39528"/>
                </a:lnTo>
                <a:lnTo>
                  <a:pt x="63258" y="18288"/>
                </a:lnTo>
                <a:lnTo>
                  <a:pt x="70396" y="18859"/>
                </a:lnTo>
                <a:lnTo>
                  <a:pt x="97548" y="41148"/>
                </a:lnTo>
                <a:lnTo>
                  <a:pt x="97548" y="98479"/>
                </a:lnTo>
                <a:lnTo>
                  <a:pt x="101358" y="94488"/>
                </a:lnTo>
                <a:lnTo>
                  <a:pt x="106187" y="88451"/>
                </a:lnTo>
                <a:lnTo>
                  <a:pt x="110307" y="82772"/>
                </a:lnTo>
                <a:lnTo>
                  <a:pt x="113572" y="77235"/>
                </a:lnTo>
                <a:lnTo>
                  <a:pt x="115836" y="71628"/>
                </a:lnTo>
                <a:lnTo>
                  <a:pt x="118884" y="64770"/>
                </a:lnTo>
                <a:lnTo>
                  <a:pt x="120408" y="57912"/>
                </a:lnTo>
                <a:close/>
              </a:path>
              <a:path w="264159" h="186055">
                <a:moveTo>
                  <a:pt x="121170" y="182880"/>
                </a:moveTo>
                <a:lnTo>
                  <a:pt x="121170" y="161544"/>
                </a:lnTo>
                <a:lnTo>
                  <a:pt x="31242" y="161544"/>
                </a:lnTo>
                <a:lnTo>
                  <a:pt x="31242" y="182880"/>
                </a:lnTo>
                <a:lnTo>
                  <a:pt x="121170" y="182880"/>
                </a:lnTo>
                <a:close/>
              </a:path>
              <a:path w="264159" h="186055">
                <a:moveTo>
                  <a:pt x="263651" y="92964"/>
                </a:moveTo>
                <a:lnTo>
                  <a:pt x="259842" y="49530"/>
                </a:lnTo>
                <a:lnTo>
                  <a:pt x="237756" y="9906"/>
                </a:lnTo>
                <a:lnTo>
                  <a:pt x="204215" y="0"/>
                </a:lnTo>
                <a:lnTo>
                  <a:pt x="194817" y="595"/>
                </a:lnTo>
                <a:lnTo>
                  <a:pt x="159835" y="23336"/>
                </a:lnTo>
                <a:lnTo>
                  <a:pt x="146496" y="63912"/>
                </a:lnTo>
                <a:lnTo>
                  <a:pt x="144779" y="92964"/>
                </a:lnTo>
                <a:lnTo>
                  <a:pt x="145923" y="116836"/>
                </a:lnTo>
                <a:lnTo>
                  <a:pt x="149351" y="137064"/>
                </a:lnTo>
                <a:lnTo>
                  <a:pt x="155067" y="153721"/>
                </a:lnTo>
                <a:lnTo>
                  <a:pt x="163068" y="166878"/>
                </a:lnTo>
                <a:lnTo>
                  <a:pt x="167639" y="171613"/>
                </a:lnTo>
                <a:lnTo>
                  <a:pt x="167639" y="92964"/>
                </a:lnTo>
                <a:lnTo>
                  <a:pt x="168354" y="72389"/>
                </a:lnTo>
                <a:lnTo>
                  <a:pt x="179082" y="31242"/>
                </a:lnTo>
                <a:lnTo>
                  <a:pt x="204215" y="18288"/>
                </a:lnTo>
                <a:lnTo>
                  <a:pt x="211805" y="19276"/>
                </a:lnTo>
                <a:lnTo>
                  <a:pt x="238036" y="55530"/>
                </a:lnTo>
                <a:lnTo>
                  <a:pt x="240792" y="92964"/>
                </a:lnTo>
                <a:lnTo>
                  <a:pt x="240792" y="172294"/>
                </a:lnTo>
                <a:lnTo>
                  <a:pt x="243728" y="169425"/>
                </a:lnTo>
                <a:lnTo>
                  <a:pt x="259799" y="134219"/>
                </a:lnTo>
                <a:lnTo>
                  <a:pt x="263223" y="108239"/>
                </a:lnTo>
                <a:lnTo>
                  <a:pt x="263651" y="92964"/>
                </a:lnTo>
                <a:close/>
              </a:path>
              <a:path w="264159" h="186055">
                <a:moveTo>
                  <a:pt x="240792" y="172294"/>
                </a:moveTo>
                <a:lnTo>
                  <a:pt x="240792" y="92964"/>
                </a:lnTo>
                <a:lnTo>
                  <a:pt x="240091" y="113395"/>
                </a:lnTo>
                <a:lnTo>
                  <a:pt x="238036" y="130111"/>
                </a:lnTo>
                <a:lnTo>
                  <a:pt x="218605" y="163734"/>
                </a:lnTo>
                <a:lnTo>
                  <a:pt x="204215" y="167640"/>
                </a:lnTo>
                <a:lnTo>
                  <a:pt x="196958" y="166651"/>
                </a:lnTo>
                <a:lnTo>
                  <a:pt x="170403" y="130111"/>
                </a:lnTo>
                <a:lnTo>
                  <a:pt x="167639" y="92964"/>
                </a:lnTo>
                <a:lnTo>
                  <a:pt x="167639" y="171613"/>
                </a:lnTo>
                <a:lnTo>
                  <a:pt x="171217" y="175319"/>
                </a:lnTo>
                <a:lnTo>
                  <a:pt x="180789" y="181260"/>
                </a:lnTo>
                <a:lnTo>
                  <a:pt x="191787" y="184773"/>
                </a:lnTo>
                <a:lnTo>
                  <a:pt x="204215" y="185928"/>
                </a:lnTo>
                <a:lnTo>
                  <a:pt x="213960" y="185225"/>
                </a:lnTo>
                <a:lnTo>
                  <a:pt x="222700" y="183165"/>
                </a:lnTo>
                <a:lnTo>
                  <a:pt x="230583" y="179820"/>
                </a:lnTo>
                <a:lnTo>
                  <a:pt x="237756" y="175260"/>
                </a:lnTo>
                <a:lnTo>
                  <a:pt x="240792" y="172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73163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9" y="123279"/>
                </a:lnTo>
                <a:lnTo>
                  <a:pt x="87822" y="88201"/>
                </a:lnTo>
                <a:lnTo>
                  <a:pt x="122788" y="58107"/>
                </a:lnTo>
                <a:lnTo>
                  <a:pt x="162125" y="33617"/>
                </a:lnTo>
                <a:lnTo>
                  <a:pt x="205222" y="15355"/>
                </a:lnTo>
                <a:lnTo>
                  <a:pt x="251464" y="3942"/>
                </a:lnTo>
                <a:lnTo>
                  <a:pt x="300240" y="0"/>
                </a:lnTo>
                <a:lnTo>
                  <a:pt x="349034" y="3942"/>
                </a:lnTo>
                <a:lnTo>
                  <a:pt x="395332" y="15355"/>
                </a:lnTo>
                <a:lnTo>
                  <a:pt x="438511" y="33617"/>
                </a:lnTo>
                <a:lnTo>
                  <a:pt x="477951" y="58107"/>
                </a:lnTo>
                <a:lnTo>
                  <a:pt x="513029" y="88201"/>
                </a:lnTo>
                <a:lnTo>
                  <a:pt x="543123" y="123279"/>
                </a:lnTo>
                <a:lnTo>
                  <a:pt x="567612" y="162719"/>
                </a:lnTo>
                <a:lnTo>
                  <a:pt x="585874" y="205898"/>
                </a:lnTo>
                <a:lnTo>
                  <a:pt x="597288" y="252196"/>
                </a:lnTo>
                <a:lnTo>
                  <a:pt x="601230" y="300989"/>
                </a:lnTo>
                <a:lnTo>
                  <a:pt x="597288" y="349762"/>
                </a:lnTo>
                <a:lnTo>
                  <a:pt x="585874" y="396002"/>
                </a:lnTo>
                <a:lnTo>
                  <a:pt x="567612" y="439096"/>
                </a:lnTo>
                <a:lnTo>
                  <a:pt x="543123" y="478432"/>
                </a:lnTo>
                <a:lnTo>
                  <a:pt x="513029" y="513397"/>
                </a:lnTo>
                <a:lnTo>
                  <a:pt x="477951" y="543379"/>
                </a:lnTo>
                <a:lnTo>
                  <a:pt x="438511" y="567764"/>
                </a:lnTo>
                <a:lnTo>
                  <a:pt x="395332" y="585941"/>
                </a:lnTo>
                <a:lnTo>
                  <a:pt x="349034" y="597296"/>
                </a:lnTo>
                <a:lnTo>
                  <a:pt x="300240" y="601217"/>
                </a:lnTo>
                <a:lnTo>
                  <a:pt x="251464" y="597296"/>
                </a:lnTo>
                <a:lnTo>
                  <a:pt x="205222" y="585941"/>
                </a:lnTo>
                <a:lnTo>
                  <a:pt x="162125" y="567764"/>
                </a:lnTo>
                <a:lnTo>
                  <a:pt x="122788" y="543379"/>
                </a:lnTo>
                <a:lnTo>
                  <a:pt x="87822" y="513397"/>
                </a:lnTo>
                <a:lnTo>
                  <a:pt x="57839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459865" y="3048761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80">
                <a:moveTo>
                  <a:pt x="67056" y="182880"/>
                </a:moveTo>
                <a:lnTo>
                  <a:pt x="67056" y="0"/>
                </a:lnTo>
                <a:lnTo>
                  <a:pt x="52577" y="0"/>
                </a:lnTo>
                <a:lnTo>
                  <a:pt x="49153" y="5845"/>
                </a:lnTo>
                <a:lnTo>
                  <a:pt x="44662" y="11906"/>
                </a:lnTo>
                <a:lnTo>
                  <a:pt x="8975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145" y="48006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  <a:path w="243840" h="182880">
                <a:moveTo>
                  <a:pt x="243840" y="20574"/>
                </a:moveTo>
                <a:lnTo>
                  <a:pt x="243840" y="3048"/>
                </a:lnTo>
                <a:lnTo>
                  <a:pt x="125730" y="3048"/>
                </a:lnTo>
                <a:lnTo>
                  <a:pt x="125730" y="24384"/>
                </a:lnTo>
                <a:lnTo>
                  <a:pt x="214871" y="24384"/>
                </a:lnTo>
                <a:lnTo>
                  <a:pt x="214871" y="60286"/>
                </a:lnTo>
                <a:lnTo>
                  <a:pt x="218120" y="54756"/>
                </a:lnTo>
                <a:lnTo>
                  <a:pt x="226690" y="41814"/>
                </a:lnTo>
                <a:lnTo>
                  <a:pt x="235262" y="30444"/>
                </a:lnTo>
                <a:lnTo>
                  <a:pt x="243840" y="20574"/>
                </a:lnTo>
                <a:close/>
              </a:path>
              <a:path w="243840" h="182880">
                <a:moveTo>
                  <a:pt x="214871" y="60286"/>
                </a:moveTo>
                <a:lnTo>
                  <a:pt x="214871" y="24384"/>
                </a:lnTo>
                <a:lnTo>
                  <a:pt x="206447" y="34670"/>
                </a:lnTo>
                <a:lnTo>
                  <a:pt x="182880" y="72390"/>
                </a:lnTo>
                <a:lnTo>
                  <a:pt x="164441" y="115788"/>
                </a:lnTo>
                <a:lnTo>
                  <a:pt x="153822" y="158972"/>
                </a:lnTo>
                <a:lnTo>
                  <a:pt x="151638" y="182880"/>
                </a:lnTo>
                <a:lnTo>
                  <a:pt x="174485" y="182880"/>
                </a:lnTo>
                <a:lnTo>
                  <a:pt x="175475" y="169449"/>
                </a:lnTo>
                <a:lnTo>
                  <a:pt x="177253" y="156591"/>
                </a:lnTo>
                <a:lnTo>
                  <a:pt x="188009" y="116597"/>
                </a:lnTo>
                <a:lnTo>
                  <a:pt x="209550" y="69342"/>
                </a:lnTo>
                <a:lnTo>
                  <a:pt x="214871" y="60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75370" y="285445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7" y="205898"/>
                </a:lnTo>
                <a:lnTo>
                  <a:pt x="33455" y="162719"/>
                </a:lnTo>
                <a:lnTo>
                  <a:pt x="57842" y="123279"/>
                </a:lnTo>
                <a:lnTo>
                  <a:pt x="87825" y="88201"/>
                </a:lnTo>
                <a:lnTo>
                  <a:pt x="122791" y="58107"/>
                </a:lnTo>
                <a:lnTo>
                  <a:pt x="162127" y="33617"/>
                </a:lnTo>
                <a:lnTo>
                  <a:pt x="205220" y="15355"/>
                </a:lnTo>
                <a:lnTo>
                  <a:pt x="251458" y="3942"/>
                </a:lnTo>
                <a:lnTo>
                  <a:pt x="300227" y="0"/>
                </a:lnTo>
                <a:lnTo>
                  <a:pt x="349024" y="3942"/>
                </a:lnTo>
                <a:lnTo>
                  <a:pt x="395324" y="15355"/>
                </a:lnTo>
                <a:lnTo>
                  <a:pt x="438504" y="33617"/>
                </a:lnTo>
                <a:lnTo>
                  <a:pt x="477944" y="58107"/>
                </a:lnTo>
                <a:lnTo>
                  <a:pt x="513021" y="88201"/>
                </a:lnTo>
                <a:lnTo>
                  <a:pt x="543114" y="123279"/>
                </a:lnTo>
                <a:lnTo>
                  <a:pt x="567602" y="162719"/>
                </a:lnTo>
                <a:lnTo>
                  <a:pt x="585863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62"/>
                </a:lnTo>
                <a:lnTo>
                  <a:pt x="585863" y="396002"/>
                </a:lnTo>
                <a:lnTo>
                  <a:pt x="567602" y="439096"/>
                </a:lnTo>
                <a:lnTo>
                  <a:pt x="543114" y="478432"/>
                </a:lnTo>
                <a:lnTo>
                  <a:pt x="513021" y="513397"/>
                </a:lnTo>
                <a:lnTo>
                  <a:pt x="477944" y="543379"/>
                </a:lnTo>
                <a:lnTo>
                  <a:pt x="438504" y="567764"/>
                </a:lnTo>
                <a:lnTo>
                  <a:pt x="395324" y="585941"/>
                </a:lnTo>
                <a:lnTo>
                  <a:pt x="349024" y="597296"/>
                </a:lnTo>
                <a:lnTo>
                  <a:pt x="300227" y="601217"/>
                </a:lnTo>
                <a:lnTo>
                  <a:pt x="251458" y="597296"/>
                </a:lnTo>
                <a:lnTo>
                  <a:pt x="205220" y="585941"/>
                </a:lnTo>
                <a:lnTo>
                  <a:pt x="162127" y="567764"/>
                </a:lnTo>
                <a:lnTo>
                  <a:pt x="122791" y="543379"/>
                </a:lnTo>
                <a:lnTo>
                  <a:pt x="87825" y="513397"/>
                </a:lnTo>
                <a:lnTo>
                  <a:pt x="57842" y="478432"/>
                </a:lnTo>
                <a:lnTo>
                  <a:pt x="33455" y="439096"/>
                </a:lnTo>
                <a:lnTo>
                  <a:pt x="15277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44548" y="3048761"/>
            <a:ext cx="260985" cy="186055"/>
          </a:xfrm>
          <a:custGeom>
            <a:avLst/>
            <a:gdLst/>
            <a:ahLst/>
            <a:cxnLst/>
            <a:rect l="l" t="t" r="r" b="b"/>
            <a:pathLst>
              <a:path w="260984" h="186055">
                <a:moveTo>
                  <a:pt x="95999" y="174125"/>
                </a:moveTo>
                <a:lnTo>
                  <a:pt x="95999" y="129540"/>
                </a:lnTo>
                <a:lnTo>
                  <a:pt x="95297" y="137255"/>
                </a:lnTo>
                <a:lnTo>
                  <a:pt x="93238" y="144399"/>
                </a:lnTo>
                <a:lnTo>
                  <a:pt x="58674" y="167640"/>
                </a:lnTo>
                <a:lnTo>
                  <a:pt x="49529" y="167640"/>
                </a:lnTo>
                <a:lnTo>
                  <a:pt x="22859" y="131826"/>
                </a:lnTo>
                <a:lnTo>
                  <a:pt x="0" y="134874"/>
                </a:lnTo>
                <a:lnTo>
                  <a:pt x="18275" y="171450"/>
                </a:lnTo>
                <a:lnTo>
                  <a:pt x="56375" y="185812"/>
                </a:lnTo>
                <a:lnTo>
                  <a:pt x="60198" y="185749"/>
                </a:lnTo>
                <a:lnTo>
                  <a:pt x="70918" y="184915"/>
                </a:lnTo>
                <a:lnTo>
                  <a:pt x="82575" y="181832"/>
                </a:lnTo>
                <a:lnTo>
                  <a:pt x="92946" y="176605"/>
                </a:lnTo>
                <a:lnTo>
                  <a:pt x="95999" y="174125"/>
                </a:lnTo>
                <a:close/>
              </a:path>
              <a:path w="260984" h="186055">
                <a:moveTo>
                  <a:pt x="110477" y="54864"/>
                </a:moveTo>
                <a:lnTo>
                  <a:pt x="110477" y="38862"/>
                </a:lnTo>
                <a:lnTo>
                  <a:pt x="108191" y="31242"/>
                </a:lnTo>
                <a:lnTo>
                  <a:pt x="78152" y="3536"/>
                </a:lnTo>
                <a:lnTo>
                  <a:pt x="56375" y="54"/>
                </a:lnTo>
                <a:lnTo>
                  <a:pt x="47243" y="697"/>
                </a:lnTo>
                <a:lnTo>
                  <a:pt x="9239" y="27146"/>
                </a:lnTo>
                <a:lnTo>
                  <a:pt x="2285" y="47244"/>
                </a:lnTo>
                <a:lnTo>
                  <a:pt x="25145" y="51054"/>
                </a:lnTo>
                <a:lnTo>
                  <a:pt x="26723" y="43441"/>
                </a:lnTo>
                <a:lnTo>
                  <a:pt x="29069" y="36824"/>
                </a:lnTo>
                <a:lnTo>
                  <a:pt x="32105" y="31230"/>
                </a:lnTo>
                <a:lnTo>
                  <a:pt x="35801" y="26670"/>
                </a:lnTo>
                <a:lnTo>
                  <a:pt x="41909" y="21336"/>
                </a:lnTo>
                <a:lnTo>
                  <a:pt x="49529" y="18288"/>
                </a:lnTo>
                <a:lnTo>
                  <a:pt x="66293" y="18288"/>
                </a:lnTo>
                <a:lnTo>
                  <a:pt x="73901" y="20574"/>
                </a:lnTo>
                <a:lnTo>
                  <a:pt x="79355" y="26777"/>
                </a:lnTo>
                <a:lnTo>
                  <a:pt x="84581" y="32004"/>
                </a:lnTo>
                <a:lnTo>
                  <a:pt x="87629" y="38862"/>
                </a:lnTo>
                <a:lnTo>
                  <a:pt x="87629" y="82780"/>
                </a:lnTo>
                <a:lnTo>
                  <a:pt x="93725" y="80010"/>
                </a:lnTo>
                <a:lnTo>
                  <a:pt x="99821" y="75438"/>
                </a:lnTo>
                <a:lnTo>
                  <a:pt x="104393" y="68580"/>
                </a:lnTo>
                <a:lnTo>
                  <a:pt x="108953" y="62484"/>
                </a:lnTo>
                <a:lnTo>
                  <a:pt x="110477" y="54864"/>
                </a:lnTo>
                <a:close/>
              </a:path>
              <a:path w="260984" h="186055">
                <a:moveTo>
                  <a:pt x="87629" y="82780"/>
                </a:moveTo>
                <a:lnTo>
                  <a:pt x="87629" y="46482"/>
                </a:lnTo>
                <a:lnTo>
                  <a:pt x="86915" y="53911"/>
                </a:lnTo>
                <a:lnTo>
                  <a:pt x="84772" y="60198"/>
                </a:lnTo>
                <a:lnTo>
                  <a:pt x="47243" y="76962"/>
                </a:lnTo>
                <a:lnTo>
                  <a:pt x="44195" y="96774"/>
                </a:lnTo>
                <a:lnTo>
                  <a:pt x="51041" y="95250"/>
                </a:lnTo>
                <a:lnTo>
                  <a:pt x="56375" y="93726"/>
                </a:lnTo>
                <a:lnTo>
                  <a:pt x="60198" y="93726"/>
                </a:lnTo>
                <a:lnTo>
                  <a:pt x="67776" y="94428"/>
                </a:lnTo>
                <a:lnTo>
                  <a:pt x="74575" y="96488"/>
                </a:lnTo>
                <a:lnTo>
                  <a:pt x="80663" y="99833"/>
                </a:lnTo>
                <a:lnTo>
                  <a:pt x="85343" y="103755"/>
                </a:lnTo>
                <a:lnTo>
                  <a:pt x="85343" y="83820"/>
                </a:lnTo>
                <a:lnTo>
                  <a:pt x="87629" y="82780"/>
                </a:lnTo>
                <a:close/>
              </a:path>
              <a:path w="260984" h="186055">
                <a:moveTo>
                  <a:pt x="119633" y="128778"/>
                </a:moveTo>
                <a:lnTo>
                  <a:pt x="99625" y="89820"/>
                </a:lnTo>
                <a:lnTo>
                  <a:pt x="85343" y="83820"/>
                </a:lnTo>
                <a:lnTo>
                  <a:pt x="85343" y="103755"/>
                </a:lnTo>
                <a:lnTo>
                  <a:pt x="86105" y="104394"/>
                </a:lnTo>
                <a:lnTo>
                  <a:pt x="90218" y="109394"/>
                </a:lnTo>
                <a:lnTo>
                  <a:pt x="93333" y="115252"/>
                </a:lnTo>
                <a:lnTo>
                  <a:pt x="95308" y="121967"/>
                </a:lnTo>
                <a:lnTo>
                  <a:pt x="95999" y="129540"/>
                </a:lnTo>
                <a:lnTo>
                  <a:pt x="95999" y="174125"/>
                </a:lnTo>
                <a:lnTo>
                  <a:pt x="102107" y="169164"/>
                </a:lnTo>
                <a:lnTo>
                  <a:pt x="109663" y="160603"/>
                </a:lnTo>
                <a:lnTo>
                  <a:pt x="115152" y="150971"/>
                </a:lnTo>
                <a:lnTo>
                  <a:pt x="118501" y="140338"/>
                </a:lnTo>
                <a:lnTo>
                  <a:pt x="119633" y="128778"/>
                </a:lnTo>
                <a:close/>
              </a:path>
              <a:path w="260984" h="186055">
                <a:moveTo>
                  <a:pt x="260591" y="92964"/>
                </a:moveTo>
                <a:lnTo>
                  <a:pt x="256793" y="49530"/>
                </a:lnTo>
                <a:lnTo>
                  <a:pt x="234695" y="9906"/>
                </a:lnTo>
                <a:lnTo>
                  <a:pt x="201167" y="0"/>
                </a:lnTo>
                <a:lnTo>
                  <a:pt x="191756" y="595"/>
                </a:lnTo>
                <a:lnTo>
                  <a:pt x="156773" y="23336"/>
                </a:lnTo>
                <a:lnTo>
                  <a:pt x="143444" y="63912"/>
                </a:lnTo>
                <a:lnTo>
                  <a:pt x="141731" y="92964"/>
                </a:lnTo>
                <a:lnTo>
                  <a:pt x="142873" y="116836"/>
                </a:lnTo>
                <a:lnTo>
                  <a:pt x="146299" y="137064"/>
                </a:lnTo>
                <a:lnTo>
                  <a:pt x="152013" y="153721"/>
                </a:lnTo>
                <a:lnTo>
                  <a:pt x="160019" y="166878"/>
                </a:lnTo>
                <a:lnTo>
                  <a:pt x="164579" y="171604"/>
                </a:lnTo>
                <a:lnTo>
                  <a:pt x="164579" y="92964"/>
                </a:lnTo>
                <a:lnTo>
                  <a:pt x="165293" y="72389"/>
                </a:lnTo>
                <a:lnTo>
                  <a:pt x="176021" y="31242"/>
                </a:lnTo>
                <a:lnTo>
                  <a:pt x="201167" y="18288"/>
                </a:lnTo>
                <a:lnTo>
                  <a:pt x="208430" y="19276"/>
                </a:lnTo>
                <a:lnTo>
                  <a:pt x="234981" y="55530"/>
                </a:lnTo>
                <a:lnTo>
                  <a:pt x="237743" y="92964"/>
                </a:lnTo>
                <a:lnTo>
                  <a:pt x="237743" y="172282"/>
                </a:lnTo>
                <a:lnTo>
                  <a:pt x="240667" y="169425"/>
                </a:lnTo>
                <a:lnTo>
                  <a:pt x="256744" y="134219"/>
                </a:lnTo>
                <a:lnTo>
                  <a:pt x="260164" y="108239"/>
                </a:lnTo>
                <a:lnTo>
                  <a:pt x="260591" y="92964"/>
                </a:lnTo>
                <a:close/>
              </a:path>
              <a:path w="260984" h="186055">
                <a:moveTo>
                  <a:pt x="237743" y="172282"/>
                </a:moveTo>
                <a:lnTo>
                  <a:pt x="237743" y="92964"/>
                </a:lnTo>
                <a:lnTo>
                  <a:pt x="237041" y="113395"/>
                </a:lnTo>
                <a:lnTo>
                  <a:pt x="234981" y="130111"/>
                </a:lnTo>
                <a:lnTo>
                  <a:pt x="215550" y="163734"/>
                </a:lnTo>
                <a:lnTo>
                  <a:pt x="201167" y="167640"/>
                </a:lnTo>
                <a:lnTo>
                  <a:pt x="193899" y="166651"/>
                </a:lnTo>
                <a:lnTo>
                  <a:pt x="167343" y="130111"/>
                </a:lnTo>
                <a:lnTo>
                  <a:pt x="164579" y="92964"/>
                </a:lnTo>
                <a:lnTo>
                  <a:pt x="164579" y="171604"/>
                </a:lnTo>
                <a:lnTo>
                  <a:pt x="168162" y="175319"/>
                </a:lnTo>
                <a:lnTo>
                  <a:pt x="177731" y="181260"/>
                </a:lnTo>
                <a:lnTo>
                  <a:pt x="188732" y="184773"/>
                </a:lnTo>
                <a:lnTo>
                  <a:pt x="201167" y="185928"/>
                </a:lnTo>
                <a:lnTo>
                  <a:pt x="210905" y="185225"/>
                </a:lnTo>
                <a:lnTo>
                  <a:pt x="219641" y="183165"/>
                </a:lnTo>
                <a:lnTo>
                  <a:pt x="227523" y="179820"/>
                </a:lnTo>
                <a:lnTo>
                  <a:pt x="234695" y="175260"/>
                </a:lnTo>
                <a:lnTo>
                  <a:pt x="237743" y="1722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664343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227"/>
                </a:moveTo>
                <a:lnTo>
                  <a:pt x="597275" y="251455"/>
                </a:lnTo>
                <a:lnTo>
                  <a:pt x="585862" y="205215"/>
                </a:lnTo>
                <a:lnTo>
                  <a:pt x="567600" y="162121"/>
                </a:lnTo>
                <a:lnTo>
                  <a:pt x="543110" y="122785"/>
                </a:lnTo>
                <a:lnTo>
                  <a:pt x="513016" y="87820"/>
                </a:lnTo>
                <a:lnTo>
                  <a:pt x="477938" y="57838"/>
                </a:lnTo>
                <a:lnTo>
                  <a:pt x="438498" y="33453"/>
                </a:lnTo>
                <a:lnTo>
                  <a:pt x="395319" y="15276"/>
                </a:lnTo>
                <a:lnTo>
                  <a:pt x="349021" y="3921"/>
                </a:lnTo>
                <a:lnTo>
                  <a:pt x="300227" y="0"/>
                </a:lnTo>
                <a:lnTo>
                  <a:pt x="251455" y="3921"/>
                </a:lnTo>
                <a:lnTo>
                  <a:pt x="205215" y="15276"/>
                </a:lnTo>
                <a:lnTo>
                  <a:pt x="162121" y="33453"/>
                </a:lnTo>
                <a:lnTo>
                  <a:pt x="122785" y="57838"/>
                </a:lnTo>
                <a:lnTo>
                  <a:pt x="87820" y="87820"/>
                </a:lnTo>
                <a:lnTo>
                  <a:pt x="57838" y="122785"/>
                </a:lnTo>
                <a:lnTo>
                  <a:pt x="33453" y="162121"/>
                </a:lnTo>
                <a:lnTo>
                  <a:pt x="15276" y="205215"/>
                </a:lnTo>
                <a:lnTo>
                  <a:pt x="3921" y="251455"/>
                </a:lnTo>
                <a:lnTo>
                  <a:pt x="0" y="300227"/>
                </a:lnTo>
                <a:lnTo>
                  <a:pt x="3921" y="349021"/>
                </a:lnTo>
                <a:lnTo>
                  <a:pt x="15276" y="395319"/>
                </a:lnTo>
                <a:lnTo>
                  <a:pt x="33453" y="438498"/>
                </a:lnTo>
                <a:lnTo>
                  <a:pt x="57838" y="477938"/>
                </a:lnTo>
                <a:lnTo>
                  <a:pt x="87820" y="513016"/>
                </a:lnTo>
                <a:lnTo>
                  <a:pt x="122785" y="543110"/>
                </a:lnTo>
                <a:lnTo>
                  <a:pt x="162121" y="567600"/>
                </a:lnTo>
                <a:lnTo>
                  <a:pt x="205215" y="585862"/>
                </a:lnTo>
                <a:lnTo>
                  <a:pt x="251455" y="597275"/>
                </a:lnTo>
                <a:lnTo>
                  <a:pt x="300227" y="601217"/>
                </a:lnTo>
                <a:lnTo>
                  <a:pt x="349021" y="597275"/>
                </a:lnTo>
                <a:lnTo>
                  <a:pt x="395319" y="585862"/>
                </a:lnTo>
                <a:lnTo>
                  <a:pt x="438498" y="567600"/>
                </a:lnTo>
                <a:lnTo>
                  <a:pt x="477938" y="543110"/>
                </a:lnTo>
                <a:lnTo>
                  <a:pt x="513016" y="513016"/>
                </a:lnTo>
                <a:lnTo>
                  <a:pt x="543110" y="477938"/>
                </a:lnTo>
                <a:lnTo>
                  <a:pt x="567600" y="438498"/>
                </a:lnTo>
                <a:lnTo>
                  <a:pt x="585862" y="395319"/>
                </a:lnTo>
                <a:lnTo>
                  <a:pt x="597275" y="349021"/>
                </a:lnTo>
                <a:lnTo>
                  <a:pt x="60121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64343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7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03611" y="4251197"/>
            <a:ext cx="120650" cy="186055"/>
          </a:xfrm>
          <a:custGeom>
            <a:avLst/>
            <a:gdLst/>
            <a:ahLst/>
            <a:cxnLst/>
            <a:rect l="l" t="t" r="r" b="b"/>
            <a:pathLst>
              <a:path w="120650" h="186054">
                <a:moveTo>
                  <a:pt x="117348" y="45719"/>
                </a:moveTo>
                <a:lnTo>
                  <a:pt x="93285" y="7072"/>
                </a:lnTo>
                <a:lnTo>
                  <a:pt x="65532" y="0"/>
                </a:lnTo>
                <a:lnTo>
                  <a:pt x="51851" y="1297"/>
                </a:lnTo>
                <a:lnTo>
                  <a:pt x="11251" y="35063"/>
                </a:lnTo>
                <a:lnTo>
                  <a:pt x="1273" y="73092"/>
                </a:lnTo>
                <a:lnTo>
                  <a:pt x="0" y="97536"/>
                </a:lnTo>
                <a:lnTo>
                  <a:pt x="1131" y="119705"/>
                </a:lnTo>
                <a:lnTo>
                  <a:pt x="4476" y="138302"/>
                </a:lnTo>
                <a:lnTo>
                  <a:pt x="9965" y="153471"/>
                </a:lnTo>
                <a:lnTo>
                  <a:pt x="17525" y="165353"/>
                </a:lnTo>
                <a:lnTo>
                  <a:pt x="22098" y="169589"/>
                </a:lnTo>
                <a:lnTo>
                  <a:pt x="22098" y="89153"/>
                </a:lnTo>
                <a:lnTo>
                  <a:pt x="22526" y="76283"/>
                </a:lnTo>
                <a:lnTo>
                  <a:pt x="35814" y="34099"/>
                </a:lnTo>
                <a:lnTo>
                  <a:pt x="57150" y="18287"/>
                </a:lnTo>
                <a:lnTo>
                  <a:pt x="73151" y="18287"/>
                </a:lnTo>
                <a:lnTo>
                  <a:pt x="80010" y="22098"/>
                </a:lnTo>
                <a:lnTo>
                  <a:pt x="89916" y="32003"/>
                </a:lnTo>
                <a:lnTo>
                  <a:pt x="92963" y="38862"/>
                </a:lnTo>
                <a:lnTo>
                  <a:pt x="94487" y="47243"/>
                </a:lnTo>
                <a:lnTo>
                  <a:pt x="117348" y="45719"/>
                </a:lnTo>
                <a:close/>
              </a:path>
              <a:path w="120650" h="186054">
                <a:moveTo>
                  <a:pt x="120396" y="124205"/>
                </a:moveTo>
                <a:lnTo>
                  <a:pt x="104394" y="81534"/>
                </a:lnTo>
                <a:lnTo>
                  <a:pt x="66294" y="64769"/>
                </a:lnTo>
                <a:lnTo>
                  <a:pt x="57912" y="64769"/>
                </a:lnTo>
                <a:lnTo>
                  <a:pt x="22098" y="89153"/>
                </a:lnTo>
                <a:lnTo>
                  <a:pt x="22098" y="169589"/>
                </a:lnTo>
                <a:lnTo>
                  <a:pt x="25908" y="173119"/>
                </a:lnTo>
                <a:lnTo>
                  <a:pt x="25908" y="124205"/>
                </a:lnTo>
                <a:lnTo>
                  <a:pt x="26503" y="115609"/>
                </a:lnTo>
                <a:lnTo>
                  <a:pt x="54578" y="85284"/>
                </a:lnTo>
                <a:lnTo>
                  <a:pt x="61722" y="84581"/>
                </a:lnTo>
                <a:lnTo>
                  <a:pt x="69306" y="85284"/>
                </a:lnTo>
                <a:lnTo>
                  <a:pt x="96845" y="116574"/>
                </a:lnTo>
                <a:lnTo>
                  <a:pt x="97536" y="125729"/>
                </a:lnTo>
                <a:lnTo>
                  <a:pt x="97536" y="174935"/>
                </a:lnTo>
                <a:lnTo>
                  <a:pt x="98952" y="173890"/>
                </a:lnTo>
                <a:lnTo>
                  <a:pt x="118586" y="140779"/>
                </a:lnTo>
                <a:lnTo>
                  <a:pt x="119955" y="132635"/>
                </a:lnTo>
                <a:lnTo>
                  <a:pt x="120396" y="124205"/>
                </a:lnTo>
                <a:close/>
              </a:path>
              <a:path w="120650" h="186054">
                <a:moveTo>
                  <a:pt x="97536" y="174935"/>
                </a:moveTo>
                <a:lnTo>
                  <a:pt x="97536" y="125729"/>
                </a:lnTo>
                <a:lnTo>
                  <a:pt x="96845" y="134885"/>
                </a:lnTo>
                <a:lnTo>
                  <a:pt x="94869" y="142970"/>
                </a:lnTo>
                <a:lnTo>
                  <a:pt x="63246" y="167639"/>
                </a:lnTo>
                <a:lnTo>
                  <a:pt x="56387" y="167639"/>
                </a:lnTo>
                <a:lnTo>
                  <a:pt x="27432" y="139446"/>
                </a:lnTo>
                <a:lnTo>
                  <a:pt x="25908" y="131825"/>
                </a:lnTo>
                <a:lnTo>
                  <a:pt x="25908" y="173119"/>
                </a:lnTo>
                <a:lnTo>
                  <a:pt x="27241" y="174355"/>
                </a:lnTo>
                <a:lnTo>
                  <a:pt x="38100" y="180784"/>
                </a:lnTo>
                <a:lnTo>
                  <a:pt x="50101" y="184642"/>
                </a:lnTo>
                <a:lnTo>
                  <a:pt x="63246" y="185927"/>
                </a:lnTo>
                <a:lnTo>
                  <a:pt x="71104" y="185487"/>
                </a:lnTo>
                <a:lnTo>
                  <a:pt x="78676" y="184118"/>
                </a:lnTo>
                <a:lnTo>
                  <a:pt x="85963" y="181748"/>
                </a:lnTo>
                <a:lnTo>
                  <a:pt x="92963" y="178307"/>
                </a:lnTo>
                <a:lnTo>
                  <a:pt x="97536" y="174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566551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7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53241" y="4251197"/>
            <a:ext cx="243204" cy="186055"/>
          </a:xfrm>
          <a:custGeom>
            <a:avLst/>
            <a:gdLst/>
            <a:ahLst/>
            <a:cxnLst/>
            <a:rect l="l" t="t" r="r" b="b"/>
            <a:pathLst>
              <a:path w="243204" h="186054">
                <a:moveTo>
                  <a:pt x="67055" y="182879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6167"/>
                </a:lnTo>
                <a:lnTo>
                  <a:pt x="44672" y="12191"/>
                </a:lnTo>
                <a:lnTo>
                  <a:pt x="8977" y="41314"/>
                </a:lnTo>
                <a:lnTo>
                  <a:pt x="0" y="45719"/>
                </a:lnTo>
                <a:lnTo>
                  <a:pt x="0" y="67817"/>
                </a:lnTo>
                <a:lnTo>
                  <a:pt x="35433" y="48387"/>
                </a:lnTo>
                <a:lnTo>
                  <a:pt x="44957" y="40386"/>
                </a:lnTo>
                <a:lnTo>
                  <a:pt x="44957" y="182879"/>
                </a:lnTo>
                <a:lnTo>
                  <a:pt x="67055" y="182879"/>
                </a:lnTo>
                <a:close/>
              </a:path>
              <a:path w="243204" h="186054">
                <a:moveTo>
                  <a:pt x="243077" y="92963"/>
                </a:moveTo>
                <a:lnTo>
                  <a:pt x="239267" y="50291"/>
                </a:lnTo>
                <a:lnTo>
                  <a:pt x="217169" y="9905"/>
                </a:lnTo>
                <a:lnTo>
                  <a:pt x="183641" y="0"/>
                </a:lnTo>
                <a:lnTo>
                  <a:pt x="174236" y="702"/>
                </a:lnTo>
                <a:lnTo>
                  <a:pt x="139255" y="23907"/>
                </a:lnTo>
                <a:lnTo>
                  <a:pt x="125920" y="63912"/>
                </a:lnTo>
                <a:lnTo>
                  <a:pt x="124205" y="92963"/>
                </a:lnTo>
                <a:lnTo>
                  <a:pt x="125349" y="116955"/>
                </a:lnTo>
                <a:lnTo>
                  <a:pt x="128777" y="137445"/>
                </a:lnTo>
                <a:lnTo>
                  <a:pt x="134492" y="154364"/>
                </a:lnTo>
                <a:lnTo>
                  <a:pt x="142493" y="167639"/>
                </a:lnTo>
                <a:lnTo>
                  <a:pt x="147065" y="172131"/>
                </a:lnTo>
                <a:lnTo>
                  <a:pt x="147065" y="92963"/>
                </a:lnTo>
                <a:lnTo>
                  <a:pt x="147792" y="72401"/>
                </a:lnTo>
                <a:lnTo>
                  <a:pt x="159257" y="32003"/>
                </a:lnTo>
                <a:lnTo>
                  <a:pt x="183641" y="19050"/>
                </a:lnTo>
                <a:lnTo>
                  <a:pt x="191226" y="19919"/>
                </a:lnTo>
                <a:lnTo>
                  <a:pt x="217455" y="55816"/>
                </a:lnTo>
                <a:lnTo>
                  <a:pt x="220217" y="92963"/>
                </a:lnTo>
                <a:lnTo>
                  <a:pt x="220217" y="172345"/>
                </a:lnTo>
                <a:lnTo>
                  <a:pt x="223158" y="169533"/>
                </a:lnTo>
                <a:lnTo>
                  <a:pt x="239541" y="134326"/>
                </a:lnTo>
                <a:lnTo>
                  <a:pt x="242661" y="108561"/>
                </a:lnTo>
                <a:lnTo>
                  <a:pt x="243077" y="92963"/>
                </a:lnTo>
                <a:close/>
              </a:path>
              <a:path w="243204" h="186054">
                <a:moveTo>
                  <a:pt x="220217" y="172345"/>
                </a:moveTo>
                <a:lnTo>
                  <a:pt x="220217" y="92963"/>
                </a:lnTo>
                <a:lnTo>
                  <a:pt x="219515" y="113835"/>
                </a:lnTo>
                <a:lnTo>
                  <a:pt x="217455" y="130778"/>
                </a:lnTo>
                <a:lnTo>
                  <a:pt x="198024" y="164115"/>
                </a:lnTo>
                <a:lnTo>
                  <a:pt x="183641" y="167639"/>
                </a:lnTo>
                <a:lnTo>
                  <a:pt x="176379" y="166770"/>
                </a:lnTo>
                <a:lnTo>
                  <a:pt x="149828" y="130778"/>
                </a:lnTo>
                <a:lnTo>
                  <a:pt x="147065" y="92963"/>
                </a:lnTo>
                <a:lnTo>
                  <a:pt x="147065" y="172131"/>
                </a:lnTo>
                <a:lnTo>
                  <a:pt x="150637" y="175641"/>
                </a:lnTo>
                <a:lnTo>
                  <a:pt x="160210" y="181356"/>
                </a:lnTo>
                <a:lnTo>
                  <a:pt x="171211" y="184785"/>
                </a:lnTo>
                <a:lnTo>
                  <a:pt x="183641" y="185927"/>
                </a:lnTo>
                <a:lnTo>
                  <a:pt x="193381" y="185332"/>
                </a:lnTo>
                <a:lnTo>
                  <a:pt x="202120" y="183451"/>
                </a:lnTo>
                <a:lnTo>
                  <a:pt x="210002" y="180141"/>
                </a:lnTo>
                <a:lnTo>
                  <a:pt x="217169" y="175260"/>
                </a:lnTo>
                <a:lnTo>
                  <a:pt x="220217" y="1723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68759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021" y="3921"/>
                </a:lnTo>
                <a:lnTo>
                  <a:pt x="395319" y="15276"/>
                </a:lnTo>
                <a:lnTo>
                  <a:pt x="438498" y="33453"/>
                </a:lnTo>
                <a:lnTo>
                  <a:pt x="477938" y="57838"/>
                </a:lnTo>
                <a:lnTo>
                  <a:pt x="513016" y="87820"/>
                </a:lnTo>
                <a:lnTo>
                  <a:pt x="543110" y="122785"/>
                </a:lnTo>
                <a:lnTo>
                  <a:pt x="567600" y="162121"/>
                </a:lnTo>
                <a:lnTo>
                  <a:pt x="585862" y="205215"/>
                </a:lnTo>
                <a:lnTo>
                  <a:pt x="597275" y="251455"/>
                </a:lnTo>
                <a:lnTo>
                  <a:pt x="601218" y="300227"/>
                </a:lnTo>
                <a:lnTo>
                  <a:pt x="597275" y="349021"/>
                </a:lnTo>
                <a:lnTo>
                  <a:pt x="585862" y="395319"/>
                </a:lnTo>
                <a:lnTo>
                  <a:pt x="567600" y="438498"/>
                </a:lnTo>
                <a:lnTo>
                  <a:pt x="543110" y="477938"/>
                </a:lnTo>
                <a:lnTo>
                  <a:pt x="513016" y="513016"/>
                </a:lnTo>
                <a:lnTo>
                  <a:pt x="477938" y="543110"/>
                </a:lnTo>
                <a:lnTo>
                  <a:pt x="438498" y="567600"/>
                </a:lnTo>
                <a:lnTo>
                  <a:pt x="395319" y="585862"/>
                </a:lnTo>
                <a:lnTo>
                  <a:pt x="349021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55449" y="4251197"/>
            <a:ext cx="245745" cy="186055"/>
          </a:xfrm>
          <a:custGeom>
            <a:avLst/>
            <a:gdLst/>
            <a:ahLst/>
            <a:cxnLst/>
            <a:rect l="l" t="t" r="r" b="b"/>
            <a:pathLst>
              <a:path w="245745" h="186054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1"/>
                </a:lnTo>
                <a:lnTo>
                  <a:pt x="8977" y="41314"/>
                </a:lnTo>
                <a:lnTo>
                  <a:pt x="0" y="45719"/>
                </a:lnTo>
                <a:lnTo>
                  <a:pt x="0" y="67817"/>
                </a:lnTo>
                <a:lnTo>
                  <a:pt x="35433" y="48387"/>
                </a:lnTo>
                <a:lnTo>
                  <a:pt x="44958" y="40386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5745" h="186054">
                <a:moveTo>
                  <a:pt x="221742" y="173096"/>
                </a:moveTo>
                <a:lnTo>
                  <a:pt x="221742" y="123443"/>
                </a:lnTo>
                <a:lnTo>
                  <a:pt x="221027" y="133159"/>
                </a:lnTo>
                <a:lnTo>
                  <a:pt x="218884" y="141732"/>
                </a:lnTo>
                <a:lnTo>
                  <a:pt x="182880" y="167639"/>
                </a:lnTo>
                <a:lnTo>
                  <a:pt x="173736" y="167639"/>
                </a:lnTo>
                <a:lnTo>
                  <a:pt x="147828" y="133350"/>
                </a:lnTo>
                <a:lnTo>
                  <a:pt x="124206" y="135636"/>
                </a:lnTo>
                <a:lnTo>
                  <a:pt x="142494" y="172212"/>
                </a:lnTo>
                <a:lnTo>
                  <a:pt x="182880" y="185927"/>
                </a:lnTo>
                <a:lnTo>
                  <a:pt x="197346" y="184618"/>
                </a:lnTo>
                <a:lnTo>
                  <a:pt x="210026" y="180593"/>
                </a:lnTo>
                <a:lnTo>
                  <a:pt x="221134" y="173712"/>
                </a:lnTo>
                <a:lnTo>
                  <a:pt x="221742" y="173096"/>
                </a:lnTo>
                <a:close/>
              </a:path>
              <a:path w="245745" h="186054">
                <a:moveTo>
                  <a:pt x="236220" y="25146"/>
                </a:moveTo>
                <a:lnTo>
                  <a:pt x="236220" y="3048"/>
                </a:lnTo>
                <a:lnTo>
                  <a:pt x="146304" y="3048"/>
                </a:lnTo>
                <a:lnTo>
                  <a:pt x="128016" y="96774"/>
                </a:lnTo>
                <a:lnTo>
                  <a:pt x="149352" y="99822"/>
                </a:lnTo>
                <a:lnTo>
                  <a:pt x="152400" y="94487"/>
                </a:lnTo>
                <a:lnTo>
                  <a:pt x="153924" y="93217"/>
                </a:lnTo>
                <a:lnTo>
                  <a:pt x="153924" y="73913"/>
                </a:lnTo>
                <a:lnTo>
                  <a:pt x="163830" y="25146"/>
                </a:lnTo>
                <a:lnTo>
                  <a:pt x="236220" y="25146"/>
                </a:lnTo>
                <a:close/>
              </a:path>
              <a:path w="245745" h="186054">
                <a:moveTo>
                  <a:pt x="245363" y="121157"/>
                </a:moveTo>
                <a:lnTo>
                  <a:pt x="228600" y="79248"/>
                </a:lnTo>
                <a:lnTo>
                  <a:pt x="188213" y="62484"/>
                </a:lnTo>
                <a:lnTo>
                  <a:pt x="179641" y="63198"/>
                </a:lnTo>
                <a:lnTo>
                  <a:pt x="171069" y="65341"/>
                </a:lnTo>
                <a:lnTo>
                  <a:pt x="162496" y="68913"/>
                </a:lnTo>
                <a:lnTo>
                  <a:pt x="153924" y="73913"/>
                </a:lnTo>
                <a:lnTo>
                  <a:pt x="153924" y="93217"/>
                </a:lnTo>
                <a:lnTo>
                  <a:pt x="156972" y="90677"/>
                </a:lnTo>
                <a:lnTo>
                  <a:pt x="163068" y="86867"/>
                </a:lnTo>
                <a:lnTo>
                  <a:pt x="169163" y="83819"/>
                </a:lnTo>
                <a:lnTo>
                  <a:pt x="175260" y="82296"/>
                </a:lnTo>
                <a:lnTo>
                  <a:pt x="182880" y="82296"/>
                </a:lnTo>
                <a:lnTo>
                  <a:pt x="218884" y="106203"/>
                </a:lnTo>
                <a:lnTo>
                  <a:pt x="221742" y="123443"/>
                </a:lnTo>
                <a:lnTo>
                  <a:pt x="221742" y="173096"/>
                </a:lnTo>
                <a:lnTo>
                  <a:pt x="230886" y="163829"/>
                </a:lnTo>
                <a:lnTo>
                  <a:pt x="237005" y="154697"/>
                </a:lnTo>
                <a:lnTo>
                  <a:pt x="241554" y="144494"/>
                </a:lnTo>
                <a:lnTo>
                  <a:pt x="244387" y="133290"/>
                </a:lnTo>
                <a:lnTo>
                  <a:pt x="245363" y="121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370967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8" y="0"/>
                </a:lnTo>
                <a:lnTo>
                  <a:pt x="349018" y="3921"/>
                </a:lnTo>
                <a:lnTo>
                  <a:pt x="395313" y="15276"/>
                </a:lnTo>
                <a:lnTo>
                  <a:pt x="438490" y="33453"/>
                </a:lnTo>
                <a:lnTo>
                  <a:pt x="477928" y="57838"/>
                </a:lnTo>
                <a:lnTo>
                  <a:pt x="513005" y="87820"/>
                </a:lnTo>
                <a:lnTo>
                  <a:pt x="543099" y="122785"/>
                </a:lnTo>
                <a:lnTo>
                  <a:pt x="567587" y="162121"/>
                </a:lnTo>
                <a:lnTo>
                  <a:pt x="585849" y="205215"/>
                </a:lnTo>
                <a:lnTo>
                  <a:pt x="597262" y="251455"/>
                </a:lnTo>
                <a:lnTo>
                  <a:pt x="601205" y="300227"/>
                </a:lnTo>
                <a:lnTo>
                  <a:pt x="597262" y="349021"/>
                </a:lnTo>
                <a:lnTo>
                  <a:pt x="585849" y="395319"/>
                </a:lnTo>
                <a:lnTo>
                  <a:pt x="567587" y="438498"/>
                </a:lnTo>
                <a:lnTo>
                  <a:pt x="543099" y="477938"/>
                </a:lnTo>
                <a:lnTo>
                  <a:pt x="513005" y="513016"/>
                </a:lnTo>
                <a:lnTo>
                  <a:pt x="477928" y="543110"/>
                </a:lnTo>
                <a:lnTo>
                  <a:pt x="438490" y="567600"/>
                </a:lnTo>
                <a:lnTo>
                  <a:pt x="395313" y="585862"/>
                </a:lnTo>
                <a:lnTo>
                  <a:pt x="349018" y="597275"/>
                </a:lnTo>
                <a:lnTo>
                  <a:pt x="300228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537070" y="4251197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4">
                <a:moveTo>
                  <a:pt x="97548" y="98479"/>
                </a:moveTo>
                <a:lnTo>
                  <a:pt x="97548" y="50291"/>
                </a:lnTo>
                <a:lnTo>
                  <a:pt x="96953" y="56709"/>
                </a:lnTo>
                <a:lnTo>
                  <a:pt x="95070" y="63341"/>
                </a:lnTo>
                <a:lnTo>
                  <a:pt x="71920" y="94107"/>
                </a:lnTo>
                <a:lnTo>
                  <a:pt x="38107" y="123539"/>
                </a:lnTo>
                <a:lnTo>
                  <a:pt x="30105" y="130683"/>
                </a:lnTo>
                <a:lnTo>
                  <a:pt x="5642" y="161472"/>
                </a:lnTo>
                <a:lnTo>
                  <a:pt x="0" y="177546"/>
                </a:lnTo>
                <a:lnTo>
                  <a:pt x="774" y="182879"/>
                </a:lnTo>
                <a:lnTo>
                  <a:pt x="31242" y="182879"/>
                </a:lnTo>
                <a:lnTo>
                  <a:pt x="31242" y="161543"/>
                </a:lnTo>
                <a:lnTo>
                  <a:pt x="37350" y="153924"/>
                </a:lnTo>
                <a:lnTo>
                  <a:pt x="67055" y="126491"/>
                </a:lnTo>
                <a:lnTo>
                  <a:pt x="78207" y="116776"/>
                </a:lnTo>
                <a:lnTo>
                  <a:pt x="87641" y="108203"/>
                </a:lnTo>
                <a:lnTo>
                  <a:pt x="95357" y="100774"/>
                </a:lnTo>
                <a:lnTo>
                  <a:pt x="97548" y="98479"/>
                </a:lnTo>
                <a:close/>
              </a:path>
              <a:path w="264159" h="186054">
                <a:moveTo>
                  <a:pt x="120408" y="57912"/>
                </a:moveTo>
                <a:lnTo>
                  <a:pt x="120408" y="51053"/>
                </a:lnTo>
                <a:lnTo>
                  <a:pt x="119527" y="40624"/>
                </a:lnTo>
                <a:lnTo>
                  <a:pt x="97014" y="8358"/>
                </a:lnTo>
                <a:lnTo>
                  <a:pt x="64020" y="0"/>
                </a:lnTo>
                <a:lnTo>
                  <a:pt x="51576" y="857"/>
                </a:lnTo>
                <a:lnTo>
                  <a:pt x="15402" y="21288"/>
                </a:lnTo>
                <a:lnTo>
                  <a:pt x="4584" y="52577"/>
                </a:lnTo>
                <a:lnTo>
                  <a:pt x="27444" y="55625"/>
                </a:lnTo>
                <a:lnTo>
                  <a:pt x="28133" y="47482"/>
                </a:lnTo>
                <a:lnTo>
                  <a:pt x="30106" y="40195"/>
                </a:lnTo>
                <a:lnTo>
                  <a:pt x="63258" y="19050"/>
                </a:lnTo>
                <a:lnTo>
                  <a:pt x="70396" y="19621"/>
                </a:lnTo>
                <a:lnTo>
                  <a:pt x="97548" y="41148"/>
                </a:lnTo>
                <a:lnTo>
                  <a:pt x="97548" y="98479"/>
                </a:lnTo>
                <a:lnTo>
                  <a:pt x="101358" y="94487"/>
                </a:lnTo>
                <a:lnTo>
                  <a:pt x="106187" y="88784"/>
                </a:lnTo>
                <a:lnTo>
                  <a:pt x="110307" y="83153"/>
                </a:lnTo>
                <a:lnTo>
                  <a:pt x="113572" y="77664"/>
                </a:lnTo>
                <a:lnTo>
                  <a:pt x="115836" y="72389"/>
                </a:lnTo>
                <a:lnTo>
                  <a:pt x="118884" y="65531"/>
                </a:lnTo>
                <a:lnTo>
                  <a:pt x="120408" y="57912"/>
                </a:lnTo>
                <a:close/>
              </a:path>
              <a:path w="264159" h="186054">
                <a:moveTo>
                  <a:pt x="121170" y="182879"/>
                </a:moveTo>
                <a:lnTo>
                  <a:pt x="121170" y="161543"/>
                </a:lnTo>
                <a:lnTo>
                  <a:pt x="31242" y="161543"/>
                </a:lnTo>
                <a:lnTo>
                  <a:pt x="31242" y="182879"/>
                </a:lnTo>
                <a:lnTo>
                  <a:pt x="121170" y="182879"/>
                </a:lnTo>
                <a:close/>
              </a:path>
              <a:path w="264159" h="186054">
                <a:moveTo>
                  <a:pt x="263651" y="92963"/>
                </a:moveTo>
                <a:lnTo>
                  <a:pt x="259842" y="50291"/>
                </a:lnTo>
                <a:lnTo>
                  <a:pt x="237756" y="9905"/>
                </a:lnTo>
                <a:lnTo>
                  <a:pt x="204215" y="0"/>
                </a:lnTo>
                <a:lnTo>
                  <a:pt x="194817" y="702"/>
                </a:lnTo>
                <a:lnTo>
                  <a:pt x="159835" y="23907"/>
                </a:lnTo>
                <a:lnTo>
                  <a:pt x="146496" y="63912"/>
                </a:lnTo>
                <a:lnTo>
                  <a:pt x="144779" y="92963"/>
                </a:lnTo>
                <a:lnTo>
                  <a:pt x="145923" y="116955"/>
                </a:lnTo>
                <a:lnTo>
                  <a:pt x="149351" y="137445"/>
                </a:lnTo>
                <a:lnTo>
                  <a:pt x="155067" y="154364"/>
                </a:lnTo>
                <a:lnTo>
                  <a:pt x="163068" y="167639"/>
                </a:lnTo>
                <a:lnTo>
                  <a:pt x="167639" y="172128"/>
                </a:lnTo>
                <a:lnTo>
                  <a:pt x="167639" y="92963"/>
                </a:lnTo>
                <a:lnTo>
                  <a:pt x="168354" y="72401"/>
                </a:lnTo>
                <a:lnTo>
                  <a:pt x="179082" y="32003"/>
                </a:lnTo>
                <a:lnTo>
                  <a:pt x="204215" y="19050"/>
                </a:lnTo>
                <a:lnTo>
                  <a:pt x="211805" y="19919"/>
                </a:lnTo>
                <a:lnTo>
                  <a:pt x="238036" y="55816"/>
                </a:lnTo>
                <a:lnTo>
                  <a:pt x="240792" y="92963"/>
                </a:lnTo>
                <a:lnTo>
                  <a:pt x="240792" y="172349"/>
                </a:lnTo>
                <a:lnTo>
                  <a:pt x="243728" y="169533"/>
                </a:lnTo>
                <a:lnTo>
                  <a:pt x="259799" y="134326"/>
                </a:lnTo>
                <a:lnTo>
                  <a:pt x="263223" y="108561"/>
                </a:lnTo>
                <a:lnTo>
                  <a:pt x="263651" y="92963"/>
                </a:lnTo>
                <a:close/>
              </a:path>
              <a:path w="264159" h="186054">
                <a:moveTo>
                  <a:pt x="240792" y="172349"/>
                </a:moveTo>
                <a:lnTo>
                  <a:pt x="240792" y="92963"/>
                </a:lnTo>
                <a:lnTo>
                  <a:pt x="240091" y="113835"/>
                </a:lnTo>
                <a:lnTo>
                  <a:pt x="238036" y="130778"/>
                </a:lnTo>
                <a:lnTo>
                  <a:pt x="218605" y="164115"/>
                </a:lnTo>
                <a:lnTo>
                  <a:pt x="204215" y="167639"/>
                </a:lnTo>
                <a:lnTo>
                  <a:pt x="196958" y="166770"/>
                </a:lnTo>
                <a:lnTo>
                  <a:pt x="170403" y="130778"/>
                </a:lnTo>
                <a:lnTo>
                  <a:pt x="167639" y="92963"/>
                </a:lnTo>
                <a:lnTo>
                  <a:pt x="167639" y="172128"/>
                </a:lnTo>
                <a:lnTo>
                  <a:pt x="171217" y="175641"/>
                </a:lnTo>
                <a:lnTo>
                  <a:pt x="180789" y="181356"/>
                </a:lnTo>
                <a:lnTo>
                  <a:pt x="191787" y="184785"/>
                </a:lnTo>
                <a:lnTo>
                  <a:pt x="204215" y="185927"/>
                </a:lnTo>
                <a:lnTo>
                  <a:pt x="213960" y="185332"/>
                </a:lnTo>
                <a:lnTo>
                  <a:pt x="222700" y="183451"/>
                </a:lnTo>
                <a:lnTo>
                  <a:pt x="230583" y="180141"/>
                </a:lnTo>
                <a:lnTo>
                  <a:pt x="237756" y="175260"/>
                </a:lnTo>
                <a:lnTo>
                  <a:pt x="240792" y="17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73163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9" y="122785"/>
                </a:lnTo>
                <a:lnTo>
                  <a:pt x="87822" y="87820"/>
                </a:lnTo>
                <a:lnTo>
                  <a:pt x="122788" y="57838"/>
                </a:lnTo>
                <a:lnTo>
                  <a:pt x="162125" y="33453"/>
                </a:lnTo>
                <a:lnTo>
                  <a:pt x="205222" y="15276"/>
                </a:lnTo>
                <a:lnTo>
                  <a:pt x="251464" y="3921"/>
                </a:lnTo>
                <a:lnTo>
                  <a:pt x="300240" y="0"/>
                </a:lnTo>
                <a:lnTo>
                  <a:pt x="349034" y="3921"/>
                </a:lnTo>
                <a:lnTo>
                  <a:pt x="395332" y="15276"/>
                </a:lnTo>
                <a:lnTo>
                  <a:pt x="438511" y="33453"/>
                </a:lnTo>
                <a:lnTo>
                  <a:pt x="477951" y="57838"/>
                </a:lnTo>
                <a:lnTo>
                  <a:pt x="513029" y="87820"/>
                </a:lnTo>
                <a:lnTo>
                  <a:pt x="543123" y="122785"/>
                </a:lnTo>
                <a:lnTo>
                  <a:pt x="567612" y="162121"/>
                </a:lnTo>
                <a:lnTo>
                  <a:pt x="585874" y="205215"/>
                </a:lnTo>
                <a:lnTo>
                  <a:pt x="597288" y="251455"/>
                </a:lnTo>
                <a:lnTo>
                  <a:pt x="601230" y="300227"/>
                </a:lnTo>
                <a:lnTo>
                  <a:pt x="597288" y="349021"/>
                </a:lnTo>
                <a:lnTo>
                  <a:pt x="585874" y="395319"/>
                </a:lnTo>
                <a:lnTo>
                  <a:pt x="567612" y="438498"/>
                </a:lnTo>
                <a:lnTo>
                  <a:pt x="543123" y="477938"/>
                </a:lnTo>
                <a:lnTo>
                  <a:pt x="513029" y="513016"/>
                </a:lnTo>
                <a:lnTo>
                  <a:pt x="477951" y="543110"/>
                </a:lnTo>
                <a:lnTo>
                  <a:pt x="438511" y="567600"/>
                </a:lnTo>
                <a:lnTo>
                  <a:pt x="395332" y="585862"/>
                </a:lnTo>
                <a:lnTo>
                  <a:pt x="349034" y="597275"/>
                </a:lnTo>
                <a:lnTo>
                  <a:pt x="300240" y="601217"/>
                </a:lnTo>
                <a:lnTo>
                  <a:pt x="251464" y="597275"/>
                </a:lnTo>
                <a:lnTo>
                  <a:pt x="205222" y="585862"/>
                </a:lnTo>
                <a:lnTo>
                  <a:pt x="162125" y="567600"/>
                </a:lnTo>
                <a:lnTo>
                  <a:pt x="122788" y="543110"/>
                </a:lnTo>
                <a:lnTo>
                  <a:pt x="87822" y="513016"/>
                </a:lnTo>
                <a:lnTo>
                  <a:pt x="57839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459865" y="4251197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79">
                <a:moveTo>
                  <a:pt x="67056" y="182879"/>
                </a:moveTo>
                <a:lnTo>
                  <a:pt x="67056" y="0"/>
                </a:lnTo>
                <a:lnTo>
                  <a:pt x="52577" y="0"/>
                </a:lnTo>
                <a:lnTo>
                  <a:pt x="49153" y="6167"/>
                </a:lnTo>
                <a:lnTo>
                  <a:pt x="44662" y="12191"/>
                </a:lnTo>
                <a:lnTo>
                  <a:pt x="8975" y="41314"/>
                </a:lnTo>
                <a:lnTo>
                  <a:pt x="0" y="45719"/>
                </a:lnTo>
                <a:lnTo>
                  <a:pt x="0" y="67817"/>
                </a:lnTo>
                <a:lnTo>
                  <a:pt x="35145" y="48387"/>
                </a:lnTo>
                <a:lnTo>
                  <a:pt x="44958" y="40386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3840" h="182879">
                <a:moveTo>
                  <a:pt x="243840" y="20574"/>
                </a:moveTo>
                <a:lnTo>
                  <a:pt x="243840" y="3048"/>
                </a:lnTo>
                <a:lnTo>
                  <a:pt x="125730" y="3048"/>
                </a:lnTo>
                <a:lnTo>
                  <a:pt x="125730" y="25146"/>
                </a:lnTo>
                <a:lnTo>
                  <a:pt x="214871" y="25146"/>
                </a:lnTo>
                <a:lnTo>
                  <a:pt x="214871" y="60974"/>
                </a:lnTo>
                <a:lnTo>
                  <a:pt x="218120" y="55399"/>
                </a:lnTo>
                <a:lnTo>
                  <a:pt x="226690" y="42195"/>
                </a:lnTo>
                <a:lnTo>
                  <a:pt x="235262" y="30563"/>
                </a:lnTo>
                <a:lnTo>
                  <a:pt x="243840" y="20574"/>
                </a:lnTo>
                <a:close/>
              </a:path>
              <a:path w="243840" h="182879">
                <a:moveTo>
                  <a:pt x="214871" y="60974"/>
                </a:moveTo>
                <a:lnTo>
                  <a:pt x="214871" y="25146"/>
                </a:lnTo>
                <a:lnTo>
                  <a:pt x="206447" y="35313"/>
                </a:lnTo>
                <a:lnTo>
                  <a:pt x="182880" y="72389"/>
                </a:lnTo>
                <a:lnTo>
                  <a:pt x="164441" y="116216"/>
                </a:lnTo>
                <a:lnTo>
                  <a:pt x="153822" y="159543"/>
                </a:lnTo>
                <a:lnTo>
                  <a:pt x="151638" y="182879"/>
                </a:lnTo>
                <a:lnTo>
                  <a:pt x="174485" y="182879"/>
                </a:lnTo>
                <a:lnTo>
                  <a:pt x="175475" y="169890"/>
                </a:lnTo>
                <a:lnTo>
                  <a:pt x="177253" y="157257"/>
                </a:lnTo>
                <a:lnTo>
                  <a:pt x="188009" y="117038"/>
                </a:lnTo>
                <a:lnTo>
                  <a:pt x="209550" y="70103"/>
                </a:lnTo>
                <a:lnTo>
                  <a:pt x="214871" y="609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175370" y="4057650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7" y="205215"/>
                </a:lnTo>
                <a:lnTo>
                  <a:pt x="33455" y="162121"/>
                </a:lnTo>
                <a:lnTo>
                  <a:pt x="57842" y="122785"/>
                </a:lnTo>
                <a:lnTo>
                  <a:pt x="87825" y="87820"/>
                </a:lnTo>
                <a:lnTo>
                  <a:pt x="122791" y="57838"/>
                </a:lnTo>
                <a:lnTo>
                  <a:pt x="162127" y="33453"/>
                </a:lnTo>
                <a:lnTo>
                  <a:pt x="205220" y="15276"/>
                </a:lnTo>
                <a:lnTo>
                  <a:pt x="251458" y="3921"/>
                </a:lnTo>
                <a:lnTo>
                  <a:pt x="300227" y="0"/>
                </a:lnTo>
                <a:lnTo>
                  <a:pt x="349024" y="3921"/>
                </a:lnTo>
                <a:lnTo>
                  <a:pt x="395324" y="15276"/>
                </a:lnTo>
                <a:lnTo>
                  <a:pt x="438504" y="33453"/>
                </a:lnTo>
                <a:lnTo>
                  <a:pt x="477944" y="57838"/>
                </a:lnTo>
                <a:lnTo>
                  <a:pt x="513021" y="87820"/>
                </a:lnTo>
                <a:lnTo>
                  <a:pt x="543114" y="122785"/>
                </a:lnTo>
                <a:lnTo>
                  <a:pt x="567602" y="162121"/>
                </a:lnTo>
                <a:lnTo>
                  <a:pt x="585863" y="205215"/>
                </a:lnTo>
                <a:lnTo>
                  <a:pt x="597275" y="251455"/>
                </a:lnTo>
                <a:lnTo>
                  <a:pt x="601218" y="300227"/>
                </a:lnTo>
                <a:lnTo>
                  <a:pt x="597275" y="349021"/>
                </a:lnTo>
                <a:lnTo>
                  <a:pt x="585863" y="395319"/>
                </a:lnTo>
                <a:lnTo>
                  <a:pt x="567602" y="438498"/>
                </a:lnTo>
                <a:lnTo>
                  <a:pt x="543114" y="477938"/>
                </a:lnTo>
                <a:lnTo>
                  <a:pt x="513021" y="513016"/>
                </a:lnTo>
                <a:lnTo>
                  <a:pt x="477944" y="543110"/>
                </a:lnTo>
                <a:lnTo>
                  <a:pt x="438504" y="567600"/>
                </a:lnTo>
                <a:lnTo>
                  <a:pt x="395324" y="585862"/>
                </a:lnTo>
                <a:lnTo>
                  <a:pt x="349024" y="597275"/>
                </a:lnTo>
                <a:lnTo>
                  <a:pt x="300227" y="601217"/>
                </a:lnTo>
                <a:lnTo>
                  <a:pt x="251458" y="597275"/>
                </a:lnTo>
                <a:lnTo>
                  <a:pt x="205220" y="585862"/>
                </a:lnTo>
                <a:lnTo>
                  <a:pt x="162127" y="567600"/>
                </a:lnTo>
                <a:lnTo>
                  <a:pt x="122791" y="543110"/>
                </a:lnTo>
                <a:lnTo>
                  <a:pt x="87825" y="513016"/>
                </a:lnTo>
                <a:lnTo>
                  <a:pt x="57842" y="477938"/>
                </a:lnTo>
                <a:lnTo>
                  <a:pt x="33455" y="438498"/>
                </a:lnTo>
                <a:lnTo>
                  <a:pt x="15277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44548" y="4251197"/>
            <a:ext cx="260985" cy="186690"/>
          </a:xfrm>
          <a:custGeom>
            <a:avLst/>
            <a:gdLst/>
            <a:ahLst/>
            <a:cxnLst/>
            <a:rect l="l" t="t" r="r" b="b"/>
            <a:pathLst>
              <a:path w="260984" h="186689">
                <a:moveTo>
                  <a:pt x="95999" y="174673"/>
                </a:moveTo>
                <a:lnTo>
                  <a:pt x="95999" y="129539"/>
                </a:lnTo>
                <a:lnTo>
                  <a:pt x="95297" y="137576"/>
                </a:lnTo>
                <a:lnTo>
                  <a:pt x="93238" y="144684"/>
                </a:lnTo>
                <a:lnTo>
                  <a:pt x="60198" y="167515"/>
                </a:lnTo>
                <a:lnTo>
                  <a:pt x="49529" y="167639"/>
                </a:lnTo>
                <a:lnTo>
                  <a:pt x="41909" y="165353"/>
                </a:lnTo>
                <a:lnTo>
                  <a:pt x="22859" y="131825"/>
                </a:lnTo>
                <a:lnTo>
                  <a:pt x="0" y="134874"/>
                </a:lnTo>
                <a:lnTo>
                  <a:pt x="18275" y="172212"/>
                </a:lnTo>
                <a:lnTo>
                  <a:pt x="57442" y="186650"/>
                </a:lnTo>
                <a:lnTo>
                  <a:pt x="58674" y="186623"/>
                </a:lnTo>
                <a:lnTo>
                  <a:pt x="70918" y="185570"/>
                </a:lnTo>
                <a:lnTo>
                  <a:pt x="82575" y="182308"/>
                </a:lnTo>
                <a:lnTo>
                  <a:pt x="92946" y="177045"/>
                </a:lnTo>
                <a:lnTo>
                  <a:pt x="95999" y="174673"/>
                </a:lnTo>
                <a:close/>
              </a:path>
              <a:path w="260984" h="186689">
                <a:moveTo>
                  <a:pt x="110477" y="55625"/>
                </a:moveTo>
                <a:lnTo>
                  <a:pt x="110477" y="39624"/>
                </a:lnTo>
                <a:lnTo>
                  <a:pt x="108191" y="31241"/>
                </a:lnTo>
                <a:lnTo>
                  <a:pt x="78152" y="3857"/>
                </a:lnTo>
                <a:lnTo>
                  <a:pt x="56375" y="62"/>
                </a:lnTo>
                <a:lnTo>
                  <a:pt x="46837" y="833"/>
                </a:lnTo>
                <a:lnTo>
                  <a:pt x="9239" y="27432"/>
                </a:lnTo>
                <a:lnTo>
                  <a:pt x="2285" y="47243"/>
                </a:lnTo>
                <a:lnTo>
                  <a:pt x="25145" y="51053"/>
                </a:lnTo>
                <a:lnTo>
                  <a:pt x="26723" y="43441"/>
                </a:lnTo>
                <a:lnTo>
                  <a:pt x="29069" y="36824"/>
                </a:lnTo>
                <a:lnTo>
                  <a:pt x="32105" y="31230"/>
                </a:lnTo>
                <a:lnTo>
                  <a:pt x="35801" y="26669"/>
                </a:lnTo>
                <a:lnTo>
                  <a:pt x="41909" y="21336"/>
                </a:lnTo>
                <a:lnTo>
                  <a:pt x="49529" y="18287"/>
                </a:lnTo>
                <a:lnTo>
                  <a:pt x="66293" y="18287"/>
                </a:lnTo>
                <a:lnTo>
                  <a:pt x="73901" y="21336"/>
                </a:lnTo>
                <a:lnTo>
                  <a:pt x="84581" y="32003"/>
                </a:lnTo>
                <a:lnTo>
                  <a:pt x="87629" y="38862"/>
                </a:lnTo>
                <a:lnTo>
                  <a:pt x="87629" y="83542"/>
                </a:lnTo>
                <a:lnTo>
                  <a:pt x="93725" y="80772"/>
                </a:lnTo>
                <a:lnTo>
                  <a:pt x="99821" y="75437"/>
                </a:lnTo>
                <a:lnTo>
                  <a:pt x="104393" y="69341"/>
                </a:lnTo>
                <a:lnTo>
                  <a:pt x="108953" y="62484"/>
                </a:lnTo>
                <a:lnTo>
                  <a:pt x="110477" y="55625"/>
                </a:lnTo>
                <a:close/>
              </a:path>
              <a:path w="260984" h="186689">
                <a:moveTo>
                  <a:pt x="87629" y="83542"/>
                </a:moveTo>
                <a:lnTo>
                  <a:pt x="87629" y="47243"/>
                </a:lnTo>
                <a:lnTo>
                  <a:pt x="86915" y="54244"/>
                </a:lnTo>
                <a:lnTo>
                  <a:pt x="84772" y="60388"/>
                </a:lnTo>
                <a:lnTo>
                  <a:pt x="48767" y="77724"/>
                </a:lnTo>
                <a:lnTo>
                  <a:pt x="47243" y="76962"/>
                </a:lnTo>
                <a:lnTo>
                  <a:pt x="44195" y="96774"/>
                </a:lnTo>
                <a:lnTo>
                  <a:pt x="51041" y="95250"/>
                </a:lnTo>
                <a:lnTo>
                  <a:pt x="56375" y="94487"/>
                </a:lnTo>
                <a:lnTo>
                  <a:pt x="60198" y="94487"/>
                </a:lnTo>
                <a:lnTo>
                  <a:pt x="67776" y="95071"/>
                </a:lnTo>
                <a:lnTo>
                  <a:pt x="74575" y="96869"/>
                </a:lnTo>
                <a:lnTo>
                  <a:pt x="80663" y="99952"/>
                </a:lnTo>
                <a:lnTo>
                  <a:pt x="85343" y="103772"/>
                </a:lnTo>
                <a:lnTo>
                  <a:pt x="85343" y="84581"/>
                </a:lnTo>
                <a:lnTo>
                  <a:pt x="87629" y="83542"/>
                </a:lnTo>
                <a:close/>
              </a:path>
              <a:path w="260984" h="186689">
                <a:moveTo>
                  <a:pt x="119633" y="129539"/>
                </a:moveTo>
                <a:lnTo>
                  <a:pt x="99625" y="90201"/>
                </a:lnTo>
                <a:lnTo>
                  <a:pt x="85343" y="84581"/>
                </a:lnTo>
                <a:lnTo>
                  <a:pt x="85343" y="103772"/>
                </a:lnTo>
                <a:lnTo>
                  <a:pt x="86105" y="104393"/>
                </a:lnTo>
                <a:lnTo>
                  <a:pt x="90218" y="109823"/>
                </a:lnTo>
                <a:lnTo>
                  <a:pt x="93333" y="115824"/>
                </a:lnTo>
                <a:lnTo>
                  <a:pt x="95308" y="122396"/>
                </a:lnTo>
                <a:lnTo>
                  <a:pt x="95999" y="129539"/>
                </a:lnTo>
                <a:lnTo>
                  <a:pt x="95999" y="174673"/>
                </a:lnTo>
                <a:lnTo>
                  <a:pt x="102107" y="169925"/>
                </a:lnTo>
                <a:lnTo>
                  <a:pt x="109663" y="161043"/>
                </a:lnTo>
                <a:lnTo>
                  <a:pt x="115152" y="151447"/>
                </a:lnTo>
                <a:lnTo>
                  <a:pt x="118501" y="140993"/>
                </a:lnTo>
                <a:lnTo>
                  <a:pt x="119633" y="129539"/>
                </a:lnTo>
                <a:close/>
              </a:path>
              <a:path w="260984" h="186689">
                <a:moveTo>
                  <a:pt x="260591" y="92963"/>
                </a:moveTo>
                <a:lnTo>
                  <a:pt x="256793" y="50291"/>
                </a:lnTo>
                <a:lnTo>
                  <a:pt x="234695" y="9905"/>
                </a:lnTo>
                <a:lnTo>
                  <a:pt x="201167" y="0"/>
                </a:lnTo>
                <a:lnTo>
                  <a:pt x="191756" y="702"/>
                </a:lnTo>
                <a:lnTo>
                  <a:pt x="156773" y="23907"/>
                </a:lnTo>
                <a:lnTo>
                  <a:pt x="143444" y="63912"/>
                </a:lnTo>
                <a:lnTo>
                  <a:pt x="141731" y="92963"/>
                </a:lnTo>
                <a:lnTo>
                  <a:pt x="142873" y="116955"/>
                </a:lnTo>
                <a:lnTo>
                  <a:pt x="146299" y="137445"/>
                </a:lnTo>
                <a:lnTo>
                  <a:pt x="152013" y="154364"/>
                </a:lnTo>
                <a:lnTo>
                  <a:pt x="160019" y="167639"/>
                </a:lnTo>
                <a:lnTo>
                  <a:pt x="164579" y="172120"/>
                </a:lnTo>
                <a:lnTo>
                  <a:pt x="164579" y="92963"/>
                </a:lnTo>
                <a:lnTo>
                  <a:pt x="165293" y="72401"/>
                </a:lnTo>
                <a:lnTo>
                  <a:pt x="176021" y="32003"/>
                </a:lnTo>
                <a:lnTo>
                  <a:pt x="201167" y="19050"/>
                </a:lnTo>
                <a:lnTo>
                  <a:pt x="208430" y="19919"/>
                </a:lnTo>
                <a:lnTo>
                  <a:pt x="234981" y="55816"/>
                </a:lnTo>
                <a:lnTo>
                  <a:pt x="237743" y="92963"/>
                </a:lnTo>
                <a:lnTo>
                  <a:pt x="237743" y="172336"/>
                </a:lnTo>
                <a:lnTo>
                  <a:pt x="240667" y="169533"/>
                </a:lnTo>
                <a:lnTo>
                  <a:pt x="256744" y="134326"/>
                </a:lnTo>
                <a:lnTo>
                  <a:pt x="260164" y="108561"/>
                </a:lnTo>
                <a:lnTo>
                  <a:pt x="260591" y="92963"/>
                </a:lnTo>
                <a:close/>
              </a:path>
              <a:path w="260984" h="186689">
                <a:moveTo>
                  <a:pt x="237743" y="172336"/>
                </a:moveTo>
                <a:lnTo>
                  <a:pt x="237743" y="92963"/>
                </a:lnTo>
                <a:lnTo>
                  <a:pt x="237041" y="113835"/>
                </a:lnTo>
                <a:lnTo>
                  <a:pt x="234981" y="130778"/>
                </a:lnTo>
                <a:lnTo>
                  <a:pt x="215550" y="164115"/>
                </a:lnTo>
                <a:lnTo>
                  <a:pt x="201167" y="167639"/>
                </a:lnTo>
                <a:lnTo>
                  <a:pt x="193899" y="166770"/>
                </a:lnTo>
                <a:lnTo>
                  <a:pt x="167343" y="130778"/>
                </a:lnTo>
                <a:lnTo>
                  <a:pt x="164579" y="92963"/>
                </a:lnTo>
                <a:lnTo>
                  <a:pt x="164579" y="172120"/>
                </a:lnTo>
                <a:lnTo>
                  <a:pt x="168162" y="175641"/>
                </a:lnTo>
                <a:lnTo>
                  <a:pt x="177731" y="181356"/>
                </a:lnTo>
                <a:lnTo>
                  <a:pt x="188732" y="184785"/>
                </a:lnTo>
                <a:lnTo>
                  <a:pt x="201167" y="185927"/>
                </a:lnTo>
                <a:lnTo>
                  <a:pt x="210905" y="185332"/>
                </a:lnTo>
                <a:lnTo>
                  <a:pt x="219641" y="183451"/>
                </a:lnTo>
                <a:lnTo>
                  <a:pt x="227523" y="180141"/>
                </a:lnTo>
                <a:lnTo>
                  <a:pt x="234695" y="175260"/>
                </a:lnTo>
                <a:lnTo>
                  <a:pt x="237743" y="17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965077" y="4456176"/>
            <a:ext cx="489584" cy="488950"/>
          </a:xfrm>
          <a:custGeom>
            <a:avLst/>
            <a:gdLst/>
            <a:ahLst/>
            <a:cxnLst/>
            <a:rect l="l" t="t" r="r" b="b"/>
            <a:pathLst>
              <a:path w="489585" h="488950">
                <a:moveTo>
                  <a:pt x="269747" y="0"/>
                </a:moveTo>
                <a:lnTo>
                  <a:pt x="358901" y="137922"/>
                </a:lnTo>
                <a:lnTo>
                  <a:pt x="424433" y="252984"/>
                </a:lnTo>
                <a:lnTo>
                  <a:pt x="467867" y="345186"/>
                </a:lnTo>
                <a:lnTo>
                  <a:pt x="489203" y="415289"/>
                </a:lnTo>
                <a:lnTo>
                  <a:pt x="486917" y="462534"/>
                </a:lnTo>
                <a:lnTo>
                  <a:pt x="462533" y="486918"/>
                </a:lnTo>
                <a:lnTo>
                  <a:pt x="415289" y="488441"/>
                </a:lnTo>
                <a:lnTo>
                  <a:pt x="345185" y="467868"/>
                </a:lnTo>
                <a:lnTo>
                  <a:pt x="252983" y="424434"/>
                </a:lnTo>
                <a:lnTo>
                  <a:pt x="137921" y="358901"/>
                </a:lnTo>
                <a:lnTo>
                  <a:pt x="0" y="269748"/>
                </a:lnTo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167769" y="4357878"/>
            <a:ext cx="109220" cy="132080"/>
          </a:xfrm>
          <a:custGeom>
            <a:avLst/>
            <a:gdLst/>
            <a:ahLst/>
            <a:cxnLst/>
            <a:rect l="l" t="t" r="r" b="b"/>
            <a:pathLst>
              <a:path w="109220" h="132079">
                <a:moveTo>
                  <a:pt x="108965" y="83058"/>
                </a:moveTo>
                <a:lnTo>
                  <a:pt x="0" y="0"/>
                </a:lnTo>
                <a:lnTo>
                  <a:pt x="38100" y="131825"/>
                </a:lnTo>
                <a:lnTo>
                  <a:pt x="108965" y="830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866779" y="4658867"/>
            <a:ext cx="132080" cy="109220"/>
          </a:xfrm>
          <a:custGeom>
            <a:avLst/>
            <a:gdLst/>
            <a:ahLst/>
            <a:cxnLst/>
            <a:rect l="l" t="t" r="r" b="b"/>
            <a:pathLst>
              <a:path w="132079" h="109220">
                <a:moveTo>
                  <a:pt x="131825" y="37337"/>
                </a:moveTo>
                <a:lnTo>
                  <a:pt x="0" y="0"/>
                </a:lnTo>
                <a:lnTo>
                  <a:pt x="83057" y="108966"/>
                </a:lnTo>
                <a:lnTo>
                  <a:pt x="131825" y="37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664343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62"/>
                </a:lnTo>
                <a:lnTo>
                  <a:pt x="15276" y="396002"/>
                </a:lnTo>
                <a:lnTo>
                  <a:pt x="33453" y="439096"/>
                </a:lnTo>
                <a:lnTo>
                  <a:pt x="57838" y="478432"/>
                </a:lnTo>
                <a:lnTo>
                  <a:pt x="87820" y="513397"/>
                </a:lnTo>
                <a:lnTo>
                  <a:pt x="122785" y="543379"/>
                </a:lnTo>
                <a:lnTo>
                  <a:pt x="162121" y="567764"/>
                </a:lnTo>
                <a:lnTo>
                  <a:pt x="205215" y="585941"/>
                </a:lnTo>
                <a:lnTo>
                  <a:pt x="251455" y="597296"/>
                </a:lnTo>
                <a:lnTo>
                  <a:pt x="300227" y="601217"/>
                </a:lnTo>
                <a:lnTo>
                  <a:pt x="349021" y="597296"/>
                </a:lnTo>
                <a:lnTo>
                  <a:pt x="395319" y="585941"/>
                </a:lnTo>
                <a:lnTo>
                  <a:pt x="438498" y="567764"/>
                </a:lnTo>
                <a:lnTo>
                  <a:pt x="477938" y="543379"/>
                </a:lnTo>
                <a:lnTo>
                  <a:pt x="513016" y="513397"/>
                </a:lnTo>
                <a:lnTo>
                  <a:pt x="543110" y="478432"/>
                </a:lnTo>
                <a:lnTo>
                  <a:pt x="567600" y="439096"/>
                </a:lnTo>
                <a:lnTo>
                  <a:pt x="585862" y="396002"/>
                </a:lnTo>
                <a:lnTo>
                  <a:pt x="597275" y="349762"/>
                </a:lnTo>
                <a:lnTo>
                  <a:pt x="601217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664343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903611" y="5454396"/>
            <a:ext cx="120650" cy="186055"/>
          </a:xfrm>
          <a:custGeom>
            <a:avLst/>
            <a:gdLst/>
            <a:ahLst/>
            <a:cxnLst/>
            <a:rect l="l" t="t" r="r" b="b"/>
            <a:pathLst>
              <a:path w="120650" h="186054">
                <a:moveTo>
                  <a:pt x="117348" y="44957"/>
                </a:moveTo>
                <a:lnTo>
                  <a:pt x="93285" y="6750"/>
                </a:lnTo>
                <a:lnTo>
                  <a:pt x="65532" y="0"/>
                </a:lnTo>
                <a:lnTo>
                  <a:pt x="51851" y="1285"/>
                </a:lnTo>
                <a:lnTo>
                  <a:pt x="11251" y="34420"/>
                </a:lnTo>
                <a:lnTo>
                  <a:pt x="1273" y="72973"/>
                </a:lnTo>
                <a:lnTo>
                  <a:pt x="0" y="97536"/>
                </a:lnTo>
                <a:lnTo>
                  <a:pt x="1131" y="119383"/>
                </a:lnTo>
                <a:lnTo>
                  <a:pt x="4476" y="138017"/>
                </a:lnTo>
                <a:lnTo>
                  <a:pt x="9965" y="153364"/>
                </a:lnTo>
                <a:lnTo>
                  <a:pt x="17525" y="165353"/>
                </a:lnTo>
                <a:lnTo>
                  <a:pt x="22098" y="169589"/>
                </a:lnTo>
                <a:lnTo>
                  <a:pt x="22098" y="89153"/>
                </a:lnTo>
                <a:lnTo>
                  <a:pt x="22526" y="76164"/>
                </a:lnTo>
                <a:lnTo>
                  <a:pt x="35814" y="33432"/>
                </a:lnTo>
                <a:lnTo>
                  <a:pt x="44958" y="24383"/>
                </a:lnTo>
                <a:lnTo>
                  <a:pt x="50292" y="19812"/>
                </a:lnTo>
                <a:lnTo>
                  <a:pt x="57150" y="18287"/>
                </a:lnTo>
                <a:lnTo>
                  <a:pt x="73151" y="18287"/>
                </a:lnTo>
                <a:lnTo>
                  <a:pt x="94487" y="47243"/>
                </a:lnTo>
                <a:lnTo>
                  <a:pt x="117348" y="44957"/>
                </a:lnTo>
                <a:close/>
              </a:path>
              <a:path w="120650" h="186054">
                <a:moveTo>
                  <a:pt x="120396" y="123443"/>
                </a:moveTo>
                <a:lnTo>
                  <a:pt x="104394" y="80771"/>
                </a:lnTo>
                <a:lnTo>
                  <a:pt x="66294" y="64769"/>
                </a:lnTo>
                <a:lnTo>
                  <a:pt x="57912" y="64769"/>
                </a:lnTo>
                <a:lnTo>
                  <a:pt x="49530" y="66293"/>
                </a:lnTo>
                <a:lnTo>
                  <a:pt x="41910" y="70865"/>
                </a:lnTo>
                <a:lnTo>
                  <a:pt x="36349" y="74152"/>
                </a:lnTo>
                <a:lnTo>
                  <a:pt x="31146" y="78295"/>
                </a:lnTo>
                <a:lnTo>
                  <a:pt x="26372" y="83296"/>
                </a:lnTo>
                <a:lnTo>
                  <a:pt x="22098" y="89153"/>
                </a:lnTo>
                <a:lnTo>
                  <a:pt x="22098" y="169589"/>
                </a:lnTo>
                <a:lnTo>
                  <a:pt x="25908" y="173119"/>
                </a:lnTo>
                <a:lnTo>
                  <a:pt x="25908" y="123443"/>
                </a:lnTo>
                <a:lnTo>
                  <a:pt x="26503" y="115181"/>
                </a:lnTo>
                <a:lnTo>
                  <a:pt x="54578" y="85177"/>
                </a:lnTo>
                <a:lnTo>
                  <a:pt x="61722" y="84581"/>
                </a:lnTo>
                <a:lnTo>
                  <a:pt x="69306" y="85177"/>
                </a:lnTo>
                <a:lnTo>
                  <a:pt x="96845" y="115824"/>
                </a:lnTo>
                <a:lnTo>
                  <a:pt x="97536" y="124967"/>
                </a:lnTo>
                <a:lnTo>
                  <a:pt x="97536" y="174926"/>
                </a:lnTo>
                <a:lnTo>
                  <a:pt x="98952" y="173878"/>
                </a:lnTo>
                <a:lnTo>
                  <a:pt x="118586" y="140017"/>
                </a:lnTo>
                <a:lnTo>
                  <a:pt x="119955" y="131873"/>
                </a:lnTo>
                <a:lnTo>
                  <a:pt x="120396" y="123443"/>
                </a:lnTo>
                <a:close/>
              </a:path>
              <a:path w="120650" h="186054">
                <a:moveTo>
                  <a:pt x="97536" y="174926"/>
                </a:moveTo>
                <a:lnTo>
                  <a:pt x="97536" y="124967"/>
                </a:lnTo>
                <a:lnTo>
                  <a:pt x="96845" y="134242"/>
                </a:lnTo>
                <a:lnTo>
                  <a:pt x="94869" y="142589"/>
                </a:lnTo>
                <a:lnTo>
                  <a:pt x="63246" y="167639"/>
                </a:lnTo>
                <a:lnTo>
                  <a:pt x="56387" y="167639"/>
                </a:lnTo>
                <a:lnTo>
                  <a:pt x="30480" y="145541"/>
                </a:lnTo>
                <a:lnTo>
                  <a:pt x="27432" y="138683"/>
                </a:lnTo>
                <a:lnTo>
                  <a:pt x="25908" y="131825"/>
                </a:lnTo>
                <a:lnTo>
                  <a:pt x="25908" y="173119"/>
                </a:lnTo>
                <a:lnTo>
                  <a:pt x="27241" y="174355"/>
                </a:lnTo>
                <a:lnTo>
                  <a:pt x="38100" y="180784"/>
                </a:lnTo>
                <a:lnTo>
                  <a:pt x="50101" y="184642"/>
                </a:lnTo>
                <a:lnTo>
                  <a:pt x="63246" y="185927"/>
                </a:lnTo>
                <a:lnTo>
                  <a:pt x="71104" y="185487"/>
                </a:lnTo>
                <a:lnTo>
                  <a:pt x="78676" y="184118"/>
                </a:lnTo>
                <a:lnTo>
                  <a:pt x="85963" y="181748"/>
                </a:lnTo>
                <a:lnTo>
                  <a:pt x="92963" y="178307"/>
                </a:lnTo>
                <a:lnTo>
                  <a:pt x="97536" y="174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566551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62"/>
                </a:lnTo>
                <a:lnTo>
                  <a:pt x="15276" y="396002"/>
                </a:lnTo>
                <a:lnTo>
                  <a:pt x="33453" y="439096"/>
                </a:lnTo>
                <a:lnTo>
                  <a:pt x="57838" y="478432"/>
                </a:lnTo>
                <a:lnTo>
                  <a:pt x="87820" y="513397"/>
                </a:lnTo>
                <a:lnTo>
                  <a:pt x="122785" y="543379"/>
                </a:lnTo>
                <a:lnTo>
                  <a:pt x="162121" y="567764"/>
                </a:lnTo>
                <a:lnTo>
                  <a:pt x="205215" y="585941"/>
                </a:lnTo>
                <a:lnTo>
                  <a:pt x="251455" y="597296"/>
                </a:lnTo>
                <a:lnTo>
                  <a:pt x="300227" y="601217"/>
                </a:lnTo>
                <a:lnTo>
                  <a:pt x="349021" y="597296"/>
                </a:lnTo>
                <a:lnTo>
                  <a:pt x="395319" y="585941"/>
                </a:lnTo>
                <a:lnTo>
                  <a:pt x="438498" y="567764"/>
                </a:lnTo>
                <a:lnTo>
                  <a:pt x="477938" y="543379"/>
                </a:lnTo>
                <a:lnTo>
                  <a:pt x="513016" y="513397"/>
                </a:lnTo>
                <a:lnTo>
                  <a:pt x="543110" y="478432"/>
                </a:lnTo>
                <a:lnTo>
                  <a:pt x="567600" y="439096"/>
                </a:lnTo>
                <a:lnTo>
                  <a:pt x="585862" y="396002"/>
                </a:lnTo>
                <a:lnTo>
                  <a:pt x="597275" y="349762"/>
                </a:lnTo>
                <a:lnTo>
                  <a:pt x="601217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66551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753241" y="5454396"/>
            <a:ext cx="243204" cy="186055"/>
          </a:xfrm>
          <a:custGeom>
            <a:avLst/>
            <a:gdLst/>
            <a:ahLst/>
            <a:cxnLst/>
            <a:rect l="l" t="t" r="r" b="b"/>
            <a:pathLst>
              <a:path w="243204" h="186054">
                <a:moveTo>
                  <a:pt x="67055" y="182879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433" y="47720"/>
                </a:lnTo>
                <a:lnTo>
                  <a:pt x="44957" y="40386"/>
                </a:lnTo>
                <a:lnTo>
                  <a:pt x="44957" y="182879"/>
                </a:lnTo>
                <a:lnTo>
                  <a:pt x="67055" y="182879"/>
                </a:lnTo>
                <a:close/>
              </a:path>
              <a:path w="243204" h="186054">
                <a:moveTo>
                  <a:pt x="243077" y="92963"/>
                </a:moveTo>
                <a:lnTo>
                  <a:pt x="239267" y="49529"/>
                </a:lnTo>
                <a:lnTo>
                  <a:pt x="217169" y="9905"/>
                </a:lnTo>
                <a:lnTo>
                  <a:pt x="183641" y="0"/>
                </a:lnTo>
                <a:lnTo>
                  <a:pt x="174236" y="595"/>
                </a:lnTo>
                <a:lnTo>
                  <a:pt x="139255" y="23336"/>
                </a:lnTo>
                <a:lnTo>
                  <a:pt x="125920" y="63912"/>
                </a:lnTo>
                <a:lnTo>
                  <a:pt x="124205" y="92963"/>
                </a:lnTo>
                <a:lnTo>
                  <a:pt x="125349" y="116836"/>
                </a:lnTo>
                <a:lnTo>
                  <a:pt x="128777" y="137064"/>
                </a:lnTo>
                <a:lnTo>
                  <a:pt x="134492" y="153721"/>
                </a:lnTo>
                <a:lnTo>
                  <a:pt x="142493" y="166877"/>
                </a:lnTo>
                <a:lnTo>
                  <a:pt x="147065" y="171617"/>
                </a:lnTo>
                <a:lnTo>
                  <a:pt x="147065" y="92963"/>
                </a:lnTo>
                <a:lnTo>
                  <a:pt x="147792" y="72389"/>
                </a:lnTo>
                <a:lnTo>
                  <a:pt x="159257" y="31241"/>
                </a:lnTo>
                <a:lnTo>
                  <a:pt x="183641" y="18287"/>
                </a:lnTo>
                <a:lnTo>
                  <a:pt x="191226" y="19264"/>
                </a:lnTo>
                <a:lnTo>
                  <a:pt x="217455" y="55435"/>
                </a:lnTo>
                <a:lnTo>
                  <a:pt x="220217" y="92963"/>
                </a:lnTo>
                <a:lnTo>
                  <a:pt x="220217" y="172127"/>
                </a:lnTo>
                <a:lnTo>
                  <a:pt x="223158" y="169104"/>
                </a:lnTo>
                <a:lnTo>
                  <a:pt x="239541" y="134219"/>
                </a:lnTo>
                <a:lnTo>
                  <a:pt x="242661" y="108239"/>
                </a:lnTo>
                <a:lnTo>
                  <a:pt x="243077" y="92963"/>
                </a:lnTo>
                <a:close/>
              </a:path>
              <a:path w="243204" h="186054">
                <a:moveTo>
                  <a:pt x="220217" y="172127"/>
                </a:moveTo>
                <a:lnTo>
                  <a:pt x="220217" y="92963"/>
                </a:lnTo>
                <a:lnTo>
                  <a:pt x="219515" y="113395"/>
                </a:lnTo>
                <a:lnTo>
                  <a:pt x="217455" y="130111"/>
                </a:lnTo>
                <a:lnTo>
                  <a:pt x="198024" y="163734"/>
                </a:lnTo>
                <a:lnTo>
                  <a:pt x="183641" y="167639"/>
                </a:lnTo>
                <a:lnTo>
                  <a:pt x="176379" y="166651"/>
                </a:lnTo>
                <a:lnTo>
                  <a:pt x="149828" y="130111"/>
                </a:lnTo>
                <a:lnTo>
                  <a:pt x="147065" y="92963"/>
                </a:lnTo>
                <a:lnTo>
                  <a:pt x="147065" y="171617"/>
                </a:lnTo>
                <a:lnTo>
                  <a:pt x="150637" y="175319"/>
                </a:lnTo>
                <a:lnTo>
                  <a:pt x="160210" y="181260"/>
                </a:lnTo>
                <a:lnTo>
                  <a:pt x="171211" y="184773"/>
                </a:lnTo>
                <a:lnTo>
                  <a:pt x="183641" y="185927"/>
                </a:lnTo>
                <a:lnTo>
                  <a:pt x="193381" y="185225"/>
                </a:lnTo>
                <a:lnTo>
                  <a:pt x="202120" y="183165"/>
                </a:lnTo>
                <a:lnTo>
                  <a:pt x="210002" y="179820"/>
                </a:lnTo>
                <a:lnTo>
                  <a:pt x="217169" y="175259"/>
                </a:lnTo>
                <a:lnTo>
                  <a:pt x="220217" y="172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68759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62"/>
                </a:lnTo>
                <a:lnTo>
                  <a:pt x="585862" y="396002"/>
                </a:lnTo>
                <a:lnTo>
                  <a:pt x="567600" y="439096"/>
                </a:lnTo>
                <a:lnTo>
                  <a:pt x="543110" y="478432"/>
                </a:lnTo>
                <a:lnTo>
                  <a:pt x="513016" y="513397"/>
                </a:lnTo>
                <a:lnTo>
                  <a:pt x="477938" y="543379"/>
                </a:lnTo>
                <a:lnTo>
                  <a:pt x="438498" y="567764"/>
                </a:lnTo>
                <a:lnTo>
                  <a:pt x="395319" y="585941"/>
                </a:lnTo>
                <a:lnTo>
                  <a:pt x="349021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55449" y="5454396"/>
            <a:ext cx="245745" cy="186055"/>
          </a:xfrm>
          <a:custGeom>
            <a:avLst/>
            <a:gdLst/>
            <a:ahLst/>
            <a:cxnLst/>
            <a:rect l="l" t="t" r="r" b="b"/>
            <a:pathLst>
              <a:path w="245745" h="186054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433" y="47720"/>
                </a:lnTo>
                <a:lnTo>
                  <a:pt x="44958" y="40386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5745" h="186054">
                <a:moveTo>
                  <a:pt x="221742" y="172795"/>
                </a:moveTo>
                <a:lnTo>
                  <a:pt x="221742" y="122681"/>
                </a:lnTo>
                <a:lnTo>
                  <a:pt x="221027" y="132409"/>
                </a:lnTo>
                <a:lnTo>
                  <a:pt x="218884" y="141065"/>
                </a:lnTo>
                <a:lnTo>
                  <a:pt x="190595" y="166806"/>
                </a:lnTo>
                <a:lnTo>
                  <a:pt x="182880" y="167639"/>
                </a:lnTo>
                <a:lnTo>
                  <a:pt x="173736" y="167639"/>
                </a:lnTo>
                <a:lnTo>
                  <a:pt x="147828" y="133350"/>
                </a:lnTo>
                <a:lnTo>
                  <a:pt x="124206" y="134874"/>
                </a:lnTo>
                <a:lnTo>
                  <a:pt x="142494" y="172212"/>
                </a:lnTo>
                <a:lnTo>
                  <a:pt x="182880" y="185927"/>
                </a:lnTo>
                <a:lnTo>
                  <a:pt x="197346" y="184511"/>
                </a:lnTo>
                <a:lnTo>
                  <a:pt x="210026" y="180308"/>
                </a:lnTo>
                <a:lnTo>
                  <a:pt x="221134" y="173390"/>
                </a:lnTo>
                <a:lnTo>
                  <a:pt x="221742" y="172795"/>
                </a:lnTo>
                <a:close/>
              </a:path>
              <a:path w="245745" h="186054">
                <a:moveTo>
                  <a:pt x="236220" y="24383"/>
                </a:moveTo>
                <a:lnTo>
                  <a:pt x="236220" y="3048"/>
                </a:lnTo>
                <a:lnTo>
                  <a:pt x="146304" y="3048"/>
                </a:lnTo>
                <a:lnTo>
                  <a:pt x="128016" y="96774"/>
                </a:lnTo>
                <a:lnTo>
                  <a:pt x="149352" y="99059"/>
                </a:lnTo>
                <a:lnTo>
                  <a:pt x="152400" y="94487"/>
                </a:lnTo>
                <a:lnTo>
                  <a:pt x="153924" y="92963"/>
                </a:lnTo>
                <a:lnTo>
                  <a:pt x="153924" y="73151"/>
                </a:lnTo>
                <a:lnTo>
                  <a:pt x="163830" y="24383"/>
                </a:lnTo>
                <a:lnTo>
                  <a:pt x="236220" y="24383"/>
                </a:lnTo>
                <a:close/>
              </a:path>
              <a:path w="245745" h="186054">
                <a:moveTo>
                  <a:pt x="245363" y="121157"/>
                </a:moveTo>
                <a:lnTo>
                  <a:pt x="228600" y="78486"/>
                </a:lnTo>
                <a:lnTo>
                  <a:pt x="188213" y="61721"/>
                </a:lnTo>
                <a:lnTo>
                  <a:pt x="179641" y="62436"/>
                </a:lnTo>
                <a:lnTo>
                  <a:pt x="171069" y="64579"/>
                </a:lnTo>
                <a:lnTo>
                  <a:pt x="162496" y="68151"/>
                </a:lnTo>
                <a:lnTo>
                  <a:pt x="153924" y="73151"/>
                </a:lnTo>
                <a:lnTo>
                  <a:pt x="153924" y="92963"/>
                </a:lnTo>
                <a:lnTo>
                  <a:pt x="156972" y="89915"/>
                </a:lnTo>
                <a:lnTo>
                  <a:pt x="163068" y="86867"/>
                </a:lnTo>
                <a:lnTo>
                  <a:pt x="169163" y="83057"/>
                </a:lnTo>
                <a:lnTo>
                  <a:pt x="175260" y="81533"/>
                </a:lnTo>
                <a:lnTo>
                  <a:pt x="182880" y="81533"/>
                </a:lnTo>
                <a:lnTo>
                  <a:pt x="218884" y="105822"/>
                </a:lnTo>
                <a:lnTo>
                  <a:pt x="221742" y="122681"/>
                </a:lnTo>
                <a:lnTo>
                  <a:pt x="221742" y="172795"/>
                </a:lnTo>
                <a:lnTo>
                  <a:pt x="230886" y="163829"/>
                </a:lnTo>
                <a:lnTo>
                  <a:pt x="237005" y="154269"/>
                </a:lnTo>
                <a:lnTo>
                  <a:pt x="241554" y="143922"/>
                </a:lnTo>
                <a:lnTo>
                  <a:pt x="244387" y="132861"/>
                </a:lnTo>
                <a:lnTo>
                  <a:pt x="245363" y="121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370967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8" y="0"/>
                </a:lnTo>
                <a:lnTo>
                  <a:pt x="349018" y="3942"/>
                </a:lnTo>
                <a:lnTo>
                  <a:pt x="395313" y="15355"/>
                </a:lnTo>
                <a:lnTo>
                  <a:pt x="438490" y="33617"/>
                </a:lnTo>
                <a:lnTo>
                  <a:pt x="477928" y="58107"/>
                </a:lnTo>
                <a:lnTo>
                  <a:pt x="513005" y="88201"/>
                </a:lnTo>
                <a:lnTo>
                  <a:pt x="543099" y="123279"/>
                </a:lnTo>
                <a:lnTo>
                  <a:pt x="567587" y="162719"/>
                </a:lnTo>
                <a:lnTo>
                  <a:pt x="585849" y="205898"/>
                </a:lnTo>
                <a:lnTo>
                  <a:pt x="597262" y="252196"/>
                </a:lnTo>
                <a:lnTo>
                  <a:pt x="601205" y="300989"/>
                </a:lnTo>
                <a:lnTo>
                  <a:pt x="597262" y="349762"/>
                </a:lnTo>
                <a:lnTo>
                  <a:pt x="585849" y="396002"/>
                </a:lnTo>
                <a:lnTo>
                  <a:pt x="567587" y="439096"/>
                </a:lnTo>
                <a:lnTo>
                  <a:pt x="543099" y="478432"/>
                </a:lnTo>
                <a:lnTo>
                  <a:pt x="513005" y="513397"/>
                </a:lnTo>
                <a:lnTo>
                  <a:pt x="477928" y="543379"/>
                </a:lnTo>
                <a:lnTo>
                  <a:pt x="438490" y="567764"/>
                </a:lnTo>
                <a:lnTo>
                  <a:pt x="395313" y="585941"/>
                </a:lnTo>
                <a:lnTo>
                  <a:pt x="349018" y="597296"/>
                </a:lnTo>
                <a:lnTo>
                  <a:pt x="300228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537070" y="5454396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4">
                <a:moveTo>
                  <a:pt x="97548" y="98479"/>
                </a:moveTo>
                <a:lnTo>
                  <a:pt x="97548" y="49529"/>
                </a:lnTo>
                <a:lnTo>
                  <a:pt x="96953" y="56280"/>
                </a:lnTo>
                <a:lnTo>
                  <a:pt x="95070" y="62960"/>
                </a:lnTo>
                <a:lnTo>
                  <a:pt x="71920" y="93440"/>
                </a:lnTo>
                <a:lnTo>
                  <a:pt x="38107" y="122789"/>
                </a:lnTo>
                <a:lnTo>
                  <a:pt x="30105" y="130016"/>
                </a:lnTo>
                <a:lnTo>
                  <a:pt x="5642" y="161043"/>
                </a:lnTo>
                <a:lnTo>
                  <a:pt x="0" y="177545"/>
                </a:lnTo>
                <a:lnTo>
                  <a:pt x="774" y="182879"/>
                </a:lnTo>
                <a:lnTo>
                  <a:pt x="31242" y="182879"/>
                </a:lnTo>
                <a:lnTo>
                  <a:pt x="31242" y="161543"/>
                </a:lnTo>
                <a:lnTo>
                  <a:pt x="34289" y="156971"/>
                </a:lnTo>
                <a:lnTo>
                  <a:pt x="37350" y="153162"/>
                </a:lnTo>
                <a:lnTo>
                  <a:pt x="41160" y="149351"/>
                </a:lnTo>
                <a:lnTo>
                  <a:pt x="44885" y="145351"/>
                </a:lnTo>
                <a:lnTo>
                  <a:pt x="50393" y="140207"/>
                </a:lnTo>
                <a:lnTo>
                  <a:pt x="57759" y="133921"/>
                </a:lnTo>
                <a:lnTo>
                  <a:pt x="67055" y="126491"/>
                </a:lnTo>
                <a:lnTo>
                  <a:pt x="78207" y="116776"/>
                </a:lnTo>
                <a:lnTo>
                  <a:pt x="87641" y="108203"/>
                </a:lnTo>
                <a:lnTo>
                  <a:pt x="95357" y="100774"/>
                </a:lnTo>
                <a:lnTo>
                  <a:pt x="97548" y="98479"/>
                </a:lnTo>
                <a:close/>
              </a:path>
              <a:path w="264159" h="186054">
                <a:moveTo>
                  <a:pt x="120408" y="57912"/>
                </a:moveTo>
                <a:lnTo>
                  <a:pt x="120408" y="50291"/>
                </a:lnTo>
                <a:lnTo>
                  <a:pt x="119527" y="39981"/>
                </a:lnTo>
                <a:lnTo>
                  <a:pt x="97014" y="8036"/>
                </a:lnTo>
                <a:lnTo>
                  <a:pt x="64020" y="0"/>
                </a:lnTo>
                <a:lnTo>
                  <a:pt x="51576" y="845"/>
                </a:lnTo>
                <a:lnTo>
                  <a:pt x="15402" y="20538"/>
                </a:lnTo>
                <a:lnTo>
                  <a:pt x="4584" y="52577"/>
                </a:lnTo>
                <a:lnTo>
                  <a:pt x="27444" y="54863"/>
                </a:lnTo>
                <a:lnTo>
                  <a:pt x="28133" y="46732"/>
                </a:lnTo>
                <a:lnTo>
                  <a:pt x="30106" y="39528"/>
                </a:lnTo>
                <a:lnTo>
                  <a:pt x="63258" y="18287"/>
                </a:lnTo>
                <a:lnTo>
                  <a:pt x="70396" y="18859"/>
                </a:lnTo>
                <a:lnTo>
                  <a:pt x="97548" y="41148"/>
                </a:lnTo>
                <a:lnTo>
                  <a:pt x="97548" y="98479"/>
                </a:lnTo>
                <a:lnTo>
                  <a:pt x="101358" y="94487"/>
                </a:lnTo>
                <a:lnTo>
                  <a:pt x="106187" y="88451"/>
                </a:lnTo>
                <a:lnTo>
                  <a:pt x="110307" y="82772"/>
                </a:lnTo>
                <a:lnTo>
                  <a:pt x="113572" y="77235"/>
                </a:lnTo>
                <a:lnTo>
                  <a:pt x="115836" y="71627"/>
                </a:lnTo>
                <a:lnTo>
                  <a:pt x="118884" y="64769"/>
                </a:lnTo>
                <a:lnTo>
                  <a:pt x="120408" y="57912"/>
                </a:lnTo>
                <a:close/>
              </a:path>
              <a:path w="264159" h="186054">
                <a:moveTo>
                  <a:pt x="121170" y="182879"/>
                </a:moveTo>
                <a:lnTo>
                  <a:pt x="121170" y="161543"/>
                </a:lnTo>
                <a:lnTo>
                  <a:pt x="31242" y="161543"/>
                </a:lnTo>
                <a:lnTo>
                  <a:pt x="31242" y="182879"/>
                </a:lnTo>
                <a:lnTo>
                  <a:pt x="121170" y="182879"/>
                </a:lnTo>
                <a:close/>
              </a:path>
              <a:path w="264159" h="186054">
                <a:moveTo>
                  <a:pt x="263651" y="92963"/>
                </a:moveTo>
                <a:lnTo>
                  <a:pt x="259842" y="49529"/>
                </a:lnTo>
                <a:lnTo>
                  <a:pt x="237756" y="9905"/>
                </a:lnTo>
                <a:lnTo>
                  <a:pt x="204215" y="0"/>
                </a:lnTo>
                <a:lnTo>
                  <a:pt x="194817" y="595"/>
                </a:lnTo>
                <a:lnTo>
                  <a:pt x="159835" y="23336"/>
                </a:lnTo>
                <a:lnTo>
                  <a:pt x="146496" y="63912"/>
                </a:lnTo>
                <a:lnTo>
                  <a:pt x="144779" y="92963"/>
                </a:lnTo>
                <a:lnTo>
                  <a:pt x="145923" y="116836"/>
                </a:lnTo>
                <a:lnTo>
                  <a:pt x="149351" y="137064"/>
                </a:lnTo>
                <a:lnTo>
                  <a:pt x="155067" y="153721"/>
                </a:lnTo>
                <a:lnTo>
                  <a:pt x="163068" y="166877"/>
                </a:lnTo>
                <a:lnTo>
                  <a:pt x="167639" y="171613"/>
                </a:lnTo>
                <a:lnTo>
                  <a:pt x="167639" y="92963"/>
                </a:lnTo>
                <a:lnTo>
                  <a:pt x="168354" y="72389"/>
                </a:lnTo>
                <a:lnTo>
                  <a:pt x="179082" y="31241"/>
                </a:lnTo>
                <a:lnTo>
                  <a:pt x="204215" y="18287"/>
                </a:lnTo>
                <a:lnTo>
                  <a:pt x="211805" y="19264"/>
                </a:lnTo>
                <a:lnTo>
                  <a:pt x="238036" y="55435"/>
                </a:lnTo>
                <a:lnTo>
                  <a:pt x="240792" y="92963"/>
                </a:lnTo>
                <a:lnTo>
                  <a:pt x="240792" y="172131"/>
                </a:lnTo>
                <a:lnTo>
                  <a:pt x="243728" y="169104"/>
                </a:lnTo>
                <a:lnTo>
                  <a:pt x="259799" y="134219"/>
                </a:lnTo>
                <a:lnTo>
                  <a:pt x="263223" y="108239"/>
                </a:lnTo>
                <a:lnTo>
                  <a:pt x="263651" y="92963"/>
                </a:lnTo>
                <a:close/>
              </a:path>
              <a:path w="264159" h="186054">
                <a:moveTo>
                  <a:pt x="240792" y="172131"/>
                </a:moveTo>
                <a:lnTo>
                  <a:pt x="240792" y="92963"/>
                </a:lnTo>
                <a:lnTo>
                  <a:pt x="240091" y="113395"/>
                </a:lnTo>
                <a:lnTo>
                  <a:pt x="238036" y="130111"/>
                </a:lnTo>
                <a:lnTo>
                  <a:pt x="218605" y="163734"/>
                </a:lnTo>
                <a:lnTo>
                  <a:pt x="204215" y="167639"/>
                </a:lnTo>
                <a:lnTo>
                  <a:pt x="196958" y="166651"/>
                </a:lnTo>
                <a:lnTo>
                  <a:pt x="170403" y="130111"/>
                </a:lnTo>
                <a:lnTo>
                  <a:pt x="167639" y="92963"/>
                </a:lnTo>
                <a:lnTo>
                  <a:pt x="167639" y="171613"/>
                </a:lnTo>
                <a:lnTo>
                  <a:pt x="171217" y="175319"/>
                </a:lnTo>
                <a:lnTo>
                  <a:pt x="180789" y="181260"/>
                </a:lnTo>
                <a:lnTo>
                  <a:pt x="191787" y="184773"/>
                </a:lnTo>
                <a:lnTo>
                  <a:pt x="204215" y="185927"/>
                </a:lnTo>
                <a:lnTo>
                  <a:pt x="213960" y="185225"/>
                </a:lnTo>
                <a:lnTo>
                  <a:pt x="222700" y="183165"/>
                </a:lnTo>
                <a:lnTo>
                  <a:pt x="230583" y="179820"/>
                </a:lnTo>
                <a:lnTo>
                  <a:pt x="237756" y="175259"/>
                </a:lnTo>
                <a:lnTo>
                  <a:pt x="240792" y="172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73163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9" y="123279"/>
                </a:lnTo>
                <a:lnTo>
                  <a:pt x="87822" y="88201"/>
                </a:lnTo>
                <a:lnTo>
                  <a:pt x="122788" y="58107"/>
                </a:lnTo>
                <a:lnTo>
                  <a:pt x="162125" y="33617"/>
                </a:lnTo>
                <a:lnTo>
                  <a:pt x="205222" y="15355"/>
                </a:lnTo>
                <a:lnTo>
                  <a:pt x="251464" y="3942"/>
                </a:lnTo>
                <a:lnTo>
                  <a:pt x="300240" y="0"/>
                </a:lnTo>
                <a:lnTo>
                  <a:pt x="349034" y="3942"/>
                </a:lnTo>
                <a:lnTo>
                  <a:pt x="395332" y="15355"/>
                </a:lnTo>
                <a:lnTo>
                  <a:pt x="438511" y="33617"/>
                </a:lnTo>
                <a:lnTo>
                  <a:pt x="477951" y="58107"/>
                </a:lnTo>
                <a:lnTo>
                  <a:pt x="513029" y="88201"/>
                </a:lnTo>
                <a:lnTo>
                  <a:pt x="543123" y="123279"/>
                </a:lnTo>
                <a:lnTo>
                  <a:pt x="567612" y="162719"/>
                </a:lnTo>
                <a:lnTo>
                  <a:pt x="585874" y="205898"/>
                </a:lnTo>
                <a:lnTo>
                  <a:pt x="597288" y="252196"/>
                </a:lnTo>
                <a:lnTo>
                  <a:pt x="601230" y="300989"/>
                </a:lnTo>
                <a:lnTo>
                  <a:pt x="597288" y="349762"/>
                </a:lnTo>
                <a:lnTo>
                  <a:pt x="585874" y="396002"/>
                </a:lnTo>
                <a:lnTo>
                  <a:pt x="567612" y="439096"/>
                </a:lnTo>
                <a:lnTo>
                  <a:pt x="543123" y="478432"/>
                </a:lnTo>
                <a:lnTo>
                  <a:pt x="513029" y="513397"/>
                </a:lnTo>
                <a:lnTo>
                  <a:pt x="477951" y="543379"/>
                </a:lnTo>
                <a:lnTo>
                  <a:pt x="438511" y="567764"/>
                </a:lnTo>
                <a:lnTo>
                  <a:pt x="395332" y="585941"/>
                </a:lnTo>
                <a:lnTo>
                  <a:pt x="349034" y="597296"/>
                </a:lnTo>
                <a:lnTo>
                  <a:pt x="300240" y="601217"/>
                </a:lnTo>
                <a:lnTo>
                  <a:pt x="251464" y="597296"/>
                </a:lnTo>
                <a:lnTo>
                  <a:pt x="205222" y="585941"/>
                </a:lnTo>
                <a:lnTo>
                  <a:pt x="162125" y="567764"/>
                </a:lnTo>
                <a:lnTo>
                  <a:pt x="122788" y="543379"/>
                </a:lnTo>
                <a:lnTo>
                  <a:pt x="87822" y="513397"/>
                </a:lnTo>
                <a:lnTo>
                  <a:pt x="57839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459865" y="5454396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79">
                <a:moveTo>
                  <a:pt x="67056" y="182879"/>
                </a:moveTo>
                <a:lnTo>
                  <a:pt x="67056" y="0"/>
                </a:lnTo>
                <a:lnTo>
                  <a:pt x="52577" y="0"/>
                </a:lnTo>
                <a:lnTo>
                  <a:pt x="49153" y="5845"/>
                </a:lnTo>
                <a:lnTo>
                  <a:pt x="44662" y="11906"/>
                </a:lnTo>
                <a:lnTo>
                  <a:pt x="8975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145" y="47720"/>
                </a:lnTo>
                <a:lnTo>
                  <a:pt x="44958" y="40386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3840" h="182879">
                <a:moveTo>
                  <a:pt x="243840" y="20574"/>
                </a:moveTo>
                <a:lnTo>
                  <a:pt x="243840" y="3048"/>
                </a:lnTo>
                <a:lnTo>
                  <a:pt x="125730" y="3048"/>
                </a:lnTo>
                <a:lnTo>
                  <a:pt x="125730" y="24383"/>
                </a:lnTo>
                <a:lnTo>
                  <a:pt x="214871" y="24383"/>
                </a:lnTo>
                <a:lnTo>
                  <a:pt x="214871" y="60286"/>
                </a:lnTo>
                <a:lnTo>
                  <a:pt x="218120" y="54756"/>
                </a:lnTo>
                <a:lnTo>
                  <a:pt x="226690" y="41814"/>
                </a:lnTo>
                <a:lnTo>
                  <a:pt x="235262" y="30444"/>
                </a:lnTo>
                <a:lnTo>
                  <a:pt x="243840" y="20574"/>
                </a:lnTo>
                <a:close/>
              </a:path>
              <a:path w="243840" h="182879">
                <a:moveTo>
                  <a:pt x="214871" y="60286"/>
                </a:moveTo>
                <a:lnTo>
                  <a:pt x="214871" y="24383"/>
                </a:lnTo>
                <a:lnTo>
                  <a:pt x="206447" y="34670"/>
                </a:lnTo>
                <a:lnTo>
                  <a:pt x="182880" y="72389"/>
                </a:lnTo>
                <a:lnTo>
                  <a:pt x="164441" y="115788"/>
                </a:lnTo>
                <a:lnTo>
                  <a:pt x="153822" y="158972"/>
                </a:lnTo>
                <a:lnTo>
                  <a:pt x="151638" y="182879"/>
                </a:lnTo>
                <a:lnTo>
                  <a:pt x="174485" y="182879"/>
                </a:lnTo>
                <a:lnTo>
                  <a:pt x="175475" y="169449"/>
                </a:lnTo>
                <a:lnTo>
                  <a:pt x="177253" y="156590"/>
                </a:lnTo>
                <a:lnTo>
                  <a:pt x="188009" y="116597"/>
                </a:lnTo>
                <a:lnTo>
                  <a:pt x="209550" y="69341"/>
                </a:lnTo>
                <a:lnTo>
                  <a:pt x="214871" y="60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175370" y="526008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89"/>
                </a:moveTo>
                <a:lnTo>
                  <a:pt x="3921" y="252196"/>
                </a:lnTo>
                <a:lnTo>
                  <a:pt x="15277" y="205898"/>
                </a:lnTo>
                <a:lnTo>
                  <a:pt x="33455" y="162719"/>
                </a:lnTo>
                <a:lnTo>
                  <a:pt x="57842" y="123279"/>
                </a:lnTo>
                <a:lnTo>
                  <a:pt x="87825" y="88201"/>
                </a:lnTo>
                <a:lnTo>
                  <a:pt x="122791" y="58107"/>
                </a:lnTo>
                <a:lnTo>
                  <a:pt x="162127" y="33617"/>
                </a:lnTo>
                <a:lnTo>
                  <a:pt x="205220" y="15355"/>
                </a:lnTo>
                <a:lnTo>
                  <a:pt x="251458" y="3942"/>
                </a:lnTo>
                <a:lnTo>
                  <a:pt x="300227" y="0"/>
                </a:lnTo>
                <a:lnTo>
                  <a:pt x="349024" y="3942"/>
                </a:lnTo>
                <a:lnTo>
                  <a:pt x="395324" y="15355"/>
                </a:lnTo>
                <a:lnTo>
                  <a:pt x="438504" y="33617"/>
                </a:lnTo>
                <a:lnTo>
                  <a:pt x="477944" y="58107"/>
                </a:lnTo>
                <a:lnTo>
                  <a:pt x="513021" y="88201"/>
                </a:lnTo>
                <a:lnTo>
                  <a:pt x="543114" y="123279"/>
                </a:lnTo>
                <a:lnTo>
                  <a:pt x="567602" y="162719"/>
                </a:lnTo>
                <a:lnTo>
                  <a:pt x="585863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62"/>
                </a:lnTo>
                <a:lnTo>
                  <a:pt x="585863" y="396002"/>
                </a:lnTo>
                <a:lnTo>
                  <a:pt x="567602" y="439096"/>
                </a:lnTo>
                <a:lnTo>
                  <a:pt x="543114" y="478432"/>
                </a:lnTo>
                <a:lnTo>
                  <a:pt x="513021" y="513397"/>
                </a:lnTo>
                <a:lnTo>
                  <a:pt x="477944" y="543379"/>
                </a:lnTo>
                <a:lnTo>
                  <a:pt x="438504" y="567764"/>
                </a:lnTo>
                <a:lnTo>
                  <a:pt x="395324" y="585941"/>
                </a:lnTo>
                <a:lnTo>
                  <a:pt x="349024" y="597296"/>
                </a:lnTo>
                <a:lnTo>
                  <a:pt x="300227" y="601217"/>
                </a:lnTo>
                <a:lnTo>
                  <a:pt x="251458" y="597296"/>
                </a:lnTo>
                <a:lnTo>
                  <a:pt x="205220" y="585941"/>
                </a:lnTo>
                <a:lnTo>
                  <a:pt x="162127" y="567764"/>
                </a:lnTo>
                <a:lnTo>
                  <a:pt x="122791" y="543379"/>
                </a:lnTo>
                <a:lnTo>
                  <a:pt x="87825" y="513397"/>
                </a:lnTo>
                <a:lnTo>
                  <a:pt x="57842" y="478432"/>
                </a:lnTo>
                <a:lnTo>
                  <a:pt x="33455" y="439096"/>
                </a:lnTo>
                <a:lnTo>
                  <a:pt x="15277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344548" y="5454396"/>
            <a:ext cx="260985" cy="186055"/>
          </a:xfrm>
          <a:custGeom>
            <a:avLst/>
            <a:gdLst/>
            <a:ahLst/>
            <a:cxnLst/>
            <a:rect l="l" t="t" r="r" b="b"/>
            <a:pathLst>
              <a:path w="260984" h="186054">
                <a:moveTo>
                  <a:pt x="95999" y="174125"/>
                </a:moveTo>
                <a:lnTo>
                  <a:pt x="95999" y="129539"/>
                </a:lnTo>
                <a:lnTo>
                  <a:pt x="95297" y="137243"/>
                </a:lnTo>
                <a:lnTo>
                  <a:pt x="93238" y="144303"/>
                </a:lnTo>
                <a:lnTo>
                  <a:pt x="58674" y="167639"/>
                </a:lnTo>
                <a:lnTo>
                  <a:pt x="49529" y="167639"/>
                </a:lnTo>
                <a:lnTo>
                  <a:pt x="22859" y="131825"/>
                </a:lnTo>
                <a:lnTo>
                  <a:pt x="0" y="134874"/>
                </a:lnTo>
                <a:lnTo>
                  <a:pt x="18275" y="171450"/>
                </a:lnTo>
                <a:lnTo>
                  <a:pt x="56375" y="185812"/>
                </a:lnTo>
                <a:lnTo>
                  <a:pt x="60198" y="185749"/>
                </a:lnTo>
                <a:lnTo>
                  <a:pt x="70918" y="184915"/>
                </a:lnTo>
                <a:lnTo>
                  <a:pt x="82575" y="181832"/>
                </a:lnTo>
                <a:lnTo>
                  <a:pt x="92946" y="176605"/>
                </a:lnTo>
                <a:lnTo>
                  <a:pt x="95999" y="174125"/>
                </a:lnTo>
                <a:close/>
              </a:path>
              <a:path w="260984" h="186054">
                <a:moveTo>
                  <a:pt x="110477" y="54863"/>
                </a:moveTo>
                <a:lnTo>
                  <a:pt x="110477" y="38862"/>
                </a:lnTo>
                <a:lnTo>
                  <a:pt x="108191" y="31241"/>
                </a:lnTo>
                <a:lnTo>
                  <a:pt x="78152" y="3536"/>
                </a:lnTo>
                <a:lnTo>
                  <a:pt x="56375" y="54"/>
                </a:lnTo>
                <a:lnTo>
                  <a:pt x="47243" y="697"/>
                </a:lnTo>
                <a:lnTo>
                  <a:pt x="9239" y="27146"/>
                </a:lnTo>
                <a:lnTo>
                  <a:pt x="2285" y="47243"/>
                </a:lnTo>
                <a:lnTo>
                  <a:pt x="25145" y="51053"/>
                </a:lnTo>
                <a:lnTo>
                  <a:pt x="26723" y="43441"/>
                </a:lnTo>
                <a:lnTo>
                  <a:pt x="29069" y="36824"/>
                </a:lnTo>
                <a:lnTo>
                  <a:pt x="32105" y="31230"/>
                </a:lnTo>
                <a:lnTo>
                  <a:pt x="35801" y="26669"/>
                </a:lnTo>
                <a:lnTo>
                  <a:pt x="41909" y="20574"/>
                </a:lnTo>
                <a:lnTo>
                  <a:pt x="49529" y="18287"/>
                </a:lnTo>
                <a:lnTo>
                  <a:pt x="66293" y="18287"/>
                </a:lnTo>
                <a:lnTo>
                  <a:pt x="73901" y="20574"/>
                </a:lnTo>
                <a:lnTo>
                  <a:pt x="79355" y="26030"/>
                </a:lnTo>
                <a:lnTo>
                  <a:pt x="84581" y="32003"/>
                </a:lnTo>
                <a:lnTo>
                  <a:pt x="87629" y="38100"/>
                </a:lnTo>
                <a:lnTo>
                  <a:pt x="87629" y="82780"/>
                </a:lnTo>
                <a:lnTo>
                  <a:pt x="93725" y="80009"/>
                </a:lnTo>
                <a:lnTo>
                  <a:pt x="99821" y="75437"/>
                </a:lnTo>
                <a:lnTo>
                  <a:pt x="104393" y="68579"/>
                </a:lnTo>
                <a:lnTo>
                  <a:pt x="108953" y="62483"/>
                </a:lnTo>
                <a:lnTo>
                  <a:pt x="110477" y="54863"/>
                </a:lnTo>
                <a:close/>
              </a:path>
              <a:path w="260984" h="186054">
                <a:moveTo>
                  <a:pt x="87629" y="82780"/>
                </a:moveTo>
                <a:lnTo>
                  <a:pt x="87629" y="46481"/>
                </a:lnTo>
                <a:lnTo>
                  <a:pt x="86915" y="53911"/>
                </a:lnTo>
                <a:lnTo>
                  <a:pt x="84772" y="60198"/>
                </a:lnTo>
                <a:lnTo>
                  <a:pt x="47243" y="76962"/>
                </a:lnTo>
                <a:lnTo>
                  <a:pt x="44195" y="96774"/>
                </a:lnTo>
                <a:lnTo>
                  <a:pt x="51041" y="94487"/>
                </a:lnTo>
                <a:lnTo>
                  <a:pt x="56375" y="93725"/>
                </a:lnTo>
                <a:lnTo>
                  <a:pt x="60198" y="93725"/>
                </a:lnTo>
                <a:lnTo>
                  <a:pt x="67776" y="94428"/>
                </a:lnTo>
                <a:lnTo>
                  <a:pt x="74575" y="96488"/>
                </a:lnTo>
                <a:lnTo>
                  <a:pt x="80663" y="99833"/>
                </a:lnTo>
                <a:lnTo>
                  <a:pt x="85343" y="103755"/>
                </a:lnTo>
                <a:lnTo>
                  <a:pt x="85343" y="83819"/>
                </a:lnTo>
                <a:lnTo>
                  <a:pt x="87629" y="82780"/>
                </a:lnTo>
                <a:close/>
              </a:path>
              <a:path w="260984" h="186054">
                <a:moveTo>
                  <a:pt x="119633" y="128777"/>
                </a:moveTo>
                <a:lnTo>
                  <a:pt x="99625" y="89820"/>
                </a:lnTo>
                <a:lnTo>
                  <a:pt x="85343" y="83819"/>
                </a:lnTo>
                <a:lnTo>
                  <a:pt x="85343" y="103755"/>
                </a:lnTo>
                <a:lnTo>
                  <a:pt x="86105" y="104393"/>
                </a:lnTo>
                <a:lnTo>
                  <a:pt x="90218" y="109394"/>
                </a:lnTo>
                <a:lnTo>
                  <a:pt x="93333" y="115252"/>
                </a:lnTo>
                <a:lnTo>
                  <a:pt x="95308" y="121967"/>
                </a:lnTo>
                <a:lnTo>
                  <a:pt x="95999" y="129539"/>
                </a:lnTo>
                <a:lnTo>
                  <a:pt x="95999" y="174125"/>
                </a:lnTo>
                <a:lnTo>
                  <a:pt x="102107" y="169163"/>
                </a:lnTo>
                <a:lnTo>
                  <a:pt x="109663" y="160603"/>
                </a:lnTo>
                <a:lnTo>
                  <a:pt x="115152" y="150971"/>
                </a:lnTo>
                <a:lnTo>
                  <a:pt x="118501" y="140338"/>
                </a:lnTo>
                <a:lnTo>
                  <a:pt x="119633" y="128777"/>
                </a:lnTo>
                <a:close/>
              </a:path>
              <a:path w="260984" h="186054">
                <a:moveTo>
                  <a:pt x="260591" y="92963"/>
                </a:moveTo>
                <a:lnTo>
                  <a:pt x="256793" y="49529"/>
                </a:lnTo>
                <a:lnTo>
                  <a:pt x="234695" y="9905"/>
                </a:lnTo>
                <a:lnTo>
                  <a:pt x="201167" y="0"/>
                </a:lnTo>
                <a:lnTo>
                  <a:pt x="191756" y="595"/>
                </a:lnTo>
                <a:lnTo>
                  <a:pt x="156773" y="23336"/>
                </a:lnTo>
                <a:lnTo>
                  <a:pt x="143444" y="63912"/>
                </a:lnTo>
                <a:lnTo>
                  <a:pt x="141731" y="92963"/>
                </a:lnTo>
                <a:lnTo>
                  <a:pt x="142873" y="116836"/>
                </a:lnTo>
                <a:lnTo>
                  <a:pt x="146299" y="137064"/>
                </a:lnTo>
                <a:lnTo>
                  <a:pt x="152013" y="153721"/>
                </a:lnTo>
                <a:lnTo>
                  <a:pt x="160019" y="166877"/>
                </a:lnTo>
                <a:lnTo>
                  <a:pt x="164579" y="171604"/>
                </a:lnTo>
                <a:lnTo>
                  <a:pt x="164579" y="92963"/>
                </a:lnTo>
                <a:lnTo>
                  <a:pt x="165293" y="72389"/>
                </a:lnTo>
                <a:lnTo>
                  <a:pt x="176021" y="31241"/>
                </a:lnTo>
                <a:lnTo>
                  <a:pt x="201167" y="18287"/>
                </a:lnTo>
                <a:lnTo>
                  <a:pt x="208430" y="19264"/>
                </a:lnTo>
                <a:lnTo>
                  <a:pt x="234981" y="55435"/>
                </a:lnTo>
                <a:lnTo>
                  <a:pt x="237743" y="92963"/>
                </a:lnTo>
                <a:lnTo>
                  <a:pt x="237743" y="172118"/>
                </a:lnTo>
                <a:lnTo>
                  <a:pt x="240667" y="169104"/>
                </a:lnTo>
                <a:lnTo>
                  <a:pt x="256744" y="134219"/>
                </a:lnTo>
                <a:lnTo>
                  <a:pt x="260164" y="108239"/>
                </a:lnTo>
                <a:lnTo>
                  <a:pt x="260591" y="92963"/>
                </a:lnTo>
                <a:close/>
              </a:path>
              <a:path w="260984" h="186054">
                <a:moveTo>
                  <a:pt x="237743" y="172118"/>
                </a:moveTo>
                <a:lnTo>
                  <a:pt x="237743" y="92963"/>
                </a:lnTo>
                <a:lnTo>
                  <a:pt x="237041" y="113395"/>
                </a:lnTo>
                <a:lnTo>
                  <a:pt x="234981" y="130111"/>
                </a:lnTo>
                <a:lnTo>
                  <a:pt x="215550" y="163734"/>
                </a:lnTo>
                <a:lnTo>
                  <a:pt x="201167" y="167639"/>
                </a:lnTo>
                <a:lnTo>
                  <a:pt x="193899" y="166651"/>
                </a:lnTo>
                <a:lnTo>
                  <a:pt x="167343" y="130111"/>
                </a:lnTo>
                <a:lnTo>
                  <a:pt x="164579" y="92963"/>
                </a:lnTo>
                <a:lnTo>
                  <a:pt x="164579" y="171604"/>
                </a:lnTo>
                <a:lnTo>
                  <a:pt x="168162" y="175319"/>
                </a:lnTo>
                <a:lnTo>
                  <a:pt x="177731" y="181260"/>
                </a:lnTo>
                <a:lnTo>
                  <a:pt x="188732" y="184773"/>
                </a:lnTo>
                <a:lnTo>
                  <a:pt x="201167" y="185927"/>
                </a:lnTo>
                <a:lnTo>
                  <a:pt x="210905" y="185225"/>
                </a:lnTo>
                <a:lnTo>
                  <a:pt x="219641" y="183165"/>
                </a:lnTo>
                <a:lnTo>
                  <a:pt x="227523" y="179820"/>
                </a:lnTo>
                <a:lnTo>
                  <a:pt x="234695" y="175259"/>
                </a:lnTo>
                <a:lnTo>
                  <a:pt x="237743" y="172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664343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17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6" y="396081"/>
                </a:lnTo>
                <a:lnTo>
                  <a:pt x="33453" y="439260"/>
                </a:lnTo>
                <a:lnTo>
                  <a:pt x="57838" y="478700"/>
                </a:lnTo>
                <a:lnTo>
                  <a:pt x="87820" y="513778"/>
                </a:lnTo>
                <a:lnTo>
                  <a:pt x="122785" y="543872"/>
                </a:lnTo>
                <a:lnTo>
                  <a:pt x="162121" y="568362"/>
                </a:lnTo>
                <a:lnTo>
                  <a:pt x="205215" y="586624"/>
                </a:lnTo>
                <a:lnTo>
                  <a:pt x="251455" y="598037"/>
                </a:lnTo>
                <a:lnTo>
                  <a:pt x="300227" y="601979"/>
                </a:lnTo>
                <a:lnTo>
                  <a:pt x="349021" y="598037"/>
                </a:lnTo>
                <a:lnTo>
                  <a:pt x="395319" y="586624"/>
                </a:lnTo>
                <a:lnTo>
                  <a:pt x="438498" y="568362"/>
                </a:lnTo>
                <a:lnTo>
                  <a:pt x="477938" y="543872"/>
                </a:lnTo>
                <a:lnTo>
                  <a:pt x="513016" y="513778"/>
                </a:lnTo>
                <a:lnTo>
                  <a:pt x="543110" y="478700"/>
                </a:lnTo>
                <a:lnTo>
                  <a:pt x="567600" y="439260"/>
                </a:lnTo>
                <a:lnTo>
                  <a:pt x="585862" y="396081"/>
                </a:lnTo>
                <a:lnTo>
                  <a:pt x="597275" y="349783"/>
                </a:lnTo>
                <a:lnTo>
                  <a:pt x="601217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64343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83"/>
                </a:lnTo>
                <a:lnTo>
                  <a:pt x="585862" y="396081"/>
                </a:lnTo>
                <a:lnTo>
                  <a:pt x="567600" y="439260"/>
                </a:lnTo>
                <a:lnTo>
                  <a:pt x="543110" y="478700"/>
                </a:lnTo>
                <a:lnTo>
                  <a:pt x="513016" y="513778"/>
                </a:lnTo>
                <a:lnTo>
                  <a:pt x="477938" y="543872"/>
                </a:lnTo>
                <a:lnTo>
                  <a:pt x="438498" y="568362"/>
                </a:lnTo>
                <a:lnTo>
                  <a:pt x="395319" y="586624"/>
                </a:lnTo>
                <a:lnTo>
                  <a:pt x="349021" y="598037"/>
                </a:lnTo>
                <a:lnTo>
                  <a:pt x="300227" y="601979"/>
                </a:lnTo>
                <a:lnTo>
                  <a:pt x="251455" y="598037"/>
                </a:lnTo>
                <a:lnTo>
                  <a:pt x="205215" y="586624"/>
                </a:lnTo>
                <a:lnTo>
                  <a:pt x="162121" y="568362"/>
                </a:lnTo>
                <a:lnTo>
                  <a:pt x="122785" y="543872"/>
                </a:lnTo>
                <a:lnTo>
                  <a:pt x="87820" y="513778"/>
                </a:lnTo>
                <a:lnTo>
                  <a:pt x="57838" y="478700"/>
                </a:lnTo>
                <a:lnTo>
                  <a:pt x="33453" y="439260"/>
                </a:lnTo>
                <a:lnTo>
                  <a:pt x="15276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903611" y="6656831"/>
            <a:ext cx="120650" cy="186055"/>
          </a:xfrm>
          <a:custGeom>
            <a:avLst/>
            <a:gdLst/>
            <a:ahLst/>
            <a:cxnLst/>
            <a:rect l="l" t="t" r="r" b="b"/>
            <a:pathLst>
              <a:path w="120650" h="186054">
                <a:moveTo>
                  <a:pt x="117348" y="45720"/>
                </a:moveTo>
                <a:lnTo>
                  <a:pt x="93285" y="6750"/>
                </a:lnTo>
                <a:lnTo>
                  <a:pt x="65532" y="0"/>
                </a:lnTo>
                <a:lnTo>
                  <a:pt x="51851" y="1297"/>
                </a:lnTo>
                <a:lnTo>
                  <a:pt x="11251" y="35063"/>
                </a:lnTo>
                <a:lnTo>
                  <a:pt x="1273" y="73092"/>
                </a:lnTo>
                <a:lnTo>
                  <a:pt x="0" y="97536"/>
                </a:lnTo>
                <a:lnTo>
                  <a:pt x="1131" y="119705"/>
                </a:lnTo>
                <a:lnTo>
                  <a:pt x="4476" y="138302"/>
                </a:lnTo>
                <a:lnTo>
                  <a:pt x="9965" y="153471"/>
                </a:lnTo>
                <a:lnTo>
                  <a:pt x="17525" y="165353"/>
                </a:lnTo>
                <a:lnTo>
                  <a:pt x="22098" y="169589"/>
                </a:lnTo>
                <a:lnTo>
                  <a:pt x="22098" y="89153"/>
                </a:lnTo>
                <a:lnTo>
                  <a:pt x="22526" y="76283"/>
                </a:lnTo>
                <a:lnTo>
                  <a:pt x="35814" y="34099"/>
                </a:lnTo>
                <a:lnTo>
                  <a:pt x="57150" y="18288"/>
                </a:lnTo>
                <a:lnTo>
                  <a:pt x="73151" y="18288"/>
                </a:lnTo>
                <a:lnTo>
                  <a:pt x="80010" y="22098"/>
                </a:lnTo>
                <a:lnTo>
                  <a:pt x="89916" y="32003"/>
                </a:lnTo>
                <a:lnTo>
                  <a:pt x="92963" y="38862"/>
                </a:lnTo>
                <a:lnTo>
                  <a:pt x="94487" y="47244"/>
                </a:lnTo>
                <a:lnTo>
                  <a:pt x="117348" y="45720"/>
                </a:lnTo>
                <a:close/>
              </a:path>
              <a:path w="120650" h="186054">
                <a:moveTo>
                  <a:pt x="120396" y="124206"/>
                </a:moveTo>
                <a:lnTo>
                  <a:pt x="104394" y="81534"/>
                </a:lnTo>
                <a:lnTo>
                  <a:pt x="66294" y="64770"/>
                </a:lnTo>
                <a:lnTo>
                  <a:pt x="57912" y="64770"/>
                </a:lnTo>
                <a:lnTo>
                  <a:pt x="22098" y="89153"/>
                </a:lnTo>
                <a:lnTo>
                  <a:pt x="22098" y="169589"/>
                </a:lnTo>
                <a:lnTo>
                  <a:pt x="25908" y="173119"/>
                </a:lnTo>
                <a:lnTo>
                  <a:pt x="25908" y="124206"/>
                </a:lnTo>
                <a:lnTo>
                  <a:pt x="26503" y="115609"/>
                </a:lnTo>
                <a:lnTo>
                  <a:pt x="54578" y="85284"/>
                </a:lnTo>
                <a:lnTo>
                  <a:pt x="61722" y="84582"/>
                </a:lnTo>
                <a:lnTo>
                  <a:pt x="69306" y="85284"/>
                </a:lnTo>
                <a:lnTo>
                  <a:pt x="96845" y="116252"/>
                </a:lnTo>
                <a:lnTo>
                  <a:pt x="97536" y="124968"/>
                </a:lnTo>
                <a:lnTo>
                  <a:pt x="97536" y="174935"/>
                </a:lnTo>
                <a:lnTo>
                  <a:pt x="98952" y="173890"/>
                </a:lnTo>
                <a:lnTo>
                  <a:pt x="118586" y="140779"/>
                </a:lnTo>
                <a:lnTo>
                  <a:pt x="119955" y="132635"/>
                </a:lnTo>
                <a:lnTo>
                  <a:pt x="120396" y="124206"/>
                </a:lnTo>
                <a:close/>
              </a:path>
              <a:path w="120650" h="186054">
                <a:moveTo>
                  <a:pt x="97536" y="174935"/>
                </a:moveTo>
                <a:lnTo>
                  <a:pt x="97536" y="124968"/>
                </a:lnTo>
                <a:lnTo>
                  <a:pt x="96845" y="134564"/>
                </a:lnTo>
                <a:lnTo>
                  <a:pt x="94869" y="142875"/>
                </a:lnTo>
                <a:lnTo>
                  <a:pt x="63246" y="167640"/>
                </a:lnTo>
                <a:lnTo>
                  <a:pt x="56387" y="167640"/>
                </a:lnTo>
                <a:lnTo>
                  <a:pt x="27432" y="139446"/>
                </a:lnTo>
                <a:lnTo>
                  <a:pt x="25908" y="131825"/>
                </a:lnTo>
                <a:lnTo>
                  <a:pt x="25908" y="173119"/>
                </a:lnTo>
                <a:lnTo>
                  <a:pt x="27241" y="174355"/>
                </a:lnTo>
                <a:lnTo>
                  <a:pt x="38100" y="180784"/>
                </a:lnTo>
                <a:lnTo>
                  <a:pt x="50101" y="184642"/>
                </a:lnTo>
                <a:lnTo>
                  <a:pt x="63246" y="185927"/>
                </a:lnTo>
                <a:lnTo>
                  <a:pt x="71104" y="185487"/>
                </a:lnTo>
                <a:lnTo>
                  <a:pt x="78676" y="184118"/>
                </a:lnTo>
                <a:lnTo>
                  <a:pt x="85963" y="181748"/>
                </a:lnTo>
                <a:lnTo>
                  <a:pt x="92963" y="178308"/>
                </a:lnTo>
                <a:lnTo>
                  <a:pt x="97536" y="174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566551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17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6" y="396081"/>
                </a:lnTo>
                <a:lnTo>
                  <a:pt x="33453" y="439260"/>
                </a:lnTo>
                <a:lnTo>
                  <a:pt x="57838" y="478700"/>
                </a:lnTo>
                <a:lnTo>
                  <a:pt x="87820" y="513778"/>
                </a:lnTo>
                <a:lnTo>
                  <a:pt x="122785" y="543872"/>
                </a:lnTo>
                <a:lnTo>
                  <a:pt x="162121" y="568362"/>
                </a:lnTo>
                <a:lnTo>
                  <a:pt x="205215" y="586624"/>
                </a:lnTo>
                <a:lnTo>
                  <a:pt x="251455" y="598037"/>
                </a:lnTo>
                <a:lnTo>
                  <a:pt x="300227" y="601979"/>
                </a:lnTo>
                <a:lnTo>
                  <a:pt x="349021" y="598037"/>
                </a:lnTo>
                <a:lnTo>
                  <a:pt x="395319" y="586624"/>
                </a:lnTo>
                <a:lnTo>
                  <a:pt x="438498" y="568362"/>
                </a:lnTo>
                <a:lnTo>
                  <a:pt x="477938" y="543872"/>
                </a:lnTo>
                <a:lnTo>
                  <a:pt x="513016" y="513778"/>
                </a:lnTo>
                <a:lnTo>
                  <a:pt x="543110" y="478700"/>
                </a:lnTo>
                <a:lnTo>
                  <a:pt x="567600" y="439260"/>
                </a:lnTo>
                <a:lnTo>
                  <a:pt x="585862" y="396081"/>
                </a:lnTo>
                <a:lnTo>
                  <a:pt x="597275" y="349783"/>
                </a:lnTo>
                <a:lnTo>
                  <a:pt x="601217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66551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7" y="300989"/>
                </a:lnTo>
                <a:lnTo>
                  <a:pt x="597275" y="349783"/>
                </a:lnTo>
                <a:lnTo>
                  <a:pt x="585862" y="396081"/>
                </a:lnTo>
                <a:lnTo>
                  <a:pt x="567600" y="439260"/>
                </a:lnTo>
                <a:lnTo>
                  <a:pt x="543110" y="478700"/>
                </a:lnTo>
                <a:lnTo>
                  <a:pt x="513016" y="513778"/>
                </a:lnTo>
                <a:lnTo>
                  <a:pt x="477938" y="543872"/>
                </a:lnTo>
                <a:lnTo>
                  <a:pt x="438498" y="568362"/>
                </a:lnTo>
                <a:lnTo>
                  <a:pt x="395319" y="586624"/>
                </a:lnTo>
                <a:lnTo>
                  <a:pt x="349021" y="598037"/>
                </a:lnTo>
                <a:lnTo>
                  <a:pt x="300227" y="601979"/>
                </a:lnTo>
                <a:lnTo>
                  <a:pt x="251455" y="598037"/>
                </a:lnTo>
                <a:lnTo>
                  <a:pt x="205215" y="586624"/>
                </a:lnTo>
                <a:lnTo>
                  <a:pt x="162121" y="568362"/>
                </a:lnTo>
                <a:lnTo>
                  <a:pt x="122785" y="543872"/>
                </a:lnTo>
                <a:lnTo>
                  <a:pt x="87820" y="513778"/>
                </a:lnTo>
                <a:lnTo>
                  <a:pt x="57838" y="478700"/>
                </a:lnTo>
                <a:lnTo>
                  <a:pt x="33453" y="439260"/>
                </a:lnTo>
                <a:lnTo>
                  <a:pt x="15276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753241" y="6656831"/>
            <a:ext cx="243204" cy="186055"/>
          </a:xfrm>
          <a:custGeom>
            <a:avLst/>
            <a:gdLst/>
            <a:ahLst/>
            <a:cxnLst/>
            <a:rect l="l" t="t" r="r" b="b"/>
            <a:pathLst>
              <a:path w="243204" h="186054">
                <a:moveTo>
                  <a:pt x="67055" y="182879"/>
                </a:moveTo>
                <a:lnTo>
                  <a:pt x="67055" y="0"/>
                </a:lnTo>
                <a:lnTo>
                  <a:pt x="52577" y="0"/>
                </a:lnTo>
                <a:lnTo>
                  <a:pt x="49160" y="6167"/>
                </a:lnTo>
                <a:lnTo>
                  <a:pt x="44672" y="12192"/>
                </a:lnTo>
                <a:lnTo>
                  <a:pt x="8977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433" y="48291"/>
                </a:lnTo>
                <a:lnTo>
                  <a:pt x="44957" y="40386"/>
                </a:lnTo>
                <a:lnTo>
                  <a:pt x="44957" y="182879"/>
                </a:lnTo>
                <a:lnTo>
                  <a:pt x="67055" y="182879"/>
                </a:lnTo>
                <a:close/>
              </a:path>
              <a:path w="243204" h="186054">
                <a:moveTo>
                  <a:pt x="243077" y="92964"/>
                </a:moveTo>
                <a:lnTo>
                  <a:pt x="239267" y="50292"/>
                </a:lnTo>
                <a:lnTo>
                  <a:pt x="217169" y="9906"/>
                </a:lnTo>
                <a:lnTo>
                  <a:pt x="183641" y="0"/>
                </a:lnTo>
                <a:lnTo>
                  <a:pt x="174236" y="702"/>
                </a:lnTo>
                <a:lnTo>
                  <a:pt x="139255" y="23907"/>
                </a:lnTo>
                <a:lnTo>
                  <a:pt x="125920" y="63912"/>
                </a:lnTo>
                <a:lnTo>
                  <a:pt x="124205" y="92964"/>
                </a:lnTo>
                <a:lnTo>
                  <a:pt x="125349" y="116955"/>
                </a:lnTo>
                <a:lnTo>
                  <a:pt x="128777" y="137445"/>
                </a:lnTo>
                <a:lnTo>
                  <a:pt x="134492" y="154364"/>
                </a:lnTo>
                <a:lnTo>
                  <a:pt x="142493" y="167640"/>
                </a:lnTo>
                <a:lnTo>
                  <a:pt x="147065" y="172131"/>
                </a:lnTo>
                <a:lnTo>
                  <a:pt x="147065" y="92964"/>
                </a:lnTo>
                <a:lnTo>
                  <a:pt x="147792" y="72401"/>
                </a:lnTo>
                <a:lnTo>
                  <a:pt x="159257" y="32003"/>
                </a:lnTo>
                <a:lnTo>
                  <a:pt x="183641" y="19050"/>
                </a:lnTo>
                <a:lnTo>
                  <a:pt x="191226" y="19919"/>
                </a:lnTo>
                <a:lnTo>
                  <a:pt x="217455" y="55816"/>
                </a:lnTo>
                <a:lnTo>
                  <a:pt x="220217" y="92964"/>
                </a:lnTo>
                <a:lnTo>
                  <a:pt x="220217" y="172345"/>
                </a:lnTo>
                <a:lnTo>
                  <a:pt x="223158" y="169533"/>
                </a:lnTo>
                <a:lnTo>
                  <a:pt x="239541" y="134219"/>
                </a:lnTo>
                <a:lnTo>
                  <a:pt x="242661" y="108239"/>
                </a:lnTo>
                <a:lnTo>
                  <a:pt x="243077" y="92964"/>
                </a:lnTo>
                <a:close/>
              </a:path>
              <a:path w="243204" h="186054">
                <a:moveTo>
                  <a:pt x="220217" y="172345"/>
                </a:moveTo>
                <a:lnTo>
                  <a:pt x="220217" y="92964"/>
                </a:lnTo>
                <a:lnTo>
                  <a:pt x="219515" y="113835"/>
                </a:lnTo>
                <a:lnTo>
                  <a:pt x="217455" y="130778"/>
                </a:lnTo>
                <a:lnTo>
                  <a:pt x="198024" y="164115"/>
                </a:lnTo>
                <a:lnTo>
                  <a:pt x="183641" y="167640"/>
                </a:lnTo>
                <a:lnTo>
                  <a:pt x="176379" y="166770"/>
                </a:lnTo>
                <a:lnTo>
                  <a:pt x="149828" y="130778"/>
                </a:lnTo>
                <a:lnTo>
                  <a:pt x="147065" y="92964"/>
                </a:lnTo>
                <a:lnTo>
                  <a:pt x="147065" y="172131"/>
                </a:lnTo>
                <a:lnTo>
                  <a:pt x="150637" y="175641"/>
                </a:lnTo>
                <a:lnTo>
                  <a:pt x="160210" y="181355"/>
                </a:lnTo>
                <a:lnTo>
                  <a:pt x="171211" y="184784"/>
                </a:lnTo>
                <a:lnTo>
                  <a:pt x="183641" y="185927"/>
                </a:lnTo>
                <a:lnTo>
                  <a:pt x="193381" y="185332"/>
                </a:lnTo>
                <a:lnTo>
                  <a:pt x="202120" y="183451"/>
                </a:lnTo>
                <a:lnTo>
                  <a:pt x="210002" y="180141"/>
                </a:lnTo>
                <a:lnTo>
                  <a:pt x="217169" y="175260"/>
                </a:lnTo>
                <a:lnTo>
                  <a:pt x="220217" y="1723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468759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18" y="300989"/>
                </a:moveTo>
                <a:lnTo>
                  <a:pt x="597275" y="252196"/>
                </a:lnTo>
                <a:lnTo>
                  <a:pt x="585862" y="205898"/>
                </a:lnTo>
                <a:lnTo>
                  <a:pt x="567600" y="162719"/>
                </a:lnTo>
                <a:lnTo>
                  <a:pt x="543110" y="123279"/>
                </a:lnTo>
                <a:lnTo>
                  <a:pt x="513016" y="88201"/>
                </a:lnTo>
                <a:lnTo>
                  <a:pt x="477938" y="58107"/>
                </a:lnTo>
                <a:lnTo>
                  <a:pt x="438498" y="33617"/>
                </a:lnTo>
                <a:lnTo>
                  <a:pt x="395319" y="15355"/>
                </a:lnTo>
                <a:lnTo>
                  <a:pt x="349021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6" y="396081"/>
                </a:lnTo>
                <a:lnTo>
                  <a:pt x="33453" y="439260"/>
                </a:lnTo>
                <a:lnTo>
                  <a:pt x="57838" y="478700"/>
                </a:lnTo>
                <a:lnTo>
                  <a:pt x="87820" y="513778"/>
                </a:lnTo>
                <a:lnTo>
                  <a:pt x="122785" y="543872"/>
                </a:lnTo>
                <a:lnTo>
                  <a:pt x="162121" y="568362"/>
                </a:lnTo>
                <a:lnTo>
                  <a:pt x="205215" y="586624"/>
                </a:lnTo>
                <a:lnTo>
                  <a:pt x="251455" y="598037"/>
                </a:lnTo>
                <a:lnTo>
                  <a:pt x="300227" y="601979"/>
                </a:lnTo>
                <a:lnTo>
                  <a:pt x="349021" y="598037"/>
                </a:lnTo>
                <a:lnTo>
                  <a:pt x="395319" y="586624"/>
                </a:lnTo>
                <a:lnTo>
                  <a:pt x="438498" y="568362"/>
                </a:lnTo>
                <a:lnTo>
                  <a:pt x="477938" y="543872"/>
                </a:lnTo>
                <a:lnTo>
                  <a:pt x="513016" y="513778"/>
                </a:lnTo>
                <a:lnTo>
                  <a:pt x="543110" y="478700"/>
                </a:lnTo>
                <a:lnTo>
                  <a:pt x="567600" y="439260"/>
                </a:lnTo>
                <a:lnTo>
                  <a:pt x="585862" y="396081"/>
                </a:lnTo>
                <a:lnTo>
                  <a:pt x="597275" y="349783"/>
                </a:lnTo>
                <a:lnTo>
                  <a:pt x="601218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468759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21" y="3942"/>
                </a:lnTo>
                <a:lnTo>
                  <a:pt x="395319" y="15355"/>
                </a:lnTo>
                <a:lnTo>
                  <a:pt x="438498" y="33617"/>
                </a:lnTo>
                <a:lnTo>
                  <a:pt x="477938" y="58107"/>
                </a:lnTo>
                <a:lnTo>
                  <a:pt x="513016" y="88201"/>
                </a:lnTo>
                <a:lnTo>
                  <a:pt x="543110" y="123279"/>
                </a:lnTo>
                <a:lnTo>
                  <a:pt x="567600" y="162719"/>
                </a:lnTo>
                <a:lnTo>
                  <a:pt x="585862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83"/>
                </a:lnTo>
                <a:lnTo>
                  <a:pt x="585862" y="396081"/>
                </a:lnTo>
                <a:lnTo>
                  <a:pt x="567600" y="439260"/>
                </a:lnTo>
                <a:lnTo>
                  <a:pt x="543110" y="478700"/>
                </a:lnTo>
                <a:lnTo>
                  <a:pt x="513016" y="513778"/>
                </a:lnTo>
                <a:lnTo>
                  <a:pt x="477938" y="543872"/>
                </a:lnTo>
                <a:lnTo>
                  <a:pt x="438498" y="568362"/>
                </a:lnTo>
                <a:lnTo>
                  <a:pt x="395319" y="586624"/>
                </a:lnTo>
                <a:lnTo>
                  <a:pt x="349021" y="598037"/>
                </a:lnTo>
                <a:lnTo>
                  <a:pt x="300227" y="601979"/>
                </a:lnTo>
                <a:lnTo>
                  <a:pt x="251455" y="598037"/>
                </a:lnTo>
                <a:lnTo>
                  <a:pt x="205215" y="586624"/>
                </a:lnTo>
                <a:lnTo>
                  <a:pt x="162121" y="568362"/>
                </a:lnTo>
                <a:lnTo>
                  <a:pt x="122785" y="543872"/>
                </a:lnTo>
                <a:lnTo>
                  <a:pt x="87820" y="513778"/>
                </a:lnTo>
                <a:lnTo>
                  <a:pt x="57838" y="478700"/>
                </a:lnTo>
                <a:lnTo>
                  <a:pt x="33453" y="439260"/>
                </a:lnTo>
                <a:lnTo>
                  <a:pt x="15276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655449" y="6656831"/>
            <a:ext cx="245745" cy="186055"/>
          </a:xfrm>
          <a:custGeom>
            <a:avLst/>
            <a:gdLst/>
            <a:ahLst/>
            <a:cxnLst/>
            <a:rect l="l" t="t" r="r" b="b"/>
            <a:pathLst>
              <a:path w="245745" h="186054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2"/>
                </a:lnTo>
                <a:lnTo>
                  <a:pt x="8977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433" y="48291"/>
                </a:lnTo>
                <a:lnTo>
                  <a:pt x="44958" y="40386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  <a:path w="245745" h="186054">
                <a:moveTo>
                  <a:pt x="221742" y="173096"/>
                </a:moveTo>
                <a:lnTo>
                  <a:pt x="221742" y="123444"/>
                </a:lnTo>
                <a:lnTo>
                  <a:pt x="221027" y="132838"/>
                </a:lnTo>
                <a:lnTo>
                  <a:pt x="218884" y="141446"/>
                </a:lnTo>
                <a:lnTo>
                  <a:pt x="182880" y="167640"/>
                </a:lnTo>
                <a:lnTo>
                  <a:pt x="173736" y="167640"/>
                </a:lnTo>
                <a:lnTo>
                  <a:pt x="147828" y="133350"/>
                </a:lnTo>
                <a:lnTo>
                  <a:pt x="124206" y="135636"/>
                </a:lnTo>
                <a:lnTo>
                  <a:pt x="142494" y="172212"/>
                </a:lnTo>
                <a:lnTo>
                  <a:pt x="182880" y="185927"/>
                </a:lnTo>
                <a:lnTo>
                  <a:pt x="197346" y="184618"/>
                </a:lnTo>
                <a:lnTo>
                  <a:pt x="210026" y="180594"/>
                </a:lnTo>
                <a:lnTo>
                  <a:pt x="221134" y="173712"/>
                </a:lnTo>
                <a:lnTo>
                  <a:pt x="221742" y="173096"/>
                </a:lnTo>
                <a:close/>
              </a:path>
              <a:path w="245745" h="186054">
                <a:moveTo>
                  <a:pt x="236220" y="24384"/>
                </a:moveTo>
                <a:lnTo>
                  <a:pt x="236220" y="3048"/>
                </a:lnTo>
                <a:lnTo>
                  <a:pt x="146304" y="3048"/>
                </a:lnTo>
                <a:lnTo>
                  <a:pt x="128016" y="96774"/>
                </a:lnTo>
                <a:lnTo>
                  <a:pt x="149352" y="99822"/>
                </a:lnTo>
                <a:lnTo>
                  <a:pt x="152400" y="94488"/>
                </a:lnTo>
                <a:lnTo>
                  <a:pt x="153924" y="92964"/>
                </a:lnTo>
                <a:lnTo>
                  <a:pt x="153924" y="73914"/>
                </a:lnTo>
                <a:lnTo>
                  <a:pt x="163830" y="24384"/>
                </a:lnTo>
                <a:lnTo>
                  <a:pt x="236220" y="24384"/>
                </a:lnTo>
                <a:close/>
              </a:path>
              <a:path w="245745" h="186054">
                <a:moveTo>
                  <a:pt x="245363" y="121158"/>
                </a:moveTo>
                <a:lnTo>
                  <a:pt x="228600" y="78486"/>
                </a:lnTo>
                <a:lnTo>
                  <a:pt x="188213" y="62484"/>
                </a:lnTo>
                <a:lnTo>
                  <a:pt x="179641" y="63198"/>
                </a:lnTo>
                <a:lnTo>
                  <a:pt x="171069" y="65341"/>
                </a:lnTo>
                <a:lnTo>
                  <a:pt x="162496" y="68913"/>
                </a:lnTo>
                <a:lnTo>
                  <a:pt x="153924" y="73914"/>
                </a:lnTo>
                <a:lnTo>
                  <a:pt x="153924" y="92964"/>
                </a:lnTo>
                <a:lnTo>
                  <a:pt x="156972" y="89916"/>
                </a:lnTo>
                <a:lnTo>
                  <a:pt x="169163" y="83820"/>
                </a:lnTo>
                <a:lnTo>
                  <a:pt x="175260" y="82296"/>
                </a:lnTo>
                <a:lnTo>
                  <a:pt x="182880" y="82296"/>
                </a:lnTo>
                <a:lnTo>
                  <a:pt x="218884" y="106203"/>
                </a:lnTo>
                <a:lnTo>
                  <a:pt x="221742" y="123444"/>
                </a:lnTo>
                <a:lnTo>
                  <a:pt x="221742" y="173096"/>
                </a:lnTo>
                <a:lnTo>
                  <a:pt x="230886" y="163829"/>
                </a:lnTo>
                <a:lnTo>
                  <a:pt x="237005" y="154697"/>
                </a:lnTo>
                <a:lnTo>
                  <a:pt x="241554" y="144494"/>
                </a:lnTo>
                <a:lnTo>
                  <a:pt x="244387" y="133290"/>
                </a:lnTo>
                <a:lnTo>
                  <a:pt x="245363" y="121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370967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05" y="300989"/>
                </a:moveTo>
                <a:lnTo>
                  <a:pt x="597262" y="252196"/>
                </a:lnTo>
                <a:lnTo>
                  <a:pt x="585849" y="205898"/>
                </a:lnTo>
                <a:lnTo>
                  <a:pt x="567587" y="162719"/>
                </a:lnTo>
                <a:lnTo>
                  <a:pt x="543099" y="123279"/>
                </a:lnTo>
                <a:lnTo>
                  <a:pt x="513005" y="88201"/>
                </a:lnTo>
                <a:lnTo>
                  <a:pt x="477928" y="58107"/>
                </a:lnTo>
                <a:lnTo>
                  <a:pt x="438490" y="33617"/>
                </a:lnTo>
                <a:lnTo>
                  <a:pt x="395313" y="15355"/>
                </a:lnTo>
                <a:lnTo>
                  <a:pt x="349018" y="3942"/>
                </a:lnTo>
                <a:lnTo>
                  <a:pt x="300227" y="0"/>
                </a:lnTo>
                <a:lnTo>
                  <a:pt x="251455" y="3942"/>
                </a:lnTo>
                <a:lnTo>
                  <a:pt x="205215" y="15355"/>
                </a:lnTo>
                <a:lnTo>
                  <a:pt x="162121" y="33617"/>
                </a:lnTo>
                <a:lnTo>
                  <a:pt x="122785" y="58107"/>
                </a:lnTo>
                <a:lnTo>
                  <a:pt x="87820" y="88201"/>
                </a:lnTo>
                <a:lnTo>
                  <a:pt x="57838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6" y="396081"/>
                </a:lnTo>
                <a:lnTo>
                  <a:pt x="33453" y="439260"/>
                </a:lnTo>
                <a:lnTo>
                  <a:pt x="57838" y="478700"/>
                </a:lnTo>
                <a:lnTo>
                  <a:pt x="87820" y="513778"/>
                </a:lnTo>
                <a:lnTo>
                  <a:pt x="122785" y="543872"/>
                </a:lnTo>
                <a:lnTo>
                  <a:pt x="162121" y="568362"/>
                </a:lnTo>
                <a:lnTo>
                  <a:pt x="205215" y="586624"/>
                </a:lnTo>
                <a:lnTo>
                  <a:pt x="251455" y="598037"/>
                </a:lnTo>
                <a:lnTo>
                  <a:pt x="300227" y="601980"/>
                </a:lnTo>
                <a:lnTo>
                  <a:pt x="349018" y="598037"/>
                </a:lnTo>
                <a:lnTo>
                  <a:pt x="395313" y="586624"/>
                </a:lnTo>
                <a:lnTo>
                  <a:pt x="438490" y="568362"/>
                </a:lnTo>
                <a:lnTo>
                  <a:pt x="477928" y="543872"/>
                </a:lnTo>
                <a:lnTo>
                  <a:pt x="513005" y="513778"/>
                </a:lnTo>
                <a:lnTo>
                  <a:pt x="543099" y="478700"/>
                </a:lnTo>
                <a:lnTo>
                  <a:pt x="567587" y="439260"/>
                </a:lnTo>
                <a:lnTo>
                  <a:pt x="585849" y="396081"/>
                </a:lnTo>
                <a:lnTo>
                  <a:pt x="597262" y="349783"/>
                </a:lnTo>
                <a:lnTo>
                  <a:pt x="601205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370967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018" y="3942"/>
                </a:lnTo>
                <a:lnTo>
                  <a:pt x="395313" y="15355"/>
                </a:lnTo>
                <a:lnTo>
                  <a:pt x="438490" y="33617"/>
                </a:lnTo>
                <a:lnTo>
                  <a:pt x="477928" y="58107"/>
                </a:lnTo>
                <a:lnTo>
                  <a:pt x="513005" y="88201"/>
                </a:lnTo>
                <a:lnTo>
                  <a:pt x="543099" y="123279"/>
                </a:lnTo>
                <a:lnTo>
                  <a:pt x="567587" y="162719"/>
                </a:lnTo>
                <a:lnTo>
                  <a:pt x="585849" y="205898"/>
                </a:lnTo>
                <a:lnTo>
                  <a:pt x="597262" y="252196"/>
                </a:lnTo>
                <a:lnTo>
                  <a:pt x="601205" y="300989"/>
                </a:lnTo>
                <a:lnTo>
                  <a:pt x="597262" y="349783"/>
                </a:lnTo>
                <a:lnTo>
                  <a:pt x="585849" y="396081"/>
                </a:lnTo>
                <a:lnTo>
                  <a:pt x="567587" y="439260"/>
                </a:lnTo>
                <a:lnTo>
                  <a:pt x="543099" y="478700"/>
                </a:lnTo>
                <a:lnTo>
                  <a:pt x="513005" y="513778"/>
                </a:lnTo>
                <a:lnTo>
                  <a:pt x="477928" y="543872"/>
                </a:lnTo>
                <a:lnTo>
                  <a:pt x="438490" y="568362"/>
                </a:lnTo>
                <a:lnTo>
                  <a:pt x="395313" y="586624"/>
                </a:lnTo>
                <a:lnTo>
                  <a:pt x="349018" y="598037"/>
                </a:lnTo>
                <a:lnTo>
                  <a:pt x="300227" y="601980"/>
                </a:lnTo>
                <a:lnTo>
                  <a:pt x="251455" y="598037"/>
                </a:lnTo>
                <a:lnTo>
                  <a:pt x="205215" y="586624"/>
                </a:lnTo>
                <a:lnTo>
                  <a:pt x="162121" y="568362"/>
                </a:lnTo>
                <a:lnTo>
                  <a:pt x="122785" y="543872"/>
                </a:lnTo>
                <a:lnTo>
                  <a:pt x="87820" y="513778"/>
                </a:lnTo>
                <a:lnTo>
                  <a:pt x="57838" y="478700"/>
                </a:lnTo>
                <a:lnTo>
                  <a:pt x="33453" y="439260"/>
                </a:lnTo>
                <a:lnTo>
                  <a:pt x="15276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557657" y="6656831"/>
            <a:ext cx="243840" cy="182880"/>
          </a:xfrm>
          <a:custGeom>
            <a:avLst/>
            <a:gdLst/>
            <a:ahLst/>
            <a:cxnLst/>
            <a:rect l="l" t="t" r="r" b="b"/>
            <a:pathLst>
              <a:path w="243840" h="182879">
                <a:moveTo>
                  <a:pt x="67043" y="182879"/>
                </a:moveTo>
                <a:lnTo>
                  <a:pt x="67043" y="0"/>
                </a:lnTo>
                <a:lnTo>
                  <a:pt x="52565" y="0"/>
                </a:lnTo>
                <a:lnTo>
                  <a:pt x="49149" y="6167"/>
                </a:lnTo>
                <a:lnTo>
                  <a:pt x="44664" y="12192"/>
                </a:lnTo>
                <a:lnTo>
                  <a:pt x="8971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142" y="48291"/>
                </a:lnTo>
                <a:lnTo>
                  <a:pt x="44957" y="40386"/>
                </a:lnTo>
                <a:lnTo>
                  <a:pt x="44957" y="182879"/>
                </a:lnTo>
                <a:lnTo>
                  <a:pt x="67043" y="182879"/>
                </a:lnTo>
                <a:close/>
              </a:path>
              <a:path w="243840" h="182879">
                <a:moveTo>
                  <a:pt x="243827" y="20574"/>
                </a:moveTo>
                <a:lnTo>
                  <a:pt x="243827" y="3048"/>
                </a:lnTo>
                <a:lnTo>
                  <a:pt x="125717" y="3048"/>
                </a:lnTo>
                <a:lnTo>
                  <a:pt x="125717" y="24384"/>
                </a:lnTo>
                <a:lnTo>
                  <a:pt x="214883" y="24384"/>
                </a:lnTo>
                <a:lnTo>
                  <a:pt x="214883" y="60948"/>
                </a:lnTo>
                <a:lnTo>
                  <a:pt x="218116" y="55399"/>
                </a:lnTo>
                <a:lnTo>
                  <a:pt x="226688" y="42195"/>
                </a:lnTo>
                <a:lnTo>
                  <a:pt x="235260" y="30563"/>
                </a:lnTo>
                <a:lnTo>
                  <a:pt x="243827" y="20574"/>
                </a:lnTo>
                <a:close/>
              </a:path>
              <a:path w="243840" h="182879">
                <a:moveTo>
                  <a:pt x="214883" y="60948"/>
                </a:moveTo>
                <a:lnTo>
                  <a:pt x="214883" y="24384"/>
                </a:lnTo>
                <a:lnTo>
                  <a:pt x="206448" y="34671"/>
                </a:lnTo>
                <a:lnTo>
                  <a:pt x="182867" y="72390"/>
                </a:lnTo>
                <a:lnTo>
                  <a:pt x="164443" y="116216"/>
                </a:lnTo>
                <a:lnTo>
                  <a:pt x="153828" y="159543"/>
                </a:lnTo>
                <a:lnTo>
                  <a:pt x="151638" y="182879"/>
                </a:lnTo>
                <a:lnTo>
                  <a:pt x="174498" y="182879"/>
                </a:lnTo>
                <a:lnTo>
                  <a:pt x="175486" y="169890"/>
                </a:lnTo>
                <a:lnTo>
                  <a:pt x="177258" y="157257"/>
                </a:lnTo>
                <a:lnTo>
                  <a:pt x="188000" y="117038"/>
                </a:lnTo>
                <a:lnTo>
                  <a:pt x="209550" y="70103"/>
                </a:lnTo>
                <a:lnTo>
                  <a:pt x="214883" y="60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273163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30" y="300989"/>
                </a:moveTo>
                <a:lnTo>
                  <a:pt x="597288" y="252196"/>
                </a:lnTo>
                <a:lnTo>
                  <a:pt x="585874" y="205898"/>
                </a:lnTo>
                <a:lnTo>
                  <a:pt x="567612" y="162719"/>
                </a:lnTo>
                <a:lnTo>
                  <a:pt x="543123" y="123279"/>
                </a:lnTo>
                <a:lnTo>
                  <a:pt x="513029" y="88201"/>
                </a:lnTo>
                <a:lnTo>
                  <a:pt x="477951" y="58107"/>
                </a:lnTo>
                <a:lnTo>
                  <a:pt x="438511" y="33617"/>
                </a:lnTo>
                <a:lnTo>
                  <a:pt x="395332" y="15355"/>
                </a:lnTo>
                <a:lnTo>
                  <a:pt x="349034" y="3942"/>
                </a:lnTo>
                <a:lnTo>
                  <a:pt x="300240" y="0"/>
                </a:lnTo>
                <a:lnTo>
                  <a:pt x="251464" y="3942"/>
                </a:lnTo>
                <a:lnTo>
                  <a:pt x="205222" y="15355"/>
                </a:lnTo>
                <a:lnTo>
                  <a:pt x="162125" y="33617"/>
                </a:lnTo>
                <a:lnTo>
                  <a:pt x="122788" y="58107"/>
                </a:lnTo>
                <a:lnTo>
                  <a:pt x="87822" y="88201"/>
                </a:lnTo>
                <a:lnTo>
                  <a:pt x="57839" y="123279"/>
                </a:lnTo>
                <a:lnTo>
                  <a:pt x="33453" y="162719"/>
                </a:lnTo>
                <a:lnTo>
                  <a:pt x="15276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6" y="396081"/>
                </a:lnTo>
                <a:lnTo>
                  <a:pt x="33453" y="439260"/>
                </a:lnTo>
                <a:lnTo>
                  <a:pt x="57839" y="478700"/>
                </a:lnTo>
                <a:lnTo>
                  <a:pt x="87822" y="513778"/>
                </a:lnTo>
                <a:lnTo>
                  <a:pt x="122788" y="543872"/>
                </a:lnTo>
                <a:lnTo>
                  <a:pt x="162125" y="568362"/>
                </a:lnTo>
                <a:lnTo>
                  <a:pt x="205222" y="586624"/>
                </a:lnTo>
                <a:lnTo>
                  <a:pt x="251464" y="598037"/>
                </a:lnTo>
                <a:lnTo>
                  <a:pt x="300240" y="601980"/>
                </a:lnTo>
                <a:lnTo>
                  <a:pt x="349034" y="598037"/>
                </a:lnTo>
                <a:lnTo>
                  <a:pt x="395332" y="586624"/>
                </a:lnTo>
                <a:lnTo>
                  <a:pt x="438511" y="568362"/>
                </a:lnTo>
                <a:lnTo>
                  <a:pt x="477951" y="543872"/>
                </a:lnTo>
                <a:lnTo>
                  <a:pt x="513029" y="513778"/>
                </a:lnTo>
                <a:lnTo>
                  <a:pt x="543123" y="478700"/>
                </a:lnTo>
                <a:lnTo>
                  <a:pt x="567612" y="439260"/>
                </a:lnTo>
                <a:lnTo>
                  <a:pt x="585874" y="396081"/>
                </a:lnTo>
                <a:lnTo>
                  <a:pt x="597288" y="349783"/>
                </a:lnTo>
                <a:lnTo>
                  <a:pt x="601230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273163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9" y="123279"/>
                </a:lnTo>
                <a:lnTo>
                  <a:pt x="87822" y="88201"/>
                </a:lnTo>
                <a:lnTo>
                  <a:pt x="122788" y="58107"/>
                </a:lnTo>
                <a:lnTo>
                  <a:pt x="162125" y="33617"/>
                </a:lnTo>
                <a:lnTo>
                  <a:pt x="205222" y="15355"/>
                </a:lnTo>
                <a:lnTo>
                  <a:pt x="251464" y="3942"/>
                </a:lnTo>
                <a:lnTo>
                  <a:pt x="300240" y="0"/>
                </a:lnTo>
                <a:lnTo>
                  <a:pt x="349034" y="3942"/>
                </a:lnTo>
                <a:lnTo>
                  <a:pt x="395332" y="15355"/>
                </a:lnTo>
                <a:lnTo>
                  <a:pt x="438511" y="33617"/>
                </a:lnTo>
                <a:lnTo>
                  <a:pt x="477951" y="58107"/>
                </a:lnTo>
                <a:lnTo>
                  <a:pt x="513029" y="88201"/>
                </a:lnTo>
                <a:lnTo>
                  <a:pt x="543123" y="123279"/>
                </a:lnTo>
                <a:lnTo>
                  <a:pt x="567612" y="162719"/>
                </a:lnTo>
                <a:lnTo>
                  <a:pt x="585874" y="205898"/>
                </a:lnTo>
                <a:lnTo>
                  <a:pt x="597288" y="252196"/>
                </a:lnTo>
                <a:lnTo>
                  <a:pt x="601230" y="300989"/>
                </a:lnTo>
                <a:lnTo>
                  <a:pt x="597288" y="349783"/>
                </a:lnTo>
                <a:lnTo>
                  <a:pt x="585874" y="396081"/>
                </a:lnTo>
                <a:lnTo>
                  <a:pt x="567612" y="439260"/>
                </a:lnTo>
                <a:lnTo>
                  <a:pt x="543123" y="478700"/>
                </a:lnTo>
                <a:lnTo>
                  <a:pt x="513029" y="513778"/>
                </a:lnTo>
                <a:lnTo>
                  <a:pt x="477951" y="543872"/>
                </a:lnTo>
                <a:lnTo>
                  <a:pt x="438511" y="568362"/>
                </a:lnTo>
                <a:lnTo>
                  <a:pt x="395332" y="586624"/>
                </a:lnTo>
                <a:lnTo>
                  <a:pt x="349034" y="598037"/>
                </a:lnTo>
                <a:lnTo>
                  <a:pt x="300240" y="601980"/>
                </a:lnTo>
                <a:lnTo>
                  <a:pt x="251464" y="598037"/>
                </a:lnTo>
                <a:lnTo>
                  <a:pt x="205222" y="586624"/>
                </a:lnTo>
                <a:lnTo>
                  <a:pt x="162125" y="568362"/>
                </a:lnTo>
                <a:lnTo>
                  <a:pt x="122788" y="543872"/>
                </a:lnTo>
                <a:lnTo>
                  <a:pt x="87822" y="513778"/>
                </a:lnTo>
                <a:lnTo>
                  <a:pt x="57839" y="478700"/>
                </a:lnTo>
                <a:lnTo>
                  <a:pt x="33453" y="439260"/>
                </a:lnTo>
                <a:lnTo>
                  <a:pt x="15276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439291" y="6656831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4">
                <a:moveTo>
                  <a:pt x="97536" y="98469"/>
                </a:moveTo>
                <a:lnTo>
                  <a:pt x="97536" y="50292"/>
                </a:lnTo>
                <a:lnTo>
                  <a:pt x="96940" y="56709"/>
                </a:lnTo>
                <a:lnTo>
                  <a:pt x="95057" y="63341"/>
                </a:lnTo>
                <a:lnTo>
                  <a:pt x="71905" y="94107"/>
                </a:lnTo>
                <a:lnTo>
                  <a:pt x="38092" y="123539"/>
                </a:lnTo>
                <a:lnTo>
                  <a:pt x="30092" y="130683"/>
                </a:lnTo>
                <a:lnTo>
                  <a:pt x="5619" y="161472"/>
                </a:lnTo>
                <a:lnTo>
                  <a:pt x="3035" y="167640"/>
                </a:lnTo>
                <a:lnTo>
                  <a:pt x="762" y="172212"/>
                </a:lnTo>
                <a:lnTo>
                  <a:pt x="0" y="177546"/>
                </a:lnTo>
                <a:lnTo>
                  <a:pt x="762" y="182879"/>
                </a:lnTo>
                <a:lnTo>
                  <a:pt x="31229" y="182879"/>
                </a:lnTo>
                <a:lnTo>
                  <a:pt x="31229" y="161544"/>
                </a:lnTo>
                <a:lnTo>
                  <a:pt x="37338" y="153924"/>
                </a:lnTo>
                <a:lnTo>
                  <a:pt x="67056" y="126492"/>
                </a:lnTo>
                <a:lnTo>
                  <a:pt x="78194" y="116776"/>
                </a:lnTo>
                <a:lnTo>
                  <a:pt x="87623" y="108204"/>
                </a:lnTo>
                <a:lnTo>
                  <a:pt x="95338" y="100774"/>
                </a:lnTo>
                <a:lnTo>
                  <a:pt x="97536" y="98469"/>
                </a:lnTo>
                <a:close/>
              </a:path>
              <a:path w="264159" h="186054">
                <a:moveTo>
                  <a:pt x="120383" y="57912"/>
                </a:moveTo>
                <a:lnTo>
                  <a:pt x="120383" y="51053"/>
                </a:lnTo>
                <a:lnTo>
                  <a:pt x="119504" y="40624"/>
                </a:lnTo>
                <a:lnTo>
                  <a:pt x="97010" y="8358"/>
                </a:lnTo>
                <a:lnTo>
                  <a:pt x="63995" y="0"/>
                </a:lnTo>
                <a:lnTo>
                  <a:pt x="51560" y="857"/>
                </a:lnTo>
                <a:lnTo>
                  <a:pt x="15382" y="21288"/>
                </a:lnTo>
                <a:lnTo>
                  <a:pt x="4559" y="52577"/>
                </a:lnTo>
                <a:lnTo>
                  <a:pt x="27432" y="54864"/>
                </a:lnTo>
                <a:lnTo>
                  <a:pt x="28120" y="46839"/>
                </a:lnTo>
                <a:lnTo>
                  <a:pt x="30094" y="39814"/>
                </a:lnTo>
                <a:lnTo>
                  <a:pt x="63233" y="19050"/>
                </a:lnTo>
                <a:lnTo>
                  <a:pt x="70382" y="19621"/>
                </a:lnTo>
                <a:lnTo>
                  <a:pt x="97536" y="41148"/>
                </a:lnTo>
                <a:lnTo>
                  <a:pt x="97536" y="98469"/>
                </a:lnTo>
                <a:lnTo>
                  <a:pt x="101333" y="94488"/>
                </a:lnTo>
                <a:lnTo>
                  <a:pt x="106174" y="88784"/>
                </a:lnTo>
                <a:lnTo>
                  <a:pt x="110297" y="83153"/>
                </a:lnTo>
                <a:lnTo>
                  <a:pt x="113561" y="77664"/>
                </a:lnTo>
                <a:lnTo>
                  <a:pt x="115824" y="72390"/>
                </a:lnTo>
                <a:lnTo>
                  <a:pt x="118859" y="65532"/>
                </a:lnTo>
                <a:lnTo>
                  <a:pt x="120383" y="57912"/>
                </a:lnTo>
                <a:close/>
              </a:path>
              <a:path w="264159" h="186054">
                <a:moveTo>
                  <a:pt x="121145" y="182879"/>
                </a:moveTo>
                <a:lnTo>
                  <a:pt x="121145" y="161544"/>
                </a:lnTo>
                <a:lnTo>
                  <a:pt x="31229" y="161544"/>
                </a:lnTo>
                <a:lnTo>
                  <a:pt x="31229" y="182879"/>
                </a:lnTo>
                <a:lnTo>
                  <a:pt x="121145" y="182879"/>
                </a:lnTo>
                <a:close/>
              </a:path>
              <a:path w="264159" h="186054">
                <a:moveTo>
                  <a:pt x="263651" y="92964"/>
                </a:moveTo>
                <a:lnTo>
                  <a:pt x="259829" y="50292"/>
                </a:lnTo>
                <a:lnTo>
                  <a:pt x="237731" y="9906"/>
                </a:lnTo>
                <a:lnTo>
                  <a:pt x="204216" y="0"/>
                </a:lnTo>
                <a:lnTo>
                  <a:pt x="194810" y="702"/>
                </a:lnTo>
                <a:lnTo>
                  <a:pt x="159824" y="23907"/>
                </a:lnTo>
                <a:lnTo>
                  <a:pt x="146494" y="63912"/>
                </a:lnTo>
                <a:lnTo>
                  <a:pt x="144780" y="92964"/>
                </a:lnTo>
                <a:lnTo>
                  <a:pt x="145922" y="116955"/>
                </a:lnTo>
                <a:lnTo>
                  <a:pt x="149350" y="137445"/>
                </a:lnTo>
                <a:lnTo>
                  <a:pt x="155061" y="154364"/>
                </a:lnTo>
                <a:lnTo>
                  <a:pt x="163055" y="167640"/>
                </a:lnTo>
                <a:lnTo>
                  <a:pt x="167640" y="172140"/>
                </a:lnTo>
                <a:lnTo>
                  <a:pt x="167640" y="92964"/>
                </a:lnTo>
                <a:lnTo>
                  <a:pt x="168354" y="72401"/>
                </a:lnTo>
                <a:lnTo>
                  <a:pt x="179057" y="32003"/>
                </a:lnTo>
                <a:lnTo>
                  <a:pt x="204216" y="19050"/>
                </a:lnTo>
                <a:lnTo>
                  <a:pt x="211473" y="19919"/>
                </a:lnTo>
                <a:lnTo>
                  <a:pt x="238023" y="55816"/>
                </a:lnTo>
                <a:lnTo>
                  <a:pt x="240779" y="92964"/>
                </a:lnTo>
                <a:lnTo>
                  <a:pt x="240779" y="172342"/>
                </a:lnTo>
                <a:lnTo>
                  <a:pt x="243713" y="169533"/>
                </a:lnTo>
                <a:lnTo>
                  <a:pt x="259789" y="134219"/>
                </a:lnTo>
                <a:lnTo>
                  <a:pt x="263223" y="108239"/>
                </a:lnTo>
                <a:lnTo>
                  <a:pt x="263651" y="92964"/>
                </a:lnTo>
                <a:close/>
              </a:path>
              <a:path w="264159" h="186054">
                <a:moveTo>
                  <a:pt x="240779" y="172342"/>
                </a:moveTo>
                <a:lnTo>
                  <a:pt x="240779" y="92964"/>
                </a:lnTo>
                <a:lnTo>
                  <a:pt x="240078" y="113835"/>
                </a:lnTo>
                <a:lnTo>
                  <a:pt x="238023" y="130778"/>
                </a:lnTo>
                <a:lnTo>
                  <a:pt x="218593" y="164115"/>
                </a:lnTo>
                <a:lnTo>
                  <a:pt x="204216" y="167640"/>
                </a:lnTo>
                <a:lnTo>
                  <a:pt x="196947" y="166770"/>
                </a:lnTo>
                <a:lnTo>
                  <a:pt x="170400" y="130778"/>
                </a:lnTo>
                <a:lnTo>
                  <a:pt x="167640" y="92964"/>
                </a:lnTo>
                <a:lnTo>
                  <a:pt x="167640" y="172140"/>
                </a:lnTo>
                <a:lnTo>
                  <a:pt x="171206" y="175641"/>
                </a:lnTo>
                <a:lnTo>
                  <a:pt x="180782" y="181355"/>
                </a:lnTo>
                <a:lnTo>
                  <a:pt x="191785" y="184784"/>
                </a:lnTo>
                <a:lnTo>
                  <a:pt x="204216" y="185927"/>
                </a:lnTo>
                <a:lnTo>
                  <a:pt x="213955" y="185332"/>
                </a:lnTo>
                <a:lnTo>
                  <a:pt x="222692" y="183451"/>
                </a:lnTo>
                <a:lnTo>
                  <a:pt x="230571" y="180141"/>
                </a:lnTo>
                <a:lnTo>
                  <a:pt x="237731" y="175260"/>
                </a:lnTo>
                <a:lnTo>
                  <a:pt x="240779" y="172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175370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601218" y="300989"/>
                </a:moveTo>
                <a:lnTo>
                  <a:pt x="597275" y="252196"/>
                </a:lnTo>
                <a:lnTo>
                  <a:pt x="585863" y="205898"/>
                </a:lnTo>
                <a:lnTo>
                  <a:pt x="567602" y="162719"/>
                </a:lnTo>
                <a:lnTo>
                  <a:pt x="543114" y="123279"/>
                </a:lnTo>
                <a:lnTo>
                  <a:pt x="513021" y="88201"/>
                </a:lnTo>
                <a:lnTo>
                  <a:pt x="477944" y="58107"/>
                </a:lnTo>
                <a:lnTo>
                  <a:pt x="438504" y="33617"/>
                </a:lnTo>
                <a:lnTo>
                  <a:pt x="395324" y="15355"/>
                </a:lnTo>
                <a:lnTo>
                  <a:pt x="349024" y="3942"/>
                </a:lnTo>
                <a:lnTo>
                  <a:pt x="300227" y="0"/>
                </a:lnTo>
                <a:lnTo>
                  <a:pt x="251458" y="3942"/>
                </a:lnTo>
                <a:lnTo>
                  <a:pt x="205220" y="15355"/>
                </a:lnTo>
                <a:lnTo>
                  <a:pt x="162127" y="33617"/>
                </a:lnTo>
                <a:lnTo>
                  <a:pt x="122791" y="58107"/>
                </a:lnTo>
                <a:lnTo>
                  <a:pt x="87825" y="88201"/>
                </a:lnTo>
                <a:lnTo>
                  <a:pt x="57842" y="123279"/>
                </a:lnTo>
                <a:lnTo>
                  <a:pt x="33455" y="162719"/>
                </a:lnTo>
                <a:lnTo>
                  <a:pt x="15277" y="205898"/>
                </a:lnTo>
                <a:lnTo>
                  <a:pt x="3921" y="252196"/>
                </a:lnTo>
                <a:lnTo>
                  <a:pt x="0" y="300989"/>
                </a:lnTo>
                <a:lnTo>
                  <a:pt x="3921" y="349783"/>
                </a:lnTo>
                <a:lnTo>
                  <a:pt x="15277" y="396081"/>
                </a:lnTo>
                <a:lnTo>
                  <a:pt x="33455" y="439260"/>
                </a:lnTo>
                <a:lnTo>
                  <a:pt x="57842" y="478700"/>
                </a:lnTo>
                <a:lnTo>
                  <a:pt x="87825" y="513778"/>
                </a:lnTo>
                <a:lnTo>
                  <a:pt x="122791" y="543872"/>
                </a:lnTo>
                <a:lnTo>
                  <a:pt x="162127" y="568362"/>
                </a:lnTo>
                <a:lnTo>
                  <a:pt x="205220" y="586624"/>
                </a:lnTo>
                <a:lnTo>
                  <a:pt x="251458" y="598037"/>
                </a:lnTo>
                <a:lnTo>
                  <a:pt x="300227" y="601980"/>
                </a:lnTo>
                <a:lnTo>
                  <a:pt x="349024" y="598037"/>
                </a:lnTo>
                <a:lnTo>
                  <a:pt x="395324" y="586624"/>
                </a:lnTo>
                <a:lnTo>
                  <a:pt x="438504" y="568362"/>
                </a:lnTo>
                <a:lnTo>
                  <a:pt x="477944" y="543872"/>
                </a:lnTo>
                <a:lnTo>
                  <a:pt x="513021" y="513778"/>
                </a:lnTo>
                <a:lnTo>
                  <a:pt x="543114" y="478700"/>
                </a:lnTo>
                <a:lnTo>
                  <a:pt x="567602" y="439260"/>
                </a:lnTo>
                <a:lnTo>
                  <a:pt x="585863" y="396081"/>
                </a:lnTo>
                <a:lnTo>
                  <a:pt x="597275" y="349783"/>
                </a:lnTo>
                <a:lnTo>
                  <a:pt x="601218" y="300989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175370" y="6462521"/>
            <a:ext cx="601345" cy="601980"/>
          </a:xfrm>
          <a:custGeom>
            <a:avLst/>
            <a:gdLst/>
            <a:ahLst/>
            <a:cxnLst/>
            <a:rect l="l" t="t" r="r" b="b"/>
            <a:pathLst>
              <a:path w="601345" h="601979">
                <a:moveTo>
                  <a:pt x="0" y="300989"/>
                </a:moveTo>
                <a:lnTo>
                  <a:pt x="3921" y="252196"/>
                </a:lnTo>
                <a:lnTo>
                  <a:pt x="15277" y="205898"/>
                </a:lnTo>
                <a:lnTo>
                  <a:pt x="33455" y="162719"/>
                </a:lnTo>
                <a:lnTo>
                  <a:pt x="57842" y="123279"/>
                </a:lnTo>
                <a:lnTo>
                  <a:pt x="87825" y="88201"/>
                </a:lnTo>
                <a:lnTo>
                  <a:pt x="122791" y="58107"/>
                </a:lnTo>
                <a:lnTo>
                  <a:pt x="162127" y="33617"/>
                </a:lnTo>
                <a:lnTo>
                  <a:pt x="205220" y="15355"/>
                </a:lnTo>
                <a:lnTo>
                  <a:pt x="251458" y="3942"/>
                </a:lnTo>
                <a:lnTo>
                  <a:pt x="300227" y="0"/>
                </a:lnTo>
                <a:lnTo>
                  <a:pt x="349024" y="3942"/>
                </a:lnTo>
                <a:lnTo>
                  <a:pt x="395324" y="15355"/>
                </a:lnTo>
                <a:lnTo>
                  <a:pt x="438504" y="33617"/>
                </a:lnTo>
                <a:lnTo>
                  <a:pt x="477944" y="58107"/>
                </a:lnTo>
                <a:lnTo>
                  <a:pt x="513021" y="88201"/>
                </a:lnTo>
                <a:lnTo>
                  <a:pt x="543114" y="123279"/>
                </a:lnTo>
                <a:lnTo>
                  <a:pt x="567602" y="162719"/>
                </a:lnTo>
                <a:lnTo>
                  <a:pt x="585863" y="205898"/>
                </a:lnTo>
                <a:lnTo>
                  <a:pt x="597275" y="252196"/>
                </a:lnTo>
                <a:lnTo>
                  <a:pt x="601218" y="300989"/>
                </a:lnTo>
                <a:lnTo>
                  <a:pt x="597275" y="349783"/>
                </a:lnTo>
                <a:lnTo>
                  <a:pt x="585863" y="396081"/>
                </a:lnTo>
                <a:lnTo>
                  <a:pt x="567602" y="439260"/>
                </a:lnTo>
                <a:lnTo>
                  <a:pt x="543114" y="478700"/>
                </a:lnTo>
                <a:lnTo>
                  <a:pt x="513021" y="513778"/>
                </a:lnTo>
                <a:lnTo>
                  <a:pt x="477944" y="543872"/>
                </a:lnTo>
                <a:lnTo>
                  <a:pt x="438504" y="568362"/>
                </a:lnTo>
                <a:lnTo>
                  <a:pt x="395324" y="586624"/>
                </a:lnTo>
                <a:lnTo>
                  <a:pt x="349024" y="598037"/>
                </a:lnTo>
                <a:lnTo>
                  <a:pt x="300227" y="601980"/>
                </a:lnTo>
                <a:lnTo>
                  <a:pt x="251458" y="598037"/>
                </a:lnTo>
                <a:lnTo>
                  <a:pt x="205220" y="586624"/>
                </a:lnTo>
                <a:lnTo>
                  <a:pt x="162127" y="568362"/>
                </a:lnTo>
                <a:lnTo>
                  <a:pt x="122791" y="543872"/>
                </a:lnTo>
                <a:lnTo>
                  <a:pt x="87825" y="513778"/>
                </a:lnTo>
                <a:lnTo>
                  <a:pt x="57842" y="478700"/>
                </a:lnTo>
                <a:lnTo>
                  <a:pt x="33455" y="439260"/>
                </a:lnTo>
                <a:lnTo>
                  <a:pt x="15277" y="396081"/>
                </a:lnTo>
                <a:lnTo>
                  <a:pt x="3921" y="349783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344548" y="6656831"/>
            <a:ext cx="260985" cy="186690"/>
          </a:xfrm>
          <a:custGeom>
            <a:avLst/>
            <a:gdLst/>
            <a:ahLst/>
            <a:cxnLst/>
            <a:rect l="l" t="t" r="r" b="b"/>
            <a:pathLst>
              <a:path w="260984" h="186690">
                <a:moveTo>
                  <a:pt x="95999" y="174673"/>
                </a:moveTo>
                <a:lnTo>
                  <a:pt x="95999" y="129540"/>
                </a:lnTo>
                <a:lnTo>
                  <a:pt x="95297" y="137576"/>
                </a:lnTo>
                <a:lnTo>
                  <a:pt x="93238" y="144684"/>
                </a:lnTo>
                <a:lnTo>
                  <a:pt x="60198" y="167515"/>
                </a:lnTo>
                <a:lnTo>
                  <a:pt x="49529" y="167640"/>
                </a:lnTo>
                <a:lnTo>
                  <a:pt x="41909" y="165353"/>
                </a:lnTo>
                <a:lnTo>
                  <a:pt x="22859" y="131825"/>
                </a:lnTo>
                <a:lnTo>
                  <a:pt x="0" y="134874"/>
                </a:lnTo>
                <a:lnTo>
                  <a:pt x="18275" y="172212"/>
                </a:lnTo>
                <a:lnTo>
                  <a:pt x="57442" y="186650"/>
                </a:lnTo>
                <a:lnTo>
                  <a:pt x="58674" y="186623"/>
                </a:lnTo>
                <a:lnTo>
                  <a:pt x="70918" y="185570"/>
                </a:lnTo>
                <a:lnTo>
                  <a:pt x="82575" y="182308"/>
                </a:lnTo>
                <a:lnTo>
                  <a:pt x="92946" y="177045"/>
                </a:lnTo>
                <a:lnTo>
                  <a:pt x="95999" y="174673"/>
                </a:lnTo>
                <a:close/>
              </a:path>
              <a:path w="260984" h="186690">
                <a:moveTo>
                  <a:pt x="110477" y="55625"/>
                </a:moveTo>
                <a:lnTo>
                  <a:pt x="110477" y="38862"/>
                </a:lnTo>
                <a:lnTo>
                  <a:pt x="108191" y="31242"/>
                </a:lnTo>
                <a:lnTo>
                  <a:pt x="78152" y="3857"/>
                </a:lnTo>
                <a:lnTo>
                  <a:pt x="56375" y="62"/>
                </a:lnTo>
                <a:lnTo>
                  <a:pt x="46837" y="833"/>
                </a:lnTo>
                <a:lnTo>
                  <a:pt x="9239" y="27431"/>
                </a:lnTo>
                <a:lnTo>
                  <a:pt x="2285" y="47244"/>
                </a:lnTo>
                <a:lnTo>
                  <a:pt x="25145" y="51053"/>
                </a:lnTo>
                <a:lnTo>
                  <a:pt x="26723" y="43441"/>
                </a:lnTo>
                <a:lnTo>
                  <a:pt x="29069" y="36824"/>
                </a:lnTo>
                <a:lnTo>
                  <a:pt x="32105" y="31230"/>
                </a:lnTo>
                <a:lnTo>
                  <a:pt x="35801" y="26670"/>
                </a:lnTo>
                <a:lnTo>
                  <a:pt x="41909" y="21336"/>
                </a:lnTo>
                <a:lnTo>
                  <a:pt x="49529" y="18288"/>
                </a:lnTo>
                <a:lnTo>
                  <a:pt x="66293" y="18288"/>
                </a:lnTo>
                <a:lnTo>
                  <a:pt x="73901" y="21336"/>
                </a:lnTo>
                <a:lnTo>
                  <a:pt x="84581" y="32003"/>
                </a:lnTo>
                <a:lnTo>
                  <a:pt x="87629" y="38862"/>
                </a:lnTo>
                <a:lnTo>
                  <a:pt x="87629" y="83542"/>
                </a:lnTo>
                <a:lnTo>
                  <a:pt x="93725" y="80772"/>
                </a:lnTo>
                <a:lnTo>
                  <a:pt x="99821" y="75438"/>
                </a:lnTo>
                <a:lnTo>
                  <a:pt x="104393" y="69342"/>
                </a:lnTo>
                <a:lnTo>
                  <a:pt x="108953" y="62484"/>
                </a:lnTo>
                <a:lnTo>
                  <a:pt x="110477" y="55625"/>
                </a:lnTo>
                <a:close/>
              </a:path>
              <a:path w="260984" h="186690">
                <a:moveTo>
                  <a:pt x="87629" y="83542"/>
                </a:moveTo>
                <a:lnTo>
                  <a:pt x="87629" y="47244"/>
                </a:lnTo>
                <a:lnTo>
                  <a:pt x="86915" y="54244"/>
                </a:lnTo>
                <a:lnTo>
                  <a:pt x="84772" y="60388"/>
                </a:lnTo>
                <a:lnTo>
                  <a:pt x="48767" y="77724"/>
                </a:lnTo>
                <a:lnTo>
                  <a:pt x="47243" y="76962"/>
                </a:lnTo>
                <a:lnTo>
                  <a:pt x="44195" y="96774"/>
                </a:lnTo>
                <a:lnTo>
                  <a:pt x="51041" y="95250"/>
                </a:lnTo>
                <a:lnTo>
                  <a:pt x="56375" y="94488"/>
                </a:lnTo>
                <a:lnTo>
                  <a:pt x="60198" y="94488"/>
                </a:lnTo>
                <a:lnTo>
                  <a:pt x="67776" y="95071"/>
                </a:lnTo>
                <a:lnTo>
                  <a:pt x="74575" y="96869"/>
                </a:lnTo>
                <a:lnTo>
                  <a:pt x="80663" y="99952"/>
                </a:lnTo>
                <a:lnTo>
                  <a:pt x="85343" y="103772"/>
                </a:lnTo>
                <a:lnTo>
                  <a:pt x="85343" y="84582"/>
                </a:lnTo>
                <a:lnTo>
                  <a:pt x="87629" y="83542"/>
                </a:lnTo>
                <a:close/>
              </a:path>
              <a:path w="260984" h="186690">
                <a:moveTo>
                  <a:pt x="119633" y="129540"/>
                </a:moveTo>
                <a:lnTo>
                  <a:pt x="99625" y="90201"/>
                </a:lnTo>
                <a:lnTo>
                  <a:pt x="85343" y="84582"/>
                </a:lnTo>
                <a:lnTo>
                  <a:pt x="85343" y="103772"/>
                </a:lnTo>
                <a:lnTo>
                  <a:pt x="86105" y="104394"/>
                </a:lnTo>
                <a:lnTo>
                  <a:pt x="90218" y="109823"/>
                </a:lnTo>
                <a:lnTo>
                  <a:pt x="93333" y="115824"/>
                </a:lnTo>
                <a:lnTo>
                  <a:pt x="95308" y="122396"/>
                </a:lnTo>
                <a:lnTo>
                  <a:pt x="95999" y="129540"/>
                </a:lnTo>
                <a:lnTo>
                  <a:pt x="95999" y="174673"/>
                </a:lnTo>
                <a:lnTo>
                  <a:pt x="102107" y="169925"/>
                </a:lnTo>
                <a:lnTo>
                  <a:pt x="109663" y="161043"/>
                </a:lnTo>
                <a:lnTo>
                  <a:pt x="115152" y="151447"/>
                </a:lnTo>
                <a:lnTo>
                  <a:pt x="118501" y="140993"/>
                </a:lnTo>
                <a:lnTo>
                  <a:pt x="119633" y="129540"/>
                </a:lnTo>
                <a:close/>
              </a:path>
              <a:path w="260984" h="186690">
                <a:moveTo>
                  <a:pt x="260591" y="92964"/>
                </a:moveTo>
                <a:lnTo>
                  <a:pt x="256793" y="50292"/>
                </a:lnTo>
                <a:lnTo>
                  <a:pt x="234695" y="9906"/>
                </a:lnTo>
                <a:lnTo>
                  <a:pt x="201167" y="0"/>
                </a:lnTo>
                <a:lnTo>
                  <a:pt x="191756" y="702"/>
                </a:lnTo>
                <a:lnTo>
                  <a:pt x="156773" y="23907"/>
                </a:lnTo>
                <a:lnTo>
                  <a:pt x="143444" y="63912"/>
                </a:lnTo>
                <a:lnTo>
                  <a:pt x="141731" y="92964"/>
                </a:lnTo>
                <a:lnTo>
                  <a:pt x="142873" y="116955"/>
                </a:lnTo>
                <a:lnTo>
                  <a:pt x="146299" y="137445"/>
                </a:lnTo>
                <a:lnTo>
                  <a:pt x="152013" y="154364"/>
                </a:lnTo>
                <a:lnTo>
                  <a:pt x="160019" y="167640"/>
                </a:lnTo>
                <a:lnTo>
                  <a:pt x="164579" y="172120"/>
                </a:lnTo>
                <a:lnTo>
                  <a:pt x="164579" y="92964"/>
                </a:lnTo>
                <a:lnTo>
                  <a:pt x="165293" y="72401"/>
                </a:lnTo>
                <a:lnTo>
                  <a:pt x="176021" y="32003"/>
                </a:lnTo>
                <a:lnTo>
                  <a:pt x="201167" y="19050"/>
                </a:lnTo>
                <a:lnTo>
                  <a:pt x="208430" y="19919"/>
                </a:lnTo>
                <a:lnTo>
                  <a:pt x="234981" y="55816"/>
                </a:lnTo>
                <a:lnTo>
                  <a:pt x="237743" y="92964"/>
                </a:lnTo>
                <a:lnTo>
                  <a:pt x="237743" y="172336"/>
                </a:lnTo>
                <a:lnTo>
                  <a:pt x="240667" y="169533"/>
                </a:lnTo>
                <a:lnTo>
                  <a:pt x="256744" y="134219"/>
                </a:lnTo>
                <a:lnTo>
                  <a:pt x="260164" y="108239"/>
                </a:lnTo>
                <a:lnTo>
                  <a:pt x="260591" y="92964"/>
                </a:lnTo>
                <a:close/>
              </a:path>
              <a:path w="260984" h="186690">
                <a:moveTo>
                  <a:pt x="237743" y="172336"/>
                </a:moveTo>
                <a:lnTo>
                  <a:pt x="237743" y="92964"/>
                </a:lnTo>
                <a:lnTo>
                  <a:pt x="237041" y="113835"/>
                </a:lnTo>
                <a:lnTo>
                  <a:pt x="234981" y="130778"/>
                </a:lnTo>
                <a:lnTo>
                  <a:pt x="215550" y="164115"/>
                </a:lnTo>
                <a:lnTo>
                  <a:pt x="201167" y="167640"/>
                </a:lnTo>
                <a:lnTo>
                  <a:pt x="193899" y="166770"/>
                </a:lnTo>
                <a:lnTo>
                  <a:pt x="167343" y="130778"/>
                </a:lnTo>
                <a:lnTo>
                  <a:pt x="164579" y="92964"/>
                </a:lnTo>
                <a:lnTo>
                  <a:pt x="164579" y="172120"/>
                </a:lnTo>
                <a:lnTo>
                  <a:pt x="168162" y="175641"/>
                </a:lnTo>
                <a:lnTo>
                  <a:pt x="177731" y="181355"/>
                </a:lnTo>
                <a:lnTo>
                  <a:pt x="188732" y="184784"/>
                </a:lnTo>
                <a:lnTo>
                  <a:pt x="201167" y="185927"/>
                </a:lnTo>
                <a:lnTo>
                  <a:pt x="210905" y="185332"/>
                </a:lnTo>
                <a:lnTo>
                  <a:pt x="219641" y="183451"/>
                </a:lnTo>
                <a:lnTo>
                  <a:pt x="227523" y="180141"/>
                </a:lnTo>
                <a:lnTo>
                  <a:pt x="234695" y="175260"/>
                </a:lnTo>
                <a:lnTo>
                  <a:pt x="237743" y="172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408561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396" y="60198"/>
                </a:moveTo>
                <a:lnTo>
                  <a:pt x="115597" y="36647"/>
                </a:lnTo>
                <a:lnTo>
                  <a:pt x="102584" y="17525"/>
                </a:lnTo>
                <a:lnTo>
                  <a:pt x="83427" y="4691"/>
                </a:lnTo>
                <a:lnTo>
                  <a:pt x="60198" y="0"/>
                </a:lnTo>
                <a:lnTo>
                  <a:pt x="36647" y="4691"/>
                </a:lnTo>
                <a:lnTo>
                  <a:pt x="17525" y="17525"/>
                </a:lnTo>
                <a:lnTo>
                  <a:pt x="4691" y="36647"/>
                </a:lnTo>
                <a:lnTo>
                  <a:pt x="0" y="60198"/>
                </a:lnTo>
                <a:lnTo>
                  <a:pt x="4691" y="83427"/>
                </a:lnTo>
                <a:lnTo>
                  <a:pt x="17525" y="102584"/>
                </a:lnTo>
                <a:lnTo>
                  <a:pt x="36647" y="115597"/>
                </a:lnTo>
                <a:lnTo>
                  <a:pt x="60198" y="120395"/>
                </a:lnTo>
                <a:lnTo>
                  <a:pt x="83427" y="115597"/>
                </a:lnTo>
                <a:lnTo>
                  <a:pt x="102584" y="102584"/>
                </a:lnTo>
                <a:lnTo>
                  <a:pt x="115597" y="83427"/>
                </a:lnTo>
                <a:lnTo>
                  <a:pt x="120396" y="60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408561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60198"/>
                </a:moveTo>
                <a:lnTo>
                  <a:pt x="4691" y="36647"/>
                </a:lnTo>
                <a:lnTo>
                  <a:pt x="17525" y="17525"/>
                </a:lnTo>
                <a:lnTo>
                  <a:pt x="36647" y="4691"/>
                </a:lnTo>
                <a:lnTo>
                  <a:pt x="60198" y="0"/>
                </a:lnTo>
                <a:lnTo>
                  <a:pt x="83427" y="4691"/>
                </a:lnTo>
                <a:lnTo>
                  <a:pt x="102584" y="17525"/>
                </a:lnTo>
                <a:lnTo>
                  <a:pt x="115597" y="36647"/>
                </a:lnTo>
                <a:lnTo>
                  <a:pt x="120396" y="60198"/>
                </a:lnTo>
                <a:lnTo>
                  <a:pt x="115597" y="83427"/>
                </a:lnTo>
                <a:lnTo>
                  <a:pt x="102584" y="102584"/>
                </a:lnTo>
                <a:lnTo>
                  <a:pt x="83427" y="115597"/>
                </a:lnTo>
                <a:lnTo>
                  <a:pt x="60198" y="120395"/>
                </a:lnTo>
                <a:lnTo>
                  <a:pt x="36647" y="115597"/>
                </a:lnTo>
                <a:lnTo>
                  <a:pt x="17525" y="102584"/>
                </a:lnTo>
                <a:lnTo>
                  <a:pt x="4691" y="83427"/>
                </a:lnTo>
                <a:lnTo>
                  <a:pt x="0" y="6019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009779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395" y="60198"/>
                </a:moveTo>
                <a:lnTo>
                  <a:pt x="115704" y="36647"/>
                </a:lnTo>
                <a:lnTo>
                  <a:pt x="102870" y="17525"/>
                </a:lnTo>
                <a:lnTo>
                  <a:pt x="83748" y="4691"/>
                </a:lnTo>
                <a:lnTo>
                  <a:pt x="60198" y="0"/>
                </a:lnTo>
                <a:lnTo>
                  <a:pt x="36647" y="4691"/>
                </a:lnTo>
                <a:lnTo>
                  <a:pt x="17525" y="17525"/>
                </a:lnTo>
                <a:lnTo>
                  <a:pt x="4691" y="36647"/>
                </a:lnTo>
                <a:lnTo>
                  <a:pt x="0" y="60198"/>
                </a:lnTo>
                <a:lnTo>
                  <a:pt x="4691" y="83427"/>
                </a:lnTo>
                <a:lnTo>
                  <a:pt x="17525" y="102584"/>
                </a:lnTo>
                <a:lnTo>
                  <a:pt x="36647" y="115597"/>
                </a:lnTo>
                <a:lnTo>
                  <a:pt x="60198" y="120395"/>
                </a:lnTo>
                <a:lnTo>
                  <a:pt x="83748" y="115597"/>
                </a:lnTo>
                <a:lnTo>
                  <a:pt x="102869" y="102584"/>
                </a:lnTo>
                <a:lnTo>
                  <a:pt x="115704" y="83427"/>
                </a:lnTo>
                <a:lnTo>
                  <a:pt x="120395" y="60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009779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60198"/>
                </a:moveTo>
                <a:lnTo>
                  <a:pt x="4691" y="36647"/>
                </a:lnTo>
                <a:lnTo>
                  <a:pt x="17525" y="17525"/>
                </a:lnTo>
                <a:lnTo>
                  <a:pt x="36647" y="4691"/>
                </a:lnTo>
                <a:lnTo>
                  <a:pt x="60198" y="0"/>
                </a:lnTo>
                <a:lnTo>
                  <a:pt x="83748" y="4691"/>
                </a:lnTo>
                <a:lnTo>
                  <a:pt x="102870" y="17525"/>
                </a:lnTo>
                <a:lnTo>
                  <a:pt x="115704" y="36647"/>
                </a:lnTo>
                <a:lnTo>
                  <a:pt x="120395" y="60198"/>
                </a:lnTo>
                <a:lnTo>
                  <a:pt x="115704" y="83427"/>
                </a:lnTo>
                <a:lnTo>
                  <a:pt x="102869" y="102584"/>
                </a:lnTo>
                <a:lnTo>
                  <a:pt x="83748" y="115597"/>
                </a:lnTo>
                <a:lnTo>
                  <a:pt x="60198" y="120395"/>
                </a:lnTo>
                <a:lnTo>
                  <a:pt x="36647" y="115597"/>
                </a:lnTo>
                <a:lnTo>
                  <a:pt x="17525" y="102584"/>
                </a:lnTo>
                <a:lnTo>
                  <a:pt x="4691" y="83427"/>
                </a:lnTo>
                <a:lnTo>
                  <a:pt x="0" y="6019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610984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120408" y="60198"/>
                </a:moveTo>
                <a:lnTo>
                  <a:pt x="115715" y="36647"/>
                </a:lnTo>
                <a:lnTo>
                  <a:pt x="102877" y="17525"/>
                </a:lnTo>
                <a:lnTo>
                  <a:pt x="83755" y="4691"/>
                </a:lnTo>
                <a:lnTo>
                  <a:pt x="60210" y="0"/>
                </a:lnTo>
                <a:lnTo>
                  <a:pt x="36979" y="4691"/>
                </a:lnTo>
                <a:lnTo>
                  <a:pt x="17818" y="17525"/>
                </a:lnTo>
                <a:lnTo>
                  <a:pt x="4800" y="36647"/>
                </a:lnTo>
                <a:lnTo>
                  <a:pt x="0" y="60198"/>
                </a:lnTo>
                <a:lnTo>
                  <a:pt x="4800" y="83427"/>
                </a:lnTo>
                <a:lnTo>
                  <a:pt x="17818" y="102584"/>
                </a:lnTo>
                <a:lnTo>
                  <a:pt x="36979" y="115597"/>
                </a:lnTo>
                <a:lnTo>
                  <a:pt x="60210" y="120395"/>
                </a:lnTo>
                <a:lnTo>
                  <a:pt x="83755" y="115597"/>
                </a:lnTo>
                <a:lnTo>
                  <a:pt x="102877" y="102584"/>
                </a:lnTo>
                <a:lnTo>
                  <a:pt x="115715" y="83427"/>
                </a:lnTo>
                <a:lnTo>
                  <a:pt x="120408" y="601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610984" y="6102096"/>
            <a:ext cx="120650" cy="120650"/>
          </a:xfrm>
          <a:custGeom>
            <a:avLst/>
            <a:gdLst/>
            <a:ahLst/>
            <a:cxnLst/>
            <a:rect l="l" t="t" r="r" b="b"/>
            <a:pathLst>
              <a:path w="120650" h="120650">
                <a:moveTo>
                  <a:pt x="0" y="60198"/>
                </a:moveTo>
                <a:lnTo>
                  <a:pt x="4800" y="36647"/>
                </a:lnTo>
                <a:lnTo>
                  <a:pt x="17818" y="17525"/>
                </a:lnTo>
                <a:lnTo>
                  <a:pt x="36979" y="4691"/>
                </a:lnTo>
                <a:lnTo>
                  <a:pt x="60210" y="0"/>
                </a:lnTo>
                <a:lnTo>
                  <a:pt x="83755" y="4691"/>
                </a:lnTo>
                <a:lnTo>
                  <a:pt x="102877" y="17525"/>
                </a:lnTo>
                <a:lnTo>
                  <a:pt x="115715" y="36647"/>
                </a:lnTo>
                <a:lnTo>
                  <a:pt x="120408" y="60198"/>
                </a:lnTo>
                <a:lnTo>
                  <a:pt x="115715" y="83427"/>
                </a:lnTo>
                <a:lnTo>
                  <a:pt x="102877" y="102584"/>
                </a:lnTo>
                <a:lnTo>
                  <a:pt x="83755" y="115597"/>
                </a:lnTo>
                <a:lnTo>
                  <a:pt x="60210" y="120395"/>
                </a:lnTo>
                <a:lnTo>
                  <a:pt x="36979" y="115597"/>
                </a:lnTo>
                <a:lnTo>
                  <a:pt x="17818" y="102584"/>
                </a:lnTo>
                <a:lnTo>
                  <a:pt x="4800" y="83427"/>
                </a:lnTo>
                <a:lnTo>
                  <a:pt x="0" y="6019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256929" y="640912"/>
            <a:ext cx="524510" cy="188595"/>
          </a:xfrm>
          <a:custGeom>
            <a:avLst/>
            <a:gdLst/>
            <a:ahLst/>
            <a:cxnLst/>
            <a:rect l="l" t="t" r="r" b="b"/>
            <a:pathLst>
              <a:path w="524510" h="188594">
                <a:moveTo>
                  <a:pt x="121919" y="175855"/>
                </a:moveTo>
                <a:lnTo>
                  <a:pt x="121919" y="140899"/>
                </a:lnTo>
                <a:lnTo>
                  <a:pt x="119633" y="146233"/>
                </a:lnTo>
                <a:lnTo>
                  <a:pt x="116585" y="151567"/>
                </a:lnTo>
                <a:lnTo>
                  <a:pt x="112775" y="156139"/>
                </a:lnTo>
                <a:lnTo>
                  <a:pt x="108203" y="159949"/>
                </a:lnTo>
                <a:lnTo>
                  <a:pt x="100583" y="162235"/>
                </a:lnTo>
                <a:lnTo>
                  <a:pt x="93725" y="165283"/>
                </a:lnTo>
                <a:lnTo>
                  <a:pt x="85343" y="166807"/>
                </a:lnTo>
                <a:lnTo>
                  <a:pt x="76200" y="166807"/>
                </a:lnTo>
                <a:lnTo>
                  <a:pt x="34289" y="153091"/>
                </a:lnTo>
                <a:lnTo>
                  <a:pt x="30479" y="146995"/>
                </a:lnTo>
                <a:lnTo>
                  <a:pt x="25907" y="140899"/>
                </a:lnTo>
                <a:lnTo>
                  <a:pt x="23621" y="134041"/>
                </a:lnTo>
                <a:lnTo>
                  <a:pt x="22859" y="124897"/>
                </a:lnTo>
                <a:lnTo>
                  <a:pt x="0" y="126421"/>
                </a:lnTo>
                <a:lnTo>
                  <a:pt x="15025" y="166068"/>
                </a:lnTo>
                <a:lnTo>
                  <a:pt x="54875" y="186441"/>
                </a:lnTo>
                <a:lnTo>
                  <a:pt x="76200" y="188088"/>
                </a:lnTo>
                <a:lnTo>
                  <a:pt x="80748" y="188005"/>
                </a:lnTo>
                <a:lnTo>
                  <a:pt x="120217" y="177105"/>
                </a:lnTo>
                <a:lnTo>
                  <a:pt x="121919" y="175855"/>
                </a:lnTo>
                <a:close/>
              </a:path>
              <a:path w="524510" h="188594">
                <a:moveTo>
                  <a:pt x="139445" y="54031"/>
                </a:moveTo>
                <a:lnTo>
                  <a:pt x="120491" y="14216"/>
                </a:lnTo>
                <a:lnTo>
                  <a:pt x="80748" y="345"/>
                </a:lnTo>
                <a:lnTo>
                  <a:pt x="68806" y="0"/>
                </a:lnTo>
                <a:lnTo>
                  <a:pt x="61876" y="238"/>
                </a:lnTo>
                <a:lnTo>
                  <a:pt x="24193" y="13454"/>
                </a:lnTo>
                <a:lnTo>
                  <a:pt x="6857" y="50221"/>
                </a:lnTo>
                <a:lnTo>
                  <a:pt x="6857" y="58603"/>
                </a:lnTo>
                <a:lnTo>
                  <a:pt x="29717" y="88056"/>
                </a:lnTo>
                <a:lnTo>
                  <a:pt x="29717" y="41077"/>
                </a:lnTo>
                <a:lnTo>
                  <a:pt x="33527" y="34219"/>
                </a:lnTo>
                <a:lnTo>
                  <a:pt x="73151" y="21349"/>
                </a:lnTo>
                <a:lnTo>
                  <a:pt x="81772" y="21824"/>
                </a:lnTo>
                <a:lnTo>
                  <a:pt x="114990" y="47542"/>
                </a:lnTo>
                <a:lnTo>
                  <a:pt x="116585" y="55555"/>
                </a:lnTo>
                <a:lnTo>
                  <a:pt x="139445" y="54031"/>
                </a:lnTo>
                <a:close/>
              </a:path>
              <a:path w="524510" h="188594">
                <a:moveTo>
                  <a:pt x="144779" y="133279"/>
                </a:moveTo>
                <a:lnTo>
                  <a:pt x="127635" y="97369"/>
                </a:lnTo>
                <a:lnTo>
                  <a:pt x="86856" y="80939"/>
                </a:lnTo>
                <a:lnTo>
                  <a:pt x="73151" y="77653"/>
                </a:lnTo>
                <a:lnTo>
                  <a:pt x="60162" y="74235"/>
                </a:lnTo>
                <a:lnTo>
                  <a:pt x="29717" y="54793"/>
                </a:lnTo>
                <a:lnTo>
                  <a:pt x="29717" y="88056"/>
                </a:lnTo>
                <a:lnTo>
                  <a:pt x="67817" y="101275"/>
                </a:lnTo>
                <a:lnTo>
                  <a:pt x="79259" y="103977"/>
                </a:lnTo>
                <a:lnTo>
                  <a:pt x="88487" y="106323"/>
                </a:lnTo>
                <a:lnTo>
                  <a:pt x="116585" y="120325"/>
                </a:lnTo>
                <a:lnTo>
                  <a:pt x="120395" y="124897"/>
                </a:lnTo>
                <a:lnTo>
                  <a:pt x="121919" y="130231"/>
                </a:lnTo>
                <a:lnTo>
                  <a:pt x="121919" y="175855"/>
                </a:lnTo>
                <a:lnTo>
                  <a:pt x="126587" y="172426"/>
                </a:lnTo>
                <a:lnTo>
                  <a:pt x="144327" y="140565"/>
                </a:lnTo>
                <a:lnTo>
                  <a:pt x="144779" y="133279"/>
                </a:lnTo>
                <a:close/>
              </a:path>
              <a:path w="524510" h="188594">
                <a:moveTo>
                  <a:pt x="179069" y="70795"/>
                </a:moveTo>
                <a:lnTo>
                  <a:pt x="179069" y="53269"/>
                </a:lnTo>
                <a:lnTo>
                  <a:pt x="163067" y="53269"/>
                </a:lnTo>
                <a:lnTo>
                  <a:pt x="163067" y="70795"/>
                </a:lnTo>
                <a:lnTo>
                  <a:pt x="179069" y="70795"/>
                </a:lnTo>
                <a:close/>
              </a:path>
              <a:path w="524510" h="188594">
                <a:moveTo>
                  <a:pt x="227075" y="185095"/>
                </a:moveTo>
                <a:lnTo>
                  <a:pt x="224027" y="165283"/>
                </a:lnTo>
                <a:lnTo>
                  <a:pt x="219456" y="165283"/>
                </a:lnTo>
                <a:lnTo>
                  <a:pt x="216407" y="166045"/>
                </a:lnTo>
                <a:lnTo>
                  <a:pt x="211073" y="166045"/>
                </a:lnTo>
                <a:lnTo>
                  <a:pt x="201167" y="153853"/>
                </a:lnTo>
                <a:lnTo>
                  <a:pt x="201167" y="6787"/>
                </a:lnTo>
                <a:lnTo>
                  <a:pt x="179069" y="20503"/>
                </a:lnTo>
                <a:lnTo>
                  <a:pt x="179069" y="146233"/>
                </a:lnTo>
                <a:lnTo>
                  <a:pt x="179224" y="155543"/>
                </a:lnTo>
                <a:lnTo>
                  <a:pt x="191261" y="182809"/>
                </a:lnTo>
                <a:lnTo>
                  <a:pt x="195833" y="185857"/>
                </a:lnTo>
                <a:lnTo>
                  <a:pt x="201167" y="186523"/>
                </a:lnTo>
                <a:lnTo>
                  <a:pt x="214883" y="186619"/>
                </a:lnTo>
                <a:lnTo>
                  <a:pt x="227075" y="185095"/>
                </a:lnTo>
                <a:close/>
              </a:path>
              <a:path w="524510" h="188594">
                <a:moveTo>
                  <a:pt x="224027" y="70795"/>
                </a:moveTo>
                <a:lnTo>
                  <a:pt x="224027" y="53269"/>
                </a:lnTo>
                <a:lnTo>
                  <a:pt x="201167" y="53269"/>
                </a:lnTo>
                <a:lnTo>
                  <a:pt x="201167" y="70795"/>
                </a:lnTo>
                <a:lnTo>
                  <a:pt x="224027" y="70795"/>
                </a:lnTo>
                <a:close/>
              </a:path>
              <a:path w="524510" h="188594">
                <a:moveTo>
                  <a:pt x="329945" y="118801"/>
                </a:moveTo>
                <a:lnTo>
                  <a:pt x="329945" y="101275"/>
                </a:lnTo>
                <a:lnTo>
                  <a:pt x="322790" y="103430"/>
                </a:lnTo>
                <a:lnTo>
                  <a:pt x="313693" y="105396"/>
                </a:lnTo>
                <a:lnTo>
                  <a:pt x="303049" y="107168"/>
                </a:lnTo>
                <a:lnTo>
                  <a:pt x="290321" y="108895"/>
                </a:lnTo>
                <a:lnTo>
                  <a:pt x="281177" y="110419"/>
                </a:lnTo>
                <a:lnTo>
                  <a:pt x="274319" y="111181"/>
                </a:lnTo>
                <a:lnTo>
                  <a:pt x="270509" y="112705"/>
                </a:lnTo>
                <a:lnTo>
                  <a:pt x="264413" y="114229"/>
                </a:lnTo>
                <a:lnTo>
                  <a:pt x="259079" y="116515"/>
                </a:lnTo>
                <a:lnTo>
                  <a:pt x="254507" y="119563"/>
                </a:lnTo>
                <a:lnTo>
                  <a:pt x="249173" y="122611"/>
                </a:lnTo>
                <a:lnTo>
                  <a:pt x="245363" y="127183"/>
                </a:lnTo>
                <a:lnTo>
                  <a:pt x="242315" y="132517"/>
                </a:lnTo>
                <a:lnTo>
                  <a:pt x="240029" y="137851"/>
                </a:lnTo>
                <a:lnTo>
                  <a:pt x="238506" y="143947"/>
                </a:lnTo>
                <a:lnTo>
                  <a:pt x="238506" y="150043"/>
                </a:lnTo>
                <a:lnTo>
                  <a:pt x="262127" y="184520"/>
                </a:lnTo>
                <a:lnTo>
                  <a:pt x="262127" y="145471"/>
                </a:lnTo>
                <a:lnTo>
                  <a:pt x="262889" y="142423"/>
                </a:lnTo>
                <a:lnTo>
                  <a:pt x="265175" y="139375"/>
                </a:lnTo>
                <a:lnTo>
                  <a:pt x="267461" y="135565"/>
                </a:lnTo>
                <a:lnTo>
                  <a:pt x="270509" y="133279"/>
                </a:lnTo>
                <a:lnTo>
                  <a:pt x="278129" y="130231"/>
                </a:lnTo>
                <a:lnTo>
                  <a:pt x="284225" y="128707"/>
                </a:lnTo>
                <a:lnTo>
                  <a:pt x="293453" y="127169"/>
                </a:lnTo>
                <a:lnTo>
                  <a:pt x="305085" y="125337"/>
                </a:lnTo>
                <a:lnTo>
                  <a:pt x="315087" y="123277"/>
                </a:lnTo>
                <a:lnTo>
                  <a:pt x="323373" y="121075"/>
                </a:lnTo>
                <a:lnTo>
                  <a:pt x="329945" y="118801"/>
                </a:lnTo>
                <a:close/>
              </a:path>
              <a:path w="524510" h="188594">
                <a:moveTo>
                  <a:pt x="359663" y="185095"/>
                </a:moveTo>
                <a:lnTo>
                  <a:pt x="356615" y="179761"/>
                </a:lnTo>
                <a:lnTo>
                  <a:pt x="355091" y="174427"/>
                </a:lnTo>
                <a:lnTo>
                  <a:pt x="354329" y="169093"/>
                </a:lnTo>
                <a:lnTo>
                  <a:pt x="353448" y="163651"/>
                </a:lnTo>
                <a:lnTo>
                  <a:pt x="352996" y="155281"/>
                </a:lnTo>
                <a:lnTo>
                  <a:pt x="352829" y="143911"/>
                </a:lnTo>
                <a:lnTo>
                  <a:pt x="352806" y="89845"/>
                </a:lnTo>
                <a:lnTo>
                  <a:pt x="352044" y="82987"/>
                </a:lnTo>
                <a:lnTo>
                  <a:pt x="351281" y="79177"/>
                </a:lnTo>
                <a:lnTo>
                  <a:pt x="350519" y="73081"/>
                </a:lnTo>
                <a:lnTo>
                  <a:pt x="348233" y="67747"/>
                </a:lnTo>
                <a:lnTo>
                  <a:pt x="344423" y="63937"/>
                </a:lnTo>
                <a:lnTo>
                  <a:pt x="341375" y="60127"/>
                </a:lnTo>
                <a:lnTo>
                  <a:pt x="336041" y="57079"/>
                </a:lnTo>
                <a:lnTo>
                  <a:pt x="300227" y="50273"/>
                </a:lnTo>
                <a:lnTo>
                  <a:pt x="293369" y="50515"/>
                </a:lnTo>
                <a:lnTo>
                  <a:pt x="256794" y="62413"/>
                </a:lnTo>
                <a:lnTo>
                  <a:pt x="242315" y="90607"/>
                </a:lnTo>
                <a:lnTo>
                  <a:pt x="263651" y="93655"/>
                </a:lnTo>
                <a:lnTo>
                  <a:pt x="266700" y="84511"/>
                </a:lnTo>
                <a:lnTo>
                  <a:pt x="269747" y="77653"/>
                </a:lnTo>
                <a:lnTo>
                  <a:pt x="275081" y="73843"/>
                </a:lnTo>
                <a:lnTo>
                  <a:pt x="280415" y="70795"/>
                </a:lnTo>
                <a:lnTo>
                  <a:pt x="288035" y="68509"/>
                </a:lnTo>
                <a:lnTo>
                  <a:pt x="300227" y="68597"/>
                </a:lnTo>
                <a:lnTo>
                  <a:pt x="329945" y="86035"/>
                </a:lnTo>
                <a:lnTo>
                  <a:pt x="329945" y="170815"/>
                </a:lnTo>
                <a:lnTo>
                  <a:pt x="332231" y="169093"/>
                </a:lnTo>
                <a:lnTo>
                  <a:pt x="332231" y="175189"/>
                </a:lnTo>
                <a:lnTo>
                  <a:pt x="333756" y="180523"/>
                </a:lnTo>
                <a:lnTo>
                  <a:pt x="336041" y="185095"/>
                </a:lnTo>
                <a:lnTo>
                  <a:pt x="359663" y="185095"/>
                </a:lnTo>
                <a:close/>
              </a:path>
              <a:path w="524510" h="188594">
                <a:moveTo>
                  <a:pt x="329945" y="170815"/>
                </a:moveTo>
                <a:lnTo>
                  <a:pt x="329945" y="137089"/>
                </a:lnTo>
                <a:lnTo>
                  <a:pt x="329183" y="144709"/>
                </a:lnTo>
                <a:lnTo>
                  <a:pt x="326135" y="149281"/>
                </a:lnTo>
                <a:lnTo>
                  <a:pt x="323088" y="156139"/>
                </a:lnTo>
                <a:lnTo>
                  <a:pt x="318515" y="161473"/>
                </a:lnTo>
                <a:lnTo>
                  <a:pt x="311657" y="164521"/>
                </a:lnTo>
                <a:lnTo>
                  <a:pt x="304800" y="168331"/>
                </a:lnTo>
                <a:lnTo>
                  <a:pt x="297179" y="170617"/>
                </a:lnTo>
                <a:lnTo>
                  <a:pt x="279653" y="170617"/>
                </a:lnTo>
                <a:lnTo>
                  <a:pt x="273557" y="168331"/>
                </a:lnTo>
                <a:lnTo>
                  <a:pt x="264413" y="160711"/>
                </a:lnTo>
                <a:lnTo>
                  <a:pt x="262127" y="155377"/>
                </a:lnTo>
                <a:lnTo>
                  <a:pt x="262127" y="184520"/>
                </a:lnTo>
                <a:lnTo>
                  <a:pt x="264128" y="185380"/>
                </a:lnTo>
                <a:lnTo>
                  <a:pt x="273188" y="187440"/>
                </a:lnTo>
                <a:lnTo>
                  <a:pt x="283463" y="188143"/>
                </a:lnTo>
                <a:lnTo>
                  <a:pt x="291845" y="188143"/>
                </a:lnTo>
                <a:lnTo>
                  <a:pt x="325957" y="173819"/>
                </a:lnTo>
                <a:lnTo>
                  <a:pt x="329945" y="170815"/>
                </a:lnTo>
                <a:close/>
              </a:path>
              <a:path w="524510" h="188594">
                <a:moveTo>
                  <a:pt x="458723" y="57079"/>
                </a:moveTo>
                <a:lnTo>
                  <a:pt x="451103" y="52507"/>
                </a:lnTo>
                <a:lnTo>
                  <a:pt x="443483" y="50221"/>
                </a:lnTo>
                <a:lnTo>
                  <a:pt x="430529" y="50221"/>
                </a:lnTo>
                <a:lnTo>
                  <a:pt x="425957" y="51745"/>
                </a:lnTo>
                <a:lnTo>
                  <a:pt x="416813" y="57841"/>
                </a:lnTo>
                <a:lnTo>
                  <a:pt x="412241" y="63937"/>
                </a:lnTo>
                <a:lnTo>
                  <a:pt x="406907" y="73081"/>
                </a:lnTo>
                <a:lnTo>
                  <a:pt x="406907" y="53269"/>
                </a:lnTo>
                <a:lnTo>
                  <a:pt x="387095" y="53269"/>
                </a:lnTo>
                <a:lnTo>
                  <a:pt x="387095" y="185095"/>
                </a:lnTo>
                <a:lnTo>
                  <a:pt x="409194" y="185095"/>
                </a:lnTo>
                <a:lnTo>
                  <a:pt x="409194" y="115753"/>
                </a:lnTo>
                <a:lnTo>
                  <a:pt x="409467" y="108918"/>
                </a:lnTo>
                <a:lnTo>
                  <a:pt x="429767" y="73081"/>
                </a:lnTo>
                <a:lnTo>
                  <a:pt x="440435" y="73081"/>
                </a:lnTo>
                <a:lnTo>
                  <a:pt x="445769" y="74605"/>
                </a:lnTo>
                <a:lnTo>
                  <a:pt x="451103" y="78415"/>
                </a:lnTo>
                <a:lnTo>
                  <a:pt x="458723" y="57079"/>
                </a:lnTo>
                <a:close/>
              </a:path>
              <a:path w="524510" h="188594">
                <a:moveTo>
                  <a:pt x="476250" y="70795"/>
                </a:moveTo>
                <a:lnTo>
                  <a:pt x="476250" y="53269"/>
                </a:lnTo>
                <a:lnTo>
                  <a:pt x="459485" y="53269"/>
                </a:lnTo>
                <a:lnTo>
                  <a:pt x="459485" y="70795"/>
                </a:lnTo>
                <a:lnTo>
                  <a:pt x="476250" y="70795"/>
                </a:lnTo>
                <a:close/>
              </a:path>
              <a:path w="524510" h="188594">
                <a:moveTo>
                  <a:pt x="524256" y="185095"/>
                </a:moveTo>
                <a:lnTo>
                  <a:pt x="521207" y="165283"/>
                </a:lnTo>
                <a:lnTo>
                  <a:pt x="516635" y="165283"/>
                </a:lnTo>
                <a:lnTo>
                  <a:pt x="513588" y="166045"/>
                </a:lnTo>
                <a:lnTo>
                  <a:pt x="508253" y="166045"/>
                </a:lnTo>
                <a:lnTo>
                  <a:pt x="498347" y="153853"/>
                </a:lnTo>
                <a:lnTo>
                  <a:pt x="498347" y="6787"/>
                </a:lnTo>
                <a:lnTo>
                  <a:pt x="476250" y="20503"/>
                </a:lnTo>
                <a:lnTo>
                  <a:pt x="476250" y="146233"/>
                </a:lnTo>
                <a:lnTo>
                  <a:pt x="476404" y="155543"/>
                </a:lnTo>
                <a:lnTo>
                  <a:pt x="488441" y="182809"/>
                </a:lnTo>
                <a:lnTo>
                  <a:pt x="493013" y="185857"/>
                </a:lnTo>
                <a:lnTo>
                  <a:pt x="498347" y="186523"/>
                </a:lnTo>
                <a:lnTo>
                  <a:pt x="512063" y="186619"/>
                </a:lnTo>
                <a:lnTo>
                  <a:pt x="524256" y="185095"/>
                </a:lnTo>
                <a:close/>
              </a:path>
              <a:path w="524510" h="188594">
                <a:moveTo>
                  <a:pt x="521207" y="70795"/>
                </a:moveTo>
                <a:lnTo>
                  <a:pt x="521207" y="53269"/>
                </a:lnTo>
                <a:lnTo>
                  <a:pt x="498347" y="53269"/>
                </a:lnTo>
                <a:lnTo>
                  <a:pt x="498347" y="70795"/>
                </a:lnTo>
                <a:lnTo>
                  <a:pt x="521207" y="707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269121" y="1846326"/>
            <a:ext cx="878840" cy="185420"/>
          </a:xfrm>
          <a:custGeom>
            <a:avLst/>
            <a:gdLst/>
            <a:ahLst/>
            <a:cxnLst/>
            <a:rect l="l" t="t" r="r" b="b"/>
            <a:pathLst>
              <a:path w="878839" h="185419">
                <a:moveTo>
                  <a:pt x="24383" y="182118"/>
                </a:moveTo>
                <a:lnTo>
                  <a:pt x="24383" y="0"/>
                </a:lnTo>
                <a:lnTo>
                  <a:pt x="0" y="0"/>
                </a:lnTo>
                <a:lnTo>
                  <a:pt x="0" y="182118"/>
                </a:lnTo>
                <a:lnTo>
                  <a:pt x="24383" y="182118"/>
                </a:lnTo>
                <a:close/>
              </a:path>
              <a:path w="878839" h="185419">
                <a:moveTo>
                  <a:pt x="67818" y="67818"/>
                </a:moveTo>
                <a:lnTo>
                  <a:pt x="67818" y="50292"/>
                </a:lnTo>
                <a:lnTo>
                  <a:pt x="51816" y="50292"/>
                </a:lnTo>
                <a:lnTo>
                  <a:pt x="51816" y="67818"/>
                </a:lnTo>
                <a:lnTo>
                  <a:pt x="67818" y="67818"/>
                </a:lnTo>
                <a:close/>
              </a:path>
              <a:path w="878839" h="185419">
                <a:moveTo>
                  <a:pt x="115824" y="182118"/>
                </a:moveTo>
                <a:lnTo>
                  <a:pt x="112775" y="162306"/>
                </a:lnTo>
                <a:lnTo>
                  <a:pt x="108204" y="163068"/>
                </a:lnTo>
                <a:lnTo>
                  <a:pt x="96774" y="163068"/>
                </a:lnTo>
                <a:lnTo>
                  <a:pt x="95250" y="161544"/>
                </a:lnTo>
                <a:lnTo>
                  <a:pt x="93725" y="160781"/>
                </a:lnTo>
                <a:lnTo>
                  <a:pt x="92202" y="159257"/>
                </a:lnTo>
                <a:lnTo>
                  <a:pt x="91440" y="157734"/>
                </a:lnTo>
                <a:lnTo>
                  <a:pt x="90678" y="155448"/>
                </a:lnTo>
                <a:lnTo>
                  <a:pt x="89916" y="151637"/>
                </a:lnTo>
                <a:lnTo>
                  <a:pt x="89916" y="4572"/>
                </a:lnTo>
                <a:lnTo>
                  <a:pt x="67818" y="17525"/>
                </a:lnTo>
                <a:lnTo>
                  <a:pt x="67818" y="144018"/>
                </a:lnTo>
                <a:lnTo>
                  <a:pt x="67972" y="152995"/>
                </a:lnTo>
                <a:lnTo>
                  <a:pt x="68484" y="160400"/>
                </a:lnTo>
                <a:lnTo>
                  <a:pt x="69425" y="166092"/>
                </a:lnTo>
                <a:lnTo>
                  <a:pt x="70866" y="169925"/>
                </a:lnTo>
                <a:lnTo>
                  <a:pt x="72390" y="174498"/>
                </a:lnTo>
                <a:lnTo>
                  <a:pt x="75437" y="177546"/>
                </a:lnTo>
                <a:lnTo>
                  <a:pt x="80010" y="180594"/>
                </a:lnTo>
                <a:lnTo>
                  <a:pt x="84581" y="182880"/>
                </a:lnTo>
                <a:lnTo>
                  <a:pt x="90678" y="184404"/>
                </a:lnTo>
                <a:lnTo>
                  <a:pt x="103631" y="184404"/>
                </a:lnTo>
                <a:lnTo>
                  <a:pt x="109728" y="183642"/>
                </a:lnTo>
                <a:lnTo>
                  <a:pt x="115824" y="182118"/>
                </a:lnTo>
                <a:close/>
              </a:path>
              <a:path w="878839" h="185419">
                <a:moveTo>
                  <a:pt x="112775" y="67818"/>
                </a:moveTo>
                <a:lnTo>
                  <a:pt x="112775" y="50292"/>
                </a:lnTo>
                <a:lnTo>
                  <a:pt x="89916" y="50292"/>
                </a:lnTo>
                <a:lnTo>
                  <a:pt x="89916" y="67818"/>
                </a:lnTo>
                <a:lnTo>
                  <a:pt x="112775" y="67818"/>
                </a:lnTo>
                <a:close/>
              </a:path>
              <a:path w="878839" h="185419">
                <a:moveTo>
                  <a:pt x="248412" y="121919"/>
                </a:moveTo>
                <a:lnTo>
                  <a:pt x="248412" y="116586"/>
                </a:lnTo>
                <a:lnTo>
                  <a:pt x="247399" y="101000"/>
                </a:lnTo>
                <a:lnTo>
                  <a:pt x="231648" y="65531"/>
                </a:lnTo>
                <a:lnTo>
                  <a:pt x="188975" y="47243"/>
                </a:lnTo>
                <a:lnTo>
                  <a:pt x="175843" y="48387"/>
                </a:lnTo>
                <a:lnTo>
                  <a:pt x="136576" y="75985"/>
                </a:lnTo>
                <a:lnTo>
                  <a:pt x="127254" y="117348"/>
                </a:lnTo>
                <a:lnTo>
                  <a:pt x="128266" y="132492"/>
                </a:lnTo>
                <a:lnTo>
                  <a:pt x="131349" y="145923"/>
                </a:lnTo>
                <a:lnTo>
                  <a:pt x="136576" y="157638"/>
                </a:lnTo>
                <a:lnTo>
                  <a:pt x="144018" y="167640"/>
                </a:lnTo>
                <a:lnTo>
                  <a:pt x="150114" y="172813"/>
                </a:lnTo>
                <a:lnTo>
                  <a:pt x="150114" y="121919"/>
                </a:lnTo>
                <a:lnTo>
                  <a:pt x="151637" y="121919"/>
                </a:lnTo>
                <a:lnTo>
                  <a:pt x="151637" y="103631"/>
                </a:lnTo>
                <a:lnTo>
                  <a:pt x="152781" y="95488"/>
                </a:lnTo>
                <a:lnTo>
                  <a:pt x="181391" y="66234"/>
                </a:lnTo>
                <a:lnTo>
                  <a:pt x="188975" y="65531"/>
                </a:lnTo>
                <a:lnTo>
                  <a:pt x="197119" y="66377"/>
                </a:lnTo>
                <a:lnTo>
                  <a:pt x="223801" y="96059"/>
                </a:lnTo>
                <a:lnTo>
                  <a:pt x="224790" y="103631"/>
                </a:lnTo>
                <a:lnTo>
                  <a:pt x="224790" y="121919"/>
                </a:lnTo>
                <a:lnTo>
                  <a:pt x="248412" y="121919"/>
                </a:lnTo>
                <a:close/>
              </a:path>
              <a:path w="878839" h="185419">
                <a:moveTo>
                  <a:pt x="247650" y="142494"/>
                </a:moveTo>
                <a:lnTo>
                  <a:pt x="224790" y="140207"/>
                </a:lnTo>
                <a:lnTo>
                  <a:pt x="221742" y="149351"/>
                </a:lnTo>
                <a:lnTo>
                  <a:pt x="217169" y="156210"/>
                </a:lnTo>
                <a:lnTo>
                  <a:pt x="211074" y="160781"/>
                </a:lnTo>
                <a:lnTo>
                  <a:pt x="204978" y="164592"/>
                </a:lnTo>
                <a:lnTo>
                  <a:pt x="198119" y="166878"/>
                </a:lnTo>
                <a:lnTo>
                  <a:pt x="188975" y="166807"/>
                </a:lnTo>
                <a:lnTo>
                  <a:pt x="153924" y="141255"/>
                </a:lnTo>
                <a:lnTo>
                  <a:pt x="150114" y="121919"/>
                </a:lnTo>
                <a:lnTo>
                  <a:pt x="150114" y="172813"/>
                </a:lnTo>
                <a:lnTo>
                  <a:pt x="153304" y="175521"/>
                </a:lnTo>
                <a:lnTo>
                  <a:pt x="164020" y="180975"/>
                </a:lnTo>
                <a:lnTo>
                  <a:pt x="176164" y="184142"/>
                </a:lnTo>
                <a:lnTo>
                  <a:pt x="189737" y="185166"/>
                </a:lnTo>
                <a:lnTo>
                  <a:pt x="200727" y="184463"/>
                </a:lnTo>
                <a:lnTo>
                  <a:pt x="240315" y="160782"/>
                </a:lnTo>
                <a:lnTo>
                  <a:pt x="244661" y="152209"/>
                </a:lnTo>
                <a:lnTo>
                  <a:pt x="247650" y="142494"/>
                </a:lnTo>
                <a:close/>
              </a:path>
              <a:path w="878839" h="185419">
                <a:moveTo>
                  <a:pt x="224790" y="121919"/>
                </a:moveTo>
                <a:lnTo>
                  <a:pt x="224790" y="103631"/>
                </a:lnTo>
                <a:lnTo>
                  <a:pt x="151637" y="103631"/>
                </a:lnTo>
                <a:lnTo>
                  <a:pt x="151637" y="121919"/>
                </a:lnTo>
                <a:lnTo>
                  <a:pt x="224790" y="121919"/>
                </a:lnTo>
                <a:close/>
              </a:path>
              <a:path w="878839" h="185419">
                <a:moveTo>
                  <a:pt x="347472" y="54863"/>
                </a:moveTo>
                <a:lnTo>
                  <a:pt x="339852" y="49530"/>
                </a:lnTo>
                <a:lnTo>
                  <a:pt x="332231" y="47243"/>
                </a:lnTo>
                <a:lnTo>
                  <a:pt x="319278" y="47243"/>
                </a:lnTo>
                <a:lnTo>
                  <a:pt x="314706" y="48768"/>
                </a:lnTo>
                <a:lnTo>
                  <a:pt x="305562" y="54863"/>
                </a:lnTo>
                <a:lnTo>
                  <a:pt x="300990" y="60960"/>
                </a:lnTo>
                <a:lnTo>
                  <a:pt x="295656" y="70104"/>
                </a:lnTo>
                <a:lnTo>
                  <a:pt x="295656" y="50292"/>
                </a:lnTo>
                <a:lnTo>
                  <a:pt x="275844" y="50292"/>
                </a:lnTo>
                <a:lnTo>
                  <a:pt x="275844" y="182118"/>
                </a:lnTo>
                <a:lnTo>
                  <a:pt x="297942" y="182118"/>
                </a:lnTo>
                <a:lnTo>
                  <a:pt x="297942" y="113537"/>
                </a:lnTo>
                <a:lnTo>
                  <a:pt x="298215" y="106370"/>
                </a:lnTo>
                <a:lnTo>
                  <a:pt x="318516" y="70866"/>
                </a:lnTo>
                <a:lnTo>
                  <a:pt x="329184" y="70866"/>
                </a:lnTo>
                <a:lnTo>
                  <a:pt x="334518" y="72390"/>
                </a:lnTo>
                <a:lnTo>
                  <a:pt x="339852" y="75437"/>
                </a:lnTo>
                <a:lnTo>
                  <a:pt x="347472" y="54863"/>
                </a:lnTo>
                <a:close/>
              </a:path>
              <a:path w="878839" h="185419">
                <a:moveTo>
                  <a:pt x="445008" y="116586"/>
                </a:moveTo>
                <a:lnTo>
                  <a:pt x="445008" y="99060"/>
                </a:lnTo>
                <a:lnTo>
                  <a:pt x="437852" y="100893"/>
                </a:lnTo>
                <a:lnTo>
                  <a:pt x="428910" y="102870"/>
                </a:lnTo>
                <a:lnTo>
                  <a:pt x="418111" y="104846"/>
                </a:lnTo>
                <a:lnTo>
                  <a:pt x="405384" y="106680"/>
                </a:lnTo>
                <a:lnTo>
                  <a:pt x="396240" y="107442"/>
                </a:lnTo>
                <a:lnTo>
                  <a:pt x="390144" y="108966"/>
                </a:lnTo>
                <a:lnTo>
                  <a:pt x="385572" y="109728"/>
                </a:lnTo>
                <a:lnTo>
                  <a:pt x="379475" y="111251"/>
                </a:lnTo>
                <a:lnTo>
                  <a:pt x="374142" y="113537"/>
                </a:lnTo>
                <a:lnTo>
                  <a:pt x="369569" y="117348"/>
                </a:lnTo>
                <a:lnTo>
                  <a:pt x="364236" y="120396"/>
                </a:lnTo>
                <a:lnTo>
                  <a:pt x="360425" y="124968"/>
                </a:lnTo>
                <a:lnTo>
                  <a:pt x="357378" y="130301"/>
                </a:lnTo>
                <a:lnTo>
                  <a:pt x="355092" y="135636"/>
                </a:lnTo>
                <a:lnTo>
                  <a:pt x="353568" y="140969"/>
                </a:lnTo>
                <a:lnTo>
                  <a:pt x="353568" y="147828"/>
                </a:lnTo>
                <a:lnTo>
                  <a:pt x="377190" y="181837"/>
                </a:lnTo>
                <a:lnTo>
                  <a:pt x="377190" y="143256"/>
                </a:lnTo>
                <a:lnTo>
                  <a:pt x="377952" y="139446"/>
                </a:lnTo>
                <a:lnTo>
                  <a:pt x="408527" y="124952"/>
                </a:lnTo>
                <a:lnTo>
                  <a:pt x="420147" y="123122"/>
                </a:lnTo>
                <a:lnTo>
                  <a:pt x="430149" y="121062"/>
                </a:lnTo>
                <a:lnTo>
                  <a:pt x="438435" y="118860"/>
                </a:lnTo>
                <a:lnTo>
                  <a:pt x="445008" y="116586"/>
                </a:lnTo>
                <a:close/>
              </a:path>
              <a:path w="878839" h="185419">
                <a:moveTo>
                  <a:pt x="474725" y="182118"/>
                </a:moveTo>
                <a:lnTo>
                  <a:pt x="467998" y="141267"/>
                </a:lnTo>
                <a:lnTo>
                  <a:pt x="467868" y="127254"/>
                </a:lnTo>
                <a:lnTo>
                  <a:pt x="467868" y="87630"/>
                </a:lnTo>
                <a:lnTo>
                  <a:pt x="467106" y="80772"/>
                </a:lnTo>
                <a:lnTo>
                  <a:pt x="466344" y="76962"/>
                </a:lnTo>
                <a:lnTo>
                  <a:pt x="465581" y="70866"/>
                </a:lnTo>
                <a:lnTo>
                  <a:pt x="463296" y="65531"/>
                </a:lnTo>
                <a:lnTo>
                  <a:pt x="459486" y="61722"/>
                </a:lnTo>
                <a:lnTo>
                  <a:pt x="456438" y="57150"/>
                </a:lnTo>
                <a:lnTo>
                  <a:pt x="451104" y="54101"/>
                </a:lnTo>
                <a:lnTo>
                  <a:pt x="444246" y="51816"/>
                </a:lnTo>
                <a:lnTo>
                  <a:pt x="438673" y="49815"/>
                </a:lnTo>
                <a:lnTo>
                  <a:pt x="432244" y="48387"/>
                </a:lnTo>
                <a:lnTo>
                  <a:pt x="424957" y="47529"/>
                </a:lnTo>
                <a:lnTo>
                  <a:pt x="421445" y="47406"/>
                </a:lnTo>
                <a:lnTo>
                  <a:pt x="415290" y="47296"/>
                </a:lnTo>
                <a:lnTo>
                  <a:pt x="408431" y="47540"/>
                </a:lnTo>
                <a:lnTo>
                  <a:pt x="371856" y="59436"/>
                </a:lnTo>
                <a:lnTo>
                  <a:pt x="367284" y="65531"/>
                </a:lnTo>
                <a:lnTo>
                  <a:pt x="362712" y="70866"/>
                </a:lnTo>
                <a:lnTo>
                  <a:pt x="358902" y="78486"/>
                </a:lnTo>
                <a:lnTo>
                  <a:pt x="357378" y="88392"/>
                </a:lnTo>
                <a:lnTo>
                  <a:pt x="378714" y="91440"/>
                </a:lnTo>
                <a:lnTo>
                  <a:pt x="381762" y="81534"/>
                </a:lnTo>
                <a:lnTo>
                  <a:pt x="384810" y="75437"/>
                </a:lnTo>
                <a:lnTo>
                  <a:pt x="395478" y="67818"/>
                </a:lnTo>
                <a:lnTo>
                  <a:pt x="403098" y="66293"/>
                </a:lnTo>
                <a:lnTo>
                  <a:pt x="415290" y="66381"/>
                </a:lnTo>
                <a:lnTo>
                  <a:pt x="421445" y="66734"/>
                </a:lnTo>
                <a:lnTo>
                  <a:pt x="428339" y="68103"/>
                </a:lnTo>
                <a:lnTo>
                  <a:pt x="434232" y="70473"/>
                </a:lnTo>
                <a:lnTo>
                  <a:pt x="438912" y="73913"/>
                </a:lnTo>
                <a:lnTo>
                  <a:pt x="443484" y="76962"/>
                </a:lnTo>
                <a:lnTo>
                  <a:pt x="445008" y="83819"/>
                </a:lnTo>
                <a:lnTo>
                  <a:pt x="445008" y="167881"/>
                </a:lnTo>
                <a:lnTo>
                  <a:pt x="447294" y="166116"/>
                </a:lnTo>
                <a:lnTo>
                  <a:pt x="448056" y="172212"/>
                </a:lnTo>
                <a:lnTo>
                  <a:pt x="449580" y="177546"/>
                </a:lnTo>
                <a:lnTo>
                  <a:pt x="451866" y="182118"/>
                </a:lnTo>
                <a:lnTo>
                  <a:pt x="474725" y="182118"/>
                </a:lnTo>
                <a:close/>
              </a:path>
              <a:path w="878839" h="185419">
                <a:moveTo>
                  <a:pt x="445008" y="167881"/>
                </a:moveTo>
                <a:lnTo>
                  <a:pt x="445008" y="134112"/>
                </a:lnTo>
                <a:lnTo>
                  <a:pt x="444246" y="141731"/>
                </a:lnTo>
                <a:lnTo>
                  <a:pt x="441198" y="147066"/>
                </a:lnTo>
                <a:lnTo>
                  <a:pt x="438150" y="153162"/>
                </a:lnTo>
                <a:lnTo>
                  <a:pt x="433578" y="158496"/>
                </a:lnTo>
                <a:lnTo>
                  <a:pt x="419862" y="166116"/>
                </a:lnTo>
                <a:lnTo>
                  <a:pt x="412242" y="167640"/>
                </a:lnTo>
                <a:lnTo>
                  <a:pt x="394716" y="167640"/>
                </a:lnTo>
                <a:lnTo>
                  <a:pt x="388619" y="166116"/>
                </a:lnTo>
                <a:lnTo>
                  <a:pt x="384048" y="162306"/>
                </a:lnTo>
                <a:lnTo>
                  <a:pt x="379475" y="157734"/>
                </a:lnTo>
                <a:lnTo>
                  <a:pt x="377190" y="153162"/>
                </a:lnTo>
                <a:lnTo>
                  <a:pt x="377190" y="181837"/>
                </a:lnTo>
                <a:lnTo>
                  <a:pt x="379190" y="182689"/>
                </a:lnTo>
                <a:lnTo>
                  <a:pt x="388250" y="184570"/>
                </a:lnTo>
                <a:lnTo>
                  <a:pt x="398525" y="185166"/>
                </a:lnTo>
                <a:lnTo>
                  <a:pt x="406908" y="185166"/>
                </a:lnTo>
                <a:lnTo>
                  <a:pt x="441019" y="170961"/>
                </a:lnTo>
                <a:lnTo>
                  <a:pt x="445008" y="167881"/>
                </a:lnTo>
                <a:close/>
              </a:path>
              <a:path w="878839" h="185419">
                <a:moveTo>
                  <a:pt x="506730" y="67818"/>
                </a:moveTo>
                <a:lnTo>
                  <a:pt x="506730" y="50292"/>
                </a:lnTo>
                <a:lnTo>
                  <a:pt x="489966" y="50292"/>
                </a:lnTo>
                <a:lnTo>
                  <a:pt x="489966" y="67818"/>
                </a:lnTo>
                <a:lnTo>
                  <a:pt x="506730" y="67818"/>
                </a:lnTo>
                <a:close/>
              </a:path>
              <a:path w="878839" h="185419">
                <a:moveTo>
                  <a:pt x="554736" y="182118"/>
                </a:moveTo>
                <a:lnTo>
                  <a:pt x="551688" y="162306"/>
                </a:lnTo>
                <a:lnTo>
                  <a:pt x="547116" y="163068"/>
                </a:lnTo>
                <a:lnTo>
                  <a:pt x="535686" y="163068"/>
                </a:lnTo>
                <a:lnTo>
                  <a:pt x="534162" y="161544"/>
                </a:lnTo>
                <a:lnTo>
                  <a:pt x="531876" y="160781"/>
                </a:lnTo>
                <a:lnTo>
                  <a:pt x="530352" y="157734"/>
                </a:lnTo>
                <a:lnTo>
                  <a:pt x="529590" y="155448"/>
                </a:lnTo>
                <a:lnTo>
                  <a:pt x="528828" y="151637"/>
                </a:lnTo>
                <a:lnTo>
                  <a:pt x="528828" y="4572"/>
                </a:lnTo>
                <a:lnTo>
                  <a:pt x="506730" y="17525"/>
                </a:lnTo>
                <a:lnTo>
                  <a:pt x="506730" y="144018"/>
                </a:lnTo>
                <a:lnTo>
                  <a:pt x="506872" y="152995"/>
                </a:lnTo>
                <a:lnTo>
                  <a:pt x="529590" y="184404"/>
                </a:lnTo>
                <a:lnTo>
                  <a:pt x="542544" y="184404"/>
                </a:lnTo>
                <a:lnTo>
                  <a:pt x="548640" y="183642"/>
                </a:lnTo>
                <a:lnTo>
                  <a:pt x="554736" y="182118"/>
                </a:lnTo>
                <a:close/>
              </a:path>
              <a:path w="878839" h="185419">
                <a:moveTo>
                  <a:pt x="551688" y="67818"/>
                </a:moveTo>
                <a:lnTo>
                  <a:pt x="551688" y="50292"/>
                </a:lnTo>
                <a:lnTo>
                  <a:pt x="528828" y="50292"/>
                </a:lnTo>
                <a:lnTo>
                  <a:pt x="528828" y="67818"/>
                </a:lnTo>
                <a:lnTo>
                  <a:pt x="551688" y="67818"/>
                </a:lnTo>
                <a:close/>
              </a:path>
              <a:path w="878839" h="185419">
                <a:moveTo>
                  <a:pt x="595884" y="25907"/>
                </a:moveTo>
                <a:lnTo>
                  <a:pt x="595884" y="0"/>
                </a:lnTo>
                <a:lnTo>
                  <a:pt x="573024" y="0"/>
                </a:lnTo>
                <a:lnTo>
                  <a:pt x="573024" y="25907"/>
                </a:lnTo>
                <a:lnTo>
                  <a:pt x="595884" y="25907"/>
                </a:lnTo>
                <a:close/>
              </a:path>
              <a:path w="878839" h="185419">
                <a:moveTo>
                  <a:pt x="595884" y="182118"/>
                </a:moveTo>
                <a:lnTo>
                  <a:pt x="595884" y="50292"/>
                </a:lnTo>
                <a:lnTo>
                  <a:pt x="573024" y="50292"/>
                </a:lnTo>
                <a:lnTo>
                  <a:pt x="573024" y="182118"/>
                </a:lnTo>
                <a:lnTo>
                  <a:pt x="595884" y="182118"/>
                </a:lnTo>
                <a:close/>
              </a:path>
              <a:path w="878839" h="185419">
                <a:moveTo>
                  <a:pt x="745236" y="114299"/>
                </a:moveTo>
                <a:lnTo>
                  <a:pt x="735270" y="75080"/>
                </a:lnTo>
                <a:lnTo>
                  <a:pt x="696527" y="48386"/>
                </a:lnTo>
                <a:lnTo>
                  <a:pt x="683514" y="47243"/>
                </a:lnTo>
                <a:lnTo>
                  <a:pt x="671500" y="48232"/>
                </a:lnTo>
                <a:lnTo>
                  <a:pt x="633043" y="72330"/>
                </a:lnTo>
                <a:lnTo>
                  <a:pt x="621792" y="116586"/>
                </a:lnTo>
                <a:lnTo>
                  <a:pt x="622804" y="132278"/>
                </a:lnTo>
                <a:lnTo>
                  <a:pt x="625887" y="146113"/>
                </a:lnTo>
                <a:lnTo>
                  <a:pt x="631114" y="157948"/>
                </a:lnTo>
                <a:lnTo>
                  <a:pt x="638556" y="167640"/>
                </a:lnTo>
                <a:lnTo>
                  <a:pt x="644652" y="172820"/>
                </a:lnTo>
                <a:lnTo>
                  <a:pt x="644652" y="116586"/>
                </a:lnTo>
                <a:lnTo>
                  <a:pt x="645354" y="104739"/>
                </a:lnTo>
                <a:lnTo>
                  <a:pt x="667988" y="69246"/>
                </a:lnTo>
                <a:lnTo>
                  <a:pt x="683514" y="66293"/>
                </a:lnTo>
                <a:lnTo>
                  <a:pt x="691229" y="67020"/>
                </a:lnTo>
                <a:lnTo>
                  <a:pt x="719518" y="94011"/>
                </a:lnTo>
                <a:lnTo>
                  <a:pt x="722376" y="115823"/>
                </a:lnTo>
                <a:lnTo>
                  <a:pt x="722376" y="172850"/>
                </a:lnTo>
                <a:lnTo>
                  <a:pt x="727995" y="167830"/>
                </a:lnTo>
                <a:lnTo>
                  <a:pt x="744795" y="126611"/>
                </a:lnTo>
                <a:lnTo>
                  <a:pt x="745236" y="114299"/>
                </a:lnTo>
                <a:close/>
              </a:path>
              <a:path w="878839" h="185419">
                <a:moveTo>
                  <a:pt x="722376" y="172850"/>
                </a:moveTo>
                <a:lnTo>
                  <a:pt x="722376" y="115823"/>
                </a:lnTo>
                <a:lnTo>
                  <a:pt x="721661" y="128111"/>
                </a:lnTo>
                <a:lnTo>
                  <a:pt x="719518" y="138683"/>
                </a:lnTo>
                <a:lnTo>
                  <a:pt x="691336" y="166151"/>
                </a:lnTo>
                <a:lnTo>
                  <a:pt x="683514" y="166877"/>
                </a:lnTo>
                <a:lnTo>
                  <a:pt x="675358" y="166151"/>
                </a:lnTo>
                <a:lnTo>
                  <a:pt x="647414" y="138779"/>
                </a:lnTo>
                <a:lnTo>
                  <a:pt x="644652" y="116586"/>
                </a:lnTo>
                <a:lnTo>
                  <a:pt x="644652" y="172820"/>
                </a:lnTo>
                <a:lnTo>
                  <a:pt x="647830" y="175521"/>
                </a:lnTo>
                <a:lnTo>
                  <a:pt x="658463" y="180975"/>
                </a:lnTo>
                <a:lnTo>
                  <a:pt x="670381" y="184142"/>
                </a:lnTo>
                <a:lnTo>
                  <a:pt x="683514" y="185165"/>
                </a:lnTo>
                <a:lnTo>
                  <a:pt x="691943" y="184725"/>
                </a:lnTo>
                <a:lnTo>
                  <a:pt x="700087" y="183356"/>
                </a:lnTo>
                <a:lnTo>
                  <a:pt x="707945" y="180986"/>
                </a:lnTo>
                <a:lnTo>
                  <a:pt x="715518" y="177545"/>
                </a:lnTo>
                <a:lnTo>
                  <a:pt x="722078" y="173116"/>
                </a:lnTo>
                <a:lnTo>
                  <a:pt x="722376" y="172850"/>
                </a:lnTo>
                <a:close/>
              </a:path>
              <a:path w="878839" h="185419">
                <a:moveTo>
                  <a:pt x="878586" y="182117"/>
                </a:moveTo>
                <a:lnTo>
                  <a:pt x="878586" y="83819"/>
                </a:lnTo>
                <a:lnTo>
                  <a:pt x="877824" y="79247"/>
                </a:lnTo>
                <a:lnTo>
                  <a:pt x="876300" y="73151"/>
                </a:lnTo>
                <a:lnTo>
                  <a:pt x="874014" y="67817"/>
                </a:lnTo>
                <a:lnTo>
                  <a:pt x="870204" y="63245"/>
                </a:lnTo>
                <a:lnTo>
                  <a:pt x="867156" y="58673"/>
                </a:lnTo>
                <a:lnTo>
                  <a:pt x="861822" y="54863"/>
                </a:lnTo>
                <a:lnTo>
                  <a:pt x="855726" y="51815"/>
                </a:lnTo>
                <a:lnTo>
                  <a:pt x="848868" y="48767"/>
                </a:lnTo>
                <a:lnTo>
                  <a:pt x="841248" y="47243"/>
                </a:lnTo>
                <a:lnTo>
                  <a:pt x="833628" y="47243"/>
                </a:lnTo>
                <a:lnTo>
                  <a:pt x="820757" y="48660"/>
                </a:lnTo>
                <a:lnTo>
                  <a:pt x="809529" y="52863"/>
                </a:lnTo>
                <a:lnTo>
                  <a:pt x="799873" y="59781"/>
                </a:lnTo>
                <a:lnTo>
                  <a:pt x="791718" y="69341"/>
                </a:lnTo>
                <a:lnTo>
                  <a:pt x="791718" y="50291"/>
                </a:lnTo>
                <a:lnTo>
                  <a:pt x="771144" y="50291"/>
                </a:lnTo>
                <a:lnTo>
                  <a:pt x="771144" y="182117"/>
                </a:lnTo>
                <a:lnTo>
                  <a:pt x="794004" y="182117"/>
                </a:lnTo>
                <a:lnTo>
                  <a:pt x="794004" y="110489"/>
                </a:lnTo>
                <a:lnTo>
                  <a:pt x="794587" y="98917"/>
                </a:lnTo>
                <a:lnTo>
                  <a:pt x="821912" y="67627"/>
                </a:lnTo>
                <a:lnTo>
                  <a:pt x="829056" y="67055"/>
                </a:lnTo>
                <a:lnTo>
                  <a:pt x="835152" y="67055"/>
                </a:lnTo>
                <a:lnTo>
                  <a:pt x="853440" y="81533"/>
                </a:lnTo>
                <a:lnTo>
                  <a:pt x="855726" y="86105"/>
                </a:lnTo>
                <a:lnTo>
                  <a:pt x="856488" y="92963"/>
                </a:lnTo>
                <a:lnTo>
                  <a:pt x="856488" y="182117"/>
                </a:lnTo>
                <a:lnTo>
                  <a:pt x="878586" y="182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263531" y="1845564"/>
            <a:ext cx="67945" cy="182880"/>
          </a:xfrm>
          <a:custGeom>
            <a:avLst/>
            <a:gdLst/>
            <a:ahLst/>
            <a:cxnLst/>
            <a:rect l="l" t="t" r="r" b="b"/>
            <a:pathLst>
              <a:path w="67945" h="182880">
                <a:moveTo>
                  <a:pt x="67817" y="182880"/>
                </a:moveTo>
                <a:lnTo>
                  <a:pt x="67817" y="0"/>
                </a:lnTo>
                <a:lnTo>
                  <a:pt x="53339" y="0"/>
                </a:lnTo>
                <a:lnTo>
                  <a:pt x="49589" y="6167"/>
                </a:lnTo>
                <a:lnTo>
                  <a:pt x="45053" y="12192"/>
                </a:lnTo>
                <a:lnTo>
                  <a:pt x="9298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718" y="48387"/>
                </a:lnTo>
                <a:lnTo>
                  <a:pt x="44958" y="40386"/>
                </a:lnTo>
                <a:lnTo>
                  <a:pt x="44958" y="182880"/>
                </a:lnTo>
                <a:lnTo>
                  <a:pt x="67817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269121" y="4251959"/>
            <a:ext cx="878840" cy="185420"/>
          </a:xfrm>
          <a:custGeom>
            <a:avLst/>
            <a:gdLst/>
            <a:ahLst/>
            <a:cxnLst/>
            <a:rect l="l" t="t" r="r" b="b"/>
            <a:pathLst>
              <a:path w="878839" h="185420">
                <a:moveTo>
                  <a:pt x="24383" y="182118"/>
                </a:moveTo>
                <a:lnTo>
                  <a:pt x="24383" y="0"/>
                </a:lnTo>
                <a:lnTo>
                  <a:pt x="0" y="0"/>
                </a:lnTo>
                <a:lnTo>
                  <a:pt x="0" y="182118"/>
                </a:lnTo>
                <a:lnTo>
                  <a:pt x="24383" y="182118"/>
                </a:lnTo>
                <a:close/>
              </a:path>
              <a:path w="878839" h="185420">
                <a:moveTo>
                  <a:pt x="67818" y="67818"/>
                </a:moveTo>
                <a:lnTo>
                  <a:pt x="67818" y="50292"/>
                </a:lnTo>
                <a:lnTo>
                  <a:pt x="51816" y="50292"/>
                </a:lnTo>
                <a:lnTo>
                  <a:pt x="51816" y="67818"/>
                </a:lnTo>
                <a:lnTo>
                  <a:pt x="67818" y="67818"/>
                </a:lnTo>
                <a:close/>
              </a:path>
              <a:path w="878839" h="185420">
                <a:moveTo>
                  <a:pt x="115824" y="182118"/>
                </a:moveTo>
                <a:lnTo>
                  <a:pt x="112775" y="162306"/>
                </a:lnTo>
                <a:lnTo>
                  <a:pt x="108204" y="163068"/>
                </a:lnTo>
                <a:lnTo>
                  <a:pt x="96774" y="163068"/>
                </a:lnTo>
                <a:lnTo>
                  <a:pt x="95250" y="161544"/>
                </a:lnTo>
                <a:lnTo>
                  <a:pt x="93725" y="160782"/>
                </a:lnTo>
                <a:lnTo>
                  <a:pt x="92202" y="159258"/>
                </a:lnTo>
                <a:lnTo>
                  <a:pt x="91440" y="156972"/>
                </a:lnTo>
                <a:lnTo>
                  <a:pt x="90678" y="155448"/>
                </a:lnTo>
                <a:lnTo>
                  <a:pt x="89916" y="151638"/>
                </a:lnTo>
                <a:lnTo>
                  <a:pt x="89916" y="4572"/>
                </a:lnTo>
                <a:lnTo>
                  <a:pt x="67818" y="17526"/>
                </a:lnTo>
                <a:lnTo>
                  <a:pt x="67818" y="144018"/>
                </a:lnTo>
                <a:lnTo>
                  <a:pt x="67972" y="152995"/>
                </a:lnTo>
                <a:lnTo>
                  <a:pt x="68484" y="160401"/>
                </a:lnTo>
                <a:lnTo>
                  <a:pt x="69425" y="166092"/>
                </a:lnTo>
                <a:lnTo>
                  <a:pt x="70866" y="169926"/>
                </a:lnTo>
                <a:lnTo>
                  <a:pt x="72390" y="174498"/>
                </a:lnTo>
                <a:lnTo>
                  <a:pt x="75437" y="177546"/>
                </a:lnTo>
                <a:lnTo>
                  <a:pt x="80010" y="180594"/>
                </a:lnTo>
                <a:lnTo>
                  <a:pt x="84581" y="182880"/>
                </a:lnTo>
                <a:lnTo>
                  <a:pt x="90678" y="184404"/>
                </a:lnTo>
                <a:lnTo>
                  <a:pt x="103631" y="184404"/>
                </a:lnTo>
                <a:lnTo>
                  <a:pt x="109728" y="183642"/>
                </a:lnTo>
                <a:lnTo>
                  <a:pt x="115824" y="182118"/>
                </a:lnTo>
                <a:close/>
              </a:path>
              <a:path w="878839" h="185420">
                <a:moveTo>
                  <a:pt x="112775" y="67818"/>
                </a:moveTo>
                <a:lnTo>
                  <a:pt x="112775" y="50292"/>
                </a:lnTo>
                <a:lnTo>
                  <a:pt x="89916" y="50292"/>
                </a:lnTo>
                <a:lnTo>
                  <a:pt x="89916" y="67818"/>
                </a:lnTo>
                <a:lnTo>
                  <a:pt x="112775" y="67818"/>
                </a:lnTo>
                <a:close/>
              </a:path>
              <a:path w="878839" h="185420">
                <a:moveTo>
                  <a:pt x="248412" y="121920"/>
                </a:moveTo>
                <a:lnTo>
                  <a:pt x="248412" y="115824"/>
                </a:lnTo>
                <a:lnTo>
                  <a:pt x="247399" y="100679"/>
                </a:lnTo>
                <a:lnTo>
                  <a:pt x="231648" y="65532"/>
                </a:lnTo>
                <a:lnTo>
                  <a:pt x="188975" y="47244"/>
                </a:lnTo>
                <a:lnTo>
                  <a:pt x="175843" y="48387"/>
                </a:lnTo>
                <a:lnTo>
                  <a:pt x="136576" y="75664"/>
                </a:lnTo>
                <a:lnTo>
                  <a:pt x="127254" y="117348"/>
                </a:lnTo>
                <a:lnTo>
                  <a:pt x="128266" y="132492"/>
                </a:lnTo>
                <a:lnTo>
                  <a:pt x="131349" y="145923"/>
                </a:lnTo>
                <a:lnTo>
                  <a:pt x="136576" y="157638"/>
                </a:lnTo>
                <a:lnTo>
                  <a:pt x="144018" y="167640"/>
                </a:lnTo>
                <a:lnTo>
                  <a:pt x="150114" y="172813"/>
                </a:lnTo>
                <a:lnTo>
                  <a:pt x="150114" y="121920"/>
                </a:lnTo>
                <a:lnTo>
                  <a:pt x="151637" y="121920"/>
                </a:lnTo>
                <a:lnTo>
                  <a:pt x="151637" y="103632"/>
                </a:lnTo>
                <a:lnTo>
                  <a:pt x="152781" y="95488"/>
                </a:lnTo>
                <a:lnTo>
                  <a:pt x="181391" y="66234"/>
                </a:lnTo>
                <a:lnTo>
                  <a:pt x="188975" y="65532"/>
                </a:lnTo>
                <a:lnTo>
                  <a:pt x="197119" y="66377"/>
                </a:lnTo>
                <a:lnTo>
                  <a:pt x="223801" y="96059"/>
                </a:lnTo>
                <a:lnTo>
                  <a:pt x="224790" y="103632"/>
                </a:lnTo>
                <a:lnTo>
                  <a:pt x="224790" y="121920"/>
                </a:lnTo>
                <a:lnTo>
                  <a:pt x="248412" y="121920"/>
                </a:lnTo>
                <a:close/>
              </a:path>
              <a:path w="878839" h="185420">
                <a:moveTo>
                  <a:pt x="247650" y="142494"/>
                </a:moveTo>
                <a:lnTo>
                  <a:pt x="224790" y="140208"/>
                </a:lnTo>
                <a:lnTo>
                  <a:pt x="221742" y="149352"/>
                </a:lnTo>
                <a:lnTo>
                  <a:pt x="217169" y="156210"/>
                </a:lnTo>
                <a:lnTo>
                  <a:pt x="211074" y="160782"/>
                </a:lnTo>
                <a:lnTo>
                  <a:pt x="204978" y="164592"/>
                </a:lnTo>
                <a:lnTo>
                  <a:pt x="198119" y="166878"/>
                </a:lnTo>
                <a:lnTo>
                  <a:pt x="188975" y="166807"/>
                </a:lnTo>
                <a:lnTo>
                  <a:pt x="153924" y="141255"/>
                </a:lnTo>
                <a:lnTo>
                  <a:pt x="150114" y="121920"/>
                </a:lnTo>
                <a:lnTo>
                  <a:pt x="150114" y="172813"/>
                </a:lnTo>
                <a:lnTo>
                  <a:pt x="153304" y="175521"/>
                </a:lnTo>
                <a:lnTo>
                  <a:pt x="164020" y="180975"/>
                </a:lnTo>
                <a:lnTo>
                  <a:pt x="176164" y="184142"/>
                </a:lnTo>
                <a:lnTo>
                  <a:pt x="189737" y="185166"/>
                </a:lnTo>
                <a:lnTo>
                  <a:pt x="200727" y="184463"/>
                </a:lnTo>
                <a:lnTo>
                  <a:pt x="240315" y="160782"/>
                </a:lnTo>
                <a:lnTo>
                  <a:pt x="244661" y="152209"/>
                </a:lnTo>
                <a:lnTo>
                  <a:pt x="247650" y="142494"/>
                </a:lnTo>
                <a:close/>
              </a:path>
              <a:path w="878839" h="185420">
                <a:moveTo>
                  <a:pt x="224790" y="121920"/>
                </a:moveTo>
                <a:lnTo>
                  <a:pt x="224790" y="103632"/>
                </a:lnTo>
                <a:lnTo>
                  <a:pt x="151637" y="103632"/>
                </a:lnTo>
                <a:lnTo>
                  <a:pt x="151637" y="121920"/>
                </a:lnTo>
                <a:lnTo>
                  <a:pt x="224790" y="121920"/>
                </a:lnTo>
                <a:close/>
              </a:path>
              <a:path w="878839" h="185420">
                <a:moveTo>
                  <a:pt x="347472" y="54864"/>
                </a:moveTo>
                <a:lnTo>
                  <a:pt x="339852" y="49530"/>
                </a:lnTo>
                <a:lnTo>
                  <a:pt x="332231" y="47244"/>
                </a:lnTo>
                <a:lnTo>
                  <a:pt x="319278" y="47244"/>
                </a:lnTo>
                <a:lnTo>
                  <a:pt x="314706" y="48768"/>
                </a:lnTo>
                <a:lnTo>
                  <a:pt x="305562" y="54864"/>
                </a:lnTo>
                <a:lnTo>
                  <a:pt x="300990" y="60960"/>
                </a:lnTo>
                <a:lnTo>
                  <a:pt x="295656" y="70104"/>
                </a:lnTo>
                <a:lnTo>
                  <a:pt x="295656" y="50292"/>
                </a:lnTo>
                <a:lnTo>
                  <a:pt x="275844" y="50292"/>
                </a:lnTo>
                <a:lnTo>
                  <a:pt x="275844" y="182118"/>
                </a:lnTo>
                <a:lnTo>
                  <a:pt x="297942" y="182118"/>
                </a:lnTo>
                <a:lnTo>
                  <a:pt x="297942" y="113538"/>
                </a:lnTo>
                <a:lnTo>
                  <a:pt x="298215" y="106370"/>
                </a:lnTo>
                <a:lnTo>
                  <a:pt x="318516" y="70866"/>
                </a:lnTo>
                <a:lnTo>
                  <a:pt x="329184" y="70866"/>
                </a:lnTo>
                <a:lnTo>
                  <a:pt x="334518" y="72390"/>
                </a:lnTo>
                <a:lnTo>
                  <a:pt x="339852" y="75438"/>
                </a:lnTo>
                <a:lnTo>
                  <a:pt x="347472" y="54864"/>
                </a:lnTo>
                <a:close/>
              </a:path>
              <a:path w="878839" h="185420">
                <a:moveTo>
                  <a:pt x="445008" y="115824"/>
                </a:moveTo>
                <a:lnTo>
                  <a:pt x="445008" y="98298"/>
                </a:lnTo>
                <a:lnTo>
                  <a:pt x="437852" y="100572"/>
                </a:lnTo>
                <a:lnTo>
                  <a:pt x="428910" y="102774"/>
                </a:lnTo>
                <a:lnTo>
                  <a:pt x="418111" y="104834"/>
                </a:lnTo>
                <a:lnTo>
                  <a:pt x="405384" y="106680"/>
                </a:lnTo>
                <a:lnTo>
                  <a:pt x="396240" y="107442"/>
                </a:lnTo>
                <a:lnTo>
                  <a:pt x="390144" y="108204"/>
                </a:lnTo>
                <a:lnTo>
                  <a:pt x="385572" y="109728"/>
                </a:lnTo>
                <a:lnTo>
                  <a:pt x="379475" y="111252"/>
                </a:lnTo>
                <a:lnTo>
                  <a:pt x="374142" y="113538"/>
                </a:lnTo>
                <a:lnTo>
                  <a:pt x="369569" y="117348"/>
                </a:lnTo>
                <a:lnTo>
                  <a:pt x="364236" y="120396"/>
                </a:lnTo>
                <a:lnTo>
                  <a:pt x="360425" y="124206"/>
                </a:lnTo>
                <a:lnTo>
                  <a:pt x="357378" y="129540"/>
                </a:lnTo>
                <a:lnTo>
                  <a:pt x="355092" y="134874"/>
                </a:lnTo>
                <a:lnTo>
                  <a:pt x="353568" y="140970"/>
                </a:lnTo>
                <a:lnTo>
                  <a:pt x="353568" y="147828"/>
                </a:lnTo>
                <a:lnTo>
                  <a:pt x="377190" y="181837"/>
                </a:lnTo>
                <a:lnTo>
                  <a:pt x="377190" y="143256"/>
                </a:lnTo>
                <a:lnTo>
                  <a:pt x="377952" y="139446"/>
                </a:lnTo>
                <a:lnTo>
                  <a:pt x="408527" y="124952"/>
                </a:lnTo>
                <a:lnTo>
                  <a:pt x="420147" y="123110"/>
                </a:lnTo>
                <a:lnTo>
                  <a:pt x="430149" y="120967"/>
                </a:lnTo>
                <a:lnTo>
                  <a:pt x="438435" y="118538"/>
                </a:lnTo>
                <a:lnTo>
                  <a:pt x="445008" y="115824"/>
                </a:lnTo>
                <a:close/>
              </a:path>
              <a:path w="878839" h="185420">
                <a:moveTo>
                  <a:pt x="474725" y="182118"/>
                </a:moveTo>
                <a:lnTo>
                  <a:pt x="467998" y="141267"/>
                </a:lnTo>
                <a:lnTo>
                  <a:pt x="467868" y="127254"/>
                </a:lnTo>
                <a:lnTo>
                  <a:pt x="467868" y="87630"/>
                </a:lnTo>
                <a:lnTo>
                  <a:pt x="467106" y="80772"/>
                </a:lnTo>
                <a:lnTo>
                  <a:pt x="466344" y="76962"/>
                </a:lnTo>
                <a:lnTo>
                  <a:pt x="465581" y="70866"/>
                </a:lnTo>
                <a:lnTo>
                  <a:pt x="463296" y="65532"/>
                </a:lnTo>
                <a:lnTo>
                  <a:pt x="459486" y="61722"/>
                </a:lnTo>
                <a:lnTo>
                  <a:pt x="456438" y="57150"/>
                </a:lnTo>
                <a:lnTo>
                  <a:pt x="451104" y="54102"/>
                </a:lnTo>
                <a:lnTo>
                  <a:pt x="415290" y="47296"/>
                </a:lnTo>
                <a:lnTo>
                  <a:pt x="408431" y="47540"/>
                </a:lnTo>
                <a:lnTo>
                  <a:pt x="371856" y="59436"/>
                </a:lnTo>
                <a:lnTo>
                  <a:pt x="367284" y="65532"/>
                </a:lnTo>
                <a:lnTo>
                  <a:pt x="362712" y="70866"/>
                </a:lnTo>
                <a:lnTo>
                  <a:pt x="358902" y="78486"/>
                </a:lnTo>
                <a:lnTo>
                  <a:pt x="357378" y="88392"/>
                </a:lnTo>
                <a:lnTo>
                  <a:pt x="378714" y="90678"/>
                </a:lnTo>
                <a:lnTo>
                  <a:pt x="381762" y="81534"/>
                </a:lnTo>
                <a:lnTo>
                  <a:pt x="384810" y="75438"/>
                </a:lnTo>
                <a:lnTo>
                  <a:pt x="395478" y="67818"/>
                </a:lnTo>
                <a:lnTo>
                  <a:pt x="403098" y="66294"/>
                </a:lnTo>
                <a:lnTo>
                  <a:pt x="415290" y="66379"/>
                </a:lnTo>
                <a:lnTo>
                  <a:pt x="445008" y="83820"/>
                </a:lnTo>
                <a:lnTo>
                  <a:pt x="445008" y="167881"/>
                </a:lnTo>
                <a:lnTo>
                  <a:pt x="447294" y="166116"/>
                </a:lnTo>
                <a:lnTo>
                  <a:pt x="448056" y="172212"/>
                </a:lnTo>
                <a:lnTo>
                  <a:pt x="449580" y="177546"/>
                </a:lnTo>
                <a:lnTo>
                  <a:pt x="451866" y="182118"/>
                </a:lnTo>
                <a:lnTo>
                  <a:pt x="474725" y="182118"/>
                </a:lnTo>
                <a:close/>
              </a:path>
              <a:path w="878839" h="185420">
                <a:moveTo>
                  <a:pt x="445008" y="167881"/>
                </a:moveTo>
                <a:lnTo>
                  <a:pt x="445008" y="134112"/>
                </a:lnTo>
                <a:lnTo>
                  <a:pt x="444246" y="141732"/>
                </a:lnTo>
                <a:lnTo>
                  <a:pt x="441198" y="147066"/>
                </a:lnTo>
                <a:lnTo>
                  <a:pt x="438150" y="153162"/>
                </a:lnTo>
                <a:lnTo>
                  <a:pt x="433578" y="158496"/>
                </a:lnTo>
                <a:lnTo>
                  <a:pt x="419862" y="166116"/>
                </a:lnTo>
                <a:lnTo>
                  <a:pt x="412242" y="167640"/>
                </a:lnTo>
                <a:lnTo>
                  <a:pt x="394716" y="167640"/>
                </a:lnTo>
                <a:lnTo>
                  <a:pt x="388619" y="166116"/>
                </a:lnTo>
                <a:lnTo>
                  <a:pt x="384048" y="161544"/>
                </a:lnTo>
                <a:lnTo>
                  <a:pt x="379475" y="157734"/>
                </a:lnTo>
                <a:lnTo>
                  <a:pt x="377190" y="153162"/>
                </a:lnTo>
                <a:lnTo>
                  <a:pt x="377190" y="181837"/>
                </a:lnTo>
                <a:lnTo>
                  <a:pt x="379190" y="182689"/>
                </a:lnTo>
                <a:lnTo>
                  <a:pt x="388250" y="184570"/>
                </a:lnTo>
                <a:lnTo>
                  <a:pt x="398525" y="185166"/>
                </a:lnTo>
                <a:lnTo>
                  <a:pt x="406908" y="185166"/>
                </a:lnTo>
                <a:lnTo>
                  <a:pt x="441019" y="170961"/>
                </a:lnTo>
                <a:lnTo>
                  <a:pt x="445008" y="167881"/>
                </a:lnTo>
                <a:close/>
              </a:path>
              <a:path w="878839" h="185420">
                <a:moveTo>
                  <a:pt x="506730" y="67818"/>
                </a:moveTo>
                <a:lnTo>
                  <a:pt x="506730" y="50292"/>
                </a:lnTo>
                <a:lnTo>
                  <a:pt x="489966" y="50292"/>
                </a:lnTo>
                <a:lnTo>
                  <a:pt x="489966" y="67818"/>
                </a:lnTo>
                <a:lnTo>
                  <a:pt x="506730" y="67818"/>
                </a:lnTo>
                <a:close/>
              </a:path>
              <a:path w="878839" h="185420">
                <a:moveTo>
                  <a:pt x="554736" y="182118"/>
                </a:moveTo>
                <a:lnTo>
                  <a:pt x="551688" y="162306"/>
                </a:lnTo>
                <a:lnTo>
                  <a:pt x="547116" y="163068"/>
                </a:lnTo>
                <a:lnTo>
                  <a:pt x="535686" y="163068"/>
                </a:lnTo>
                <a:lnTo>
                  <a:pt x="534162" y="161544"/>
                </a:lnTo>
                <a:lnTo>
                  <a:pt x="531876" y="160782"/>
                </a:lnTo>
                <a:lnTo>
                  <a:pt x="531114" y="159258"/>
                </a:lnTo>
                <a:lnTo>
                  <a:pt x="530352" y="156972"/>
                </a:lnTo>
                <a:lnTo>
                  <a:pt x="529590" y="155448"/>
                </a:lnTo>
                <a:lnTo>
                  <a:pt x="528828" y="151638"/>
                </a:lnTo>
                <a:lnTo>
                  <a:pt x="528828" y="4572"/>
                </a:lnTo>
                <a:lnTo>
                  <a:pt x="506730" y="17526"/>
                </a:lnTo>
                <a:lnTo>
                  <a:pt x="506730" y="144018"/>
                </a:lnTo>
                <a:lnTo>
                  <a:pt x="518922" y="180594"/>
                </a:lnTo>
                <a:lnTo>
                  <a:pt x="529590" y="184404"/>
                </a:lnTo>
                <a:lnTo>
                  <a:pt x="542544" y="184404"/>
                </a:lnTo>
                <a:lnTo>
                  <a:pt x="548640" y="183642"/>
                </a:lnTo>
                <a:lnTo>
                  <a:pt x="554736" y="182118"/>
                </a:lnTo>
                <a:close/>
              </a:path>
              <a:path w="878839" h="185420">
                <a:moveTo>
                  <a:pt x="551688" y="67818"/>
                </a:moveTo>
                <a:lnTo>
                  <a:pt x="551688" y="50292"/>
                </a:lnTo>
                <a:lnTo>
                  <a:pt x="528828" y="50292"/>
                </a:lnTo>
                <a:lnTo>
                  <a:pt x="528828" y="67818"/>
                </a:lnTo>
                <a:lnTo>
                  <a:pt x="551688" y="67818"/>
                </a:lnTo>
                <a:close/>
              </a:path>
              <a:path w="878839" h="185420">
                <a:moveTo>
                  <a:pt x="595884" y="25908"/>
                </a:moveTo>
                <a:lnTo>
                  <a:pt x="595884" y="0"/>
                </a:lnTo>
                <a:lnTo>
                  <a:pt x="573024" y="0"/>
                </a:lnTo>
                <a:lnTo>
                  <a:pt x="573024" y="25908"/>
                </a:lnTo>
                <a:lnTo>
                  <a:pt x="595884" y="25908"/>
                </a:lnTo>
                <a:close/>
              </a:path>
              <a:path w="878839" h="185420">
                <a:moveTo>
                  <a:pt x="595884" y="182118"/>
                </a:moveTo>
                <a:lnTo>
                  <a:pt x="595884" y="50292"/>
                </a:lnTo>
                <a:lnTo>
                  <a:pt x="573024" y="50292"/>
                </a:lnTo>
                <a:lnTo>
                  <a:pt x="573024" y="182118"/>
                </a:lnTo>
                <a:lnTo>
                  <a:pt x="595884" y="182118"/>
                </a:lnTo>
                <a:close/>
              </a:path>
              <a:path w="878839" h="185420">
                <a:moveTo>
                  <a:pt x="745236" y="114300"/>
                </a:moveTo>
                <a:lnTo>
                  <a:pt x="735270" y="75080"/>
                </a:lnTo>
                <a:lnTo>
                  <a:pt x="696527" y="48387"/>
                </a:lnTo>
                <a:lnTo>
                  <a:pt x="683514" y="47244"/>
                </a:lnTo>
                <a:lnTo>
                  <a:pt x="671500" y="48220"/>
                </a:lnTo>
                <a:lnTo>
                  <a:pt x="633043" y="72009"/>
                </a:lnTo>
                <a:lnTo>
                  <a:pt x="621792" y="116586"/>
                </a:lnTo>
                <a:lnTo>
                  <a:pt x="622804" y="132171"/>
                </a:lnTo>
                <a:lnTo>
                  <a:pt x="625887" y="145827"/>
                </a:lnTo>
                <a:lnTo>
                  <a:pt x="631114" y="157626"/>
                </a:lnTo>
                <a:lnTo>
                  <a:pt x="638556" y="167640"/>
                </a:lnTo>
                <a:lnTo>
                  <a:pt x="644652" y="172820"/>
                </a:lnTo>
                <a:lnTo>
                  <a:pt x="644652" y="116586"/>
                </a:lnTo>
                <a:lnTo>
                  <a:pt x="645354" y="104739"/>
                </a:lnTo>
                <a:lnTo>
                  <a:pt x="667988" y="69246"/>
                </a:lnTo>
                <a:lnTo>
                  <a:pt x="683514" y="66294"/>
                </a:lnTo>
                <a:lnTo>
                  <a:pt x="691229" y="67020"/>
                </a:lnTo>
                <a:lnTo>
                  <a:pt x="719518" y="94011"/>
                </a:lnTo>
                <a:lnTo>
                  <a:pt x="722376" y="115824"/>
                </a:lnTo>
                <a:lnTo>
                  <a:pt x="722376" y="172850"/>
                </a:lnTo>
                <a:lnTo>
                  <a:pt x="727995" y="167830"/>
                </a:lnTo>
                <a:lnTo>
                  <a:pt x="744795" y="126611"/>
                </a:lnTo>
                <a:lnTo>
                  <a:pt x="745236" y="114300"/>
                </a:lnTo>
                <a:close/>
              </a:path>
              <a:path w="878839" h="185420">
                <a:moveTo>
                  <a:pt x="722376" y="172850"/>
                </a:moveTo>
                <a:lnTo>
                  <a:pt x="722376" y="115824"/>
                </a:lnTo>
                <a:lnTo>
                  <a:pt x="721661" y="128004"/>
                </a:lnTo>
                <a:lnTo>
                  <a:pt x="719518" y="138398"/>
                </a:lnTo>
                <a:lnTo>
                  <a:pt x="691336" y="166151"/>
                </a:lnTo>
                <a:lnTo>
                  <a:pt x="683514" y="166878"/>
                </a:lnTo>
                <a:lnTo>
                  <a:pt x="675358" y="166151"/>
                </a:lnTo>
                <a:lnTo>
                  <a:pt x="647414" y="138779"/>
                </a:lnTo>
                <a:lnTo>
                  <a:pt x="644652" y="116586"/>
                </a:lnTo>
                <a:lnTo>
                  <a:pt x="644652" y="172820"/>
                </a:lnTo>
                <a:lnTo>
                  <a:pt x="647830" y="175521"/>
                </a:lnTo>
                <a:lnTo>
                  <a:pt x="658463" y="180975"/>
                </a:lnTo>
                <a:lnTo>
                  <a:pt x="670381" y="184142"/>
                </a:lnTo>
                <a:lnTo>
                  <a:pt x="683514" y="185166"/>
                </a:lnTo>
                <a:lnTo>
                  <a:pt x="691943" y="184725"/>
                </a:lnTo>
                <a:lnTo>
                  <a:pt x="700087" y="183356"/>
                </a:lnTo>
                <a:lnTo>
                  <a:pt x="707945" y="180986"/>
                </a:lnTo>
                <a:lnTo>
                  <a:pt x="715518" y="177546"/>
                </a:lnTo>
                <a:lnTo>
                  <a:pt x="722078" y="173116"/>
                </a:lnTo>
                <a:lnTo>
                  <a:pt x="722376" y="172850"/>
                </a:lnTo>
                <a:close/>
              </a:path>
              <a:path w="878839" h="185420">
                <a:moveTo>
                  <a:pt x="878586" y="182118"/>
                </a:moveTo>
                <a:lnTo>
                  <a:pt x="878586" y="83820"/>
                </a:lnTo>
                <a:lnTo>
                  <a:pt x="877824" y="79248"/>
                </a:lnTo>
                <a:lnTo>
                  <a:pt x="876300" y="73152"/>
                </a:lnTo>
                <a:lnTo>
                  <a:pt x="874014" y="67818"/>
                </a:lnTo>
                <a:lnTo>
                  <a:pt x="870204" y="63246"/>
                </a:lnTo>
                <a:lnTo>
                  <a:pt x="867156" y="58674"/>
                </a:lnTo>
                <a:lnTo>
                  <a:pt x="861822" y="54864"/>
                </a:lnTo>
                <a:lnTo>
                  <a:pt x="855726" y="51816"/>
                </a:lnTo>
                <a:lnTo>
                  <a:pt x="848868" y="48768"/>
                </a:lnTo>
                <a:lnTo>
                  <a:pt x="841248" y="47244"/>
                </a:lnTo>
                <a:lnTo>
                  <a:pt x="833628" y="47244"/>
                </a:lnTo>
                <a:lnTo>
                  <a:pt x="820757" y="48660"/>
                </a:lnTo>
                <a:lnTo>
                  <a:pt x="809529" y="52863"/>
                </a:lnTo>
                <a:lnTo>
                  <a:pt x="799873" y="59781"/>
                </a:lnTo>
                <a:lnTo>
                  <a:pt x="791718" y="69342"/>
                </a:lnTo>
                <a:lnTo>
                  <a:pt x="791718" y="50292"/>
                </a:lnTo>
                <a:lnTo>
                  <a:pt x="771144" y="50292"/>
                </a:lnTo>
                <a:lnTo>
                  <a:pt x="771144" y="182118"/>
                </a:lnTo>
                <a:lnTo>
                  <a:pt x="794004" y="182118"/>
                </a:lnTo>
                <a:lnTo>
                  <a:pt x="794004" y="110490"/>
                </a:lnTo>
                <a:lnTo>
                  <a:pt x="794587" y="98917"/>
                </a:lnTo>
                <a:lnTo>
                  <a:pt x="821912" y="67627"/>
                </a:lnTo>
                <a:lnTo>
                  <a:pt x="829056" y="67056"/>
                </a:lnTo>
                <a:lnTo>
                  <a:pt x="835152" y="67056"/>
                </a:lnTo>
                <a:lnTo>
                  <a:pt x="839724" y="67818"/>
                </a:lnTo>
                <a:lnTo>
                  <a:pt x="848868" y="73914"/>
                </a:lnTo>
                <a:lnTo>
                  <a:pt x="851916" y="76962"/>
                </a:lnTo>
                <a:lnTo>
                  <a:pt x="853440" y="81534"/>
                </a:lnTo>
                <a:lnTo>
                  <a:pt x="855726" y="86106"/>
                </a:lnTo>
                <a:lnTo>
                  <a:pt x="856488" y="92964"/>
                </a:lnTo>
                <a:lnTo>
                  <a:pt x="856488" y="182118"/>
                </a:lnTo>
                <a:lnTo>
                  <a:pt x="878586" y="182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243719" y="4251197"/>
            <a:ext cx="120650" cy="182880"/>
          </a:xfrm>
          <a:custGeom>
            <a:avLst/>
            <a:gdLst/>
            <a:ahLst/>
            <a:cxnLst/>
            <a:rect l="l" t="t" r="r" b="b"/>
            <a:pathLst>
              <a:path w="120650" h="182879">
                <a:moveTo>
                  <a:pt x="97535" y="98206"/>
                </a:moveTo>
                <a:lnTo>
                  <a:pt x="97535" y="50291"/>
                </a:lnTo>
                <a:lnTo>
                  <a:pt x="96833" y="56709"/>
                </a:lnTo>
                <a:lnTo>
                  <a:pt x="94773" y="63341"/>
                </a:lnTo>
                <a:lnTo>
                  <a:pt x="71532" y="94107"/>
                </a:lnTo>
                <a:lnTo>
                  <a:pt x="46481" y="115824"/>
                </a:lnTo>
                <a:lnTo>
                  <a:pt x="37778" y="123539"/>
                </a:lnTo>
                <a:lnTo>
                  <a:pt x="8858" y="155447"/>
                </a:lnTo>
                <a:lnTo>
                  <a:pt x="0" y="177546"/>
                </a:lnTo>
                <a:lnTo>
                  <a:pt x="0" y="182879"/>
                </a:lnTo>
                <a:lnTo>
                  <a:pt x="31241" y="182879"/>
                </a:lnTo>
                <a:lnTo>
                  <a:pt x="31241" y="161543"/>
                </a:lnTo>
                <a:lnTo>
                  <a:pt x="33527" y="157734"/>
                </a:lnTo>
                <a:lnTo>
                  <a:pt x="77450" y="116776"/>
                </a:lnTo>
                <a:lnTo>
                  <a:pt x="86963" y="108203"/>
                </a:lnTo>
                <a:lnTo>
                  <a:pt x="94904" y="100774"/>
                </a:lnTo>
                <a:lnTo>
                  <a:pt x="97535" y="98206"/>
                </a:lnTo>
                <a:close/>
              </a:path>
              <a:path w="120650" h="182879">
                <a:moveTo>
                  <a:pt x="120395" y="57912"/>
                </a:moveTo>
                <a:lnTo>
                  <a:pt x="120395" y="51053"/>
                </a:lnTo>
                <a:lnTo>
                  <a:pt x="119407" y="40624"/>
                </a:lnTo>
                <a:lnTo>
                  <a:pt x="96571" y="8358"/>
                </a:lnTo>
                <a:lnTo>
                  <a:pt x="63245" y="0"/>
                </a:lnTo>
                <a:lnTo>
                  <a:pt x="51137" y="857"/>
                </a:lnTo>
                <a:lnTo>
                  <a:pt x="15394" y="21288"/>
                </a:lnTo>
                <a:lnTo>
                  <a:pt x="4571" y="52577"/>
                </a:lnTo>
                <a:lnTo>
                  <a:pt x="27431" y="55625"/>
                </a:lnTo>
                <a:lnTo>
                  <a:pt x="28015" y="47482"/>
                </a:lnTo>
                <a:lnTo>
                  <a:pt x="29813" y="40195"/>
                </a:lnTo>
                <a:lnTo>
                  <a:pt x="63245" y="19050"/>
                </a:lnTo>
                <a:lnTo>
                  <a:pt x="70377" y="19621"/>
                </a:lnTo>
                <a:lnTo>
                  <a:pt x="97535" y="41148"/>
                </a:lnTo>
                <a:lnTo>
                  <a:pt x="97535" y="98206"/>
                </a:lnTo>
                <a:lnTo>
                  <a:pt x="101345" y="94487"/>
                </a:lnTo>
                <a:lnTo>
                  <a:pt x="118871" y="65531"/>
                </a:lnTo>
                <a:lnTo>
                  <a:pt x="120395" y="57912"/>
                </a:lnTo>
                <a:close/>
              </a:path>
              <a:path w="120650" h="182879">
                <a:moveTo>
                  <a:pt x="120395" y="182879"/>
                </a:moveTo>
                <a:lnTo>
                  <a:pt x="120395" y="161543"/>
                </a:lnTo>
                <a:lnTo>
                  <a:pt x="31241" y="161543"/>
                </a:lnTo>
                <a:lnTo>
                  <a:pt x="31241" y="182879"/>
                </a:lnTo>
                <a:lnTo>
                  <a:pt x="120395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265311" y="6657593"/>
            <a:ext cx="414655" cy="185420"/>
          </a:xfrm>
          <a:custGeom>
            <a:avLst/>
            <a:gdLst/>
            <a:ahLst/>
            <a:cxnLst/>
            <a:rect l="l" t="t" r="r" b="b"/>
            <a:pathLst>
              <a:path w="414655" h="185420">
                <a:moveTo>
                  <a:pt x="131825" y="21335"/>
                </a:moveTo>
                <a:lnTo>
                  <a:pt x="131825" y="0"/>
                </a:lnTo>
                <a:lnTo>
                  <a:pt x="0" y="0"/>
                </a:lnTo>
                <a:lnTo>
                  <a:pt x="0" y="182117"/>
                </a:lnTo>
                <a:lnTo>
                  <a:pt x="24383" y="182117"/>
                </a:lnTo>
                <a:lnTo>
                  <a:pt x="24383" y="21335"/>
                </a:lnTo>
                <a:lnTo>
                  <a:pt x="131825" y="21335"/>
                </a:lnTo>
                <a:close/>
              </a:path>
              <a:path w="414655" h="185420">
                <a:moveTo>
                  <a:pt x="124968" y="99059"/>
                </a:moveTo>
                <a:lnTo>
                  <a:pt x="124968" y="77724"/>
                </a:lnTo>
                <a:lnTo>
                  <a:pt x="24383" y="77724"/>
                </a:lnTo>
                <a:lnTo>
                  <a:pt x="24383" y="99059"/>
                </a:lnTo>
                <a:lnTo>
                  <a:pt x="124968" y="99059"/>
                </a:lnTo>
                <a:close/>
              </a:path>
              <a:path w="414655" h="185420">
                <a:moveTo>
                  <a:pt x="136397" y="182117"/>
                </a:moveTo>
                <a:lnTo>
                  <a:pt x="136397" y="160781"/>
                </a:lnTo>
                <a:lnTo>
                  <a:pt x="24383" y="160781"/>
                </a:lnTo>
                <a:lnTo>
                  <a:pt x="24383" y="182117"/>
                </a:lnTo>
                <a:lnTo>
                  <a:pt x="136397" y="182117"/>
                </a:lnTo>
                <a:close/>
              </a:path>
              <a:path w="414655" h="185420">
                <a:moveTo>
                  <a:pt x="274319" y="182117"/>
                </a:moveTo>
                <a:lnTo>
                  <a:pt x="274319" y="90677"/>
                </a:lnTo>
                <a:lnTo>
                  <a:pt x="273557" y="83820"/>
                </a:lnTo>
                <a:lnTo>
                  <a:pt x="243839" y="48767"/>
                </a:lnTo>
                <a:lnTo>
                  <a:pt x="236981" y="47244"/>
                </a:lnTo>
                <a:lnTo>
                  <a:pt x="228600" y="47244"/>
                </a:lnTo>
                <a:lnTo>
                  <a:pt x="215729" y="48660"/>
                </a:lnTo>
                <a:lnTo>
                  <a:pt x="204501" y="52863"/>
                </a:lnTo>
                <a:lnTo>
                  <a:pt x="194845" y="59781"/>
                </a:lnTo>
                <a:lnTo>
                  <a:pt x="186689" y="69341"/>
                </a:lnTo>
                <a:lnTo>
                  <a:pt x="186689" y="50291"/>
                </a:lnTo>
                <a:lnTo>
                  <a:pt x="166877" y="50291"/>
                </a:lnTo>
                <a:lnTo>
                  <a:pt x="166877" y="182117"/>
                </a:lnTo>
                <a:lnTo>
                  <a:pt x="188975" y="182117"/>
                </a:lnTo>
                <a:lnTo>
                  <a:pt x="188975" y="110489"/>
                </a:lnTo>
                <a:lnTo>
                  <a:pt x="189678" y="98809"/>
                </a:lnTo>
                <a:lnTo>
                  <a:pt x="217324" y="67627"/>
                </a:lnTo>
                <a:lnTo>
                  <a:pt x="224027" y="67055"/>
                </a:lnTo>
                <a:lnTo>
                  <a:pt x="230124" y="67055"/>
                </a:lnTo>
                <a:lnTo>
                  <a:pt x="235457" y="67817"/>
                </a:lnTo>
                <a:lnTo>
                  <a:pt x="240029" y="70865"/>
                </a:lnTo>
                <a:lnTo>
                  <a:pt x="243839" y="73151"/>
                </a:lnTo>
                <a:lnTo>
                  <a:pt x="246887" y="76961"/>
                </a:lnTo>
                <a:lnTo>
                  <a:pt x="249174" y="81533"/>
                </a:lnTo>
                <a:lnTo>
                  <a:pt x="250697" y="86105"/>
                </a:lnTo>
                <a:lnTo>
                  <a:pt x="251459" y="92963"/>
                </a:lnTo>
                <a:lnTo>
                  <a:pt x="251459" y="182117"/>
                </a:lnTo>
                <a:lnTo>
                  <a:pt x="274319" y="182117"/>
                </a:lnTo>
                <a:close/>
              </a:path>
              <a:path w="414655" h="185420">
                <a:moveTo>
                  <a:pt x="414527" y="182117"/>
                </a:moveTo>
                <a:lnTo>
                  <a:pt x="414527" y="0"/>
                </a:lnTo>
                <a:lnTo>
                  <a:pt x="392429" y="0"/>
                </a:lnTo>
                <a:lnTo>
                  <a:pt x="392429" y="65531"/>
                </a:lnTo>
                <a:lnTo>
                  <a:pt x="388619" y="60198"/>
                </a:lnTo>
                <a:lnTo>
                  <a:pt x="383285" y="55625"/>
                </a:lnTo>
                <a:lnTo>
                  <a:pt x="377189" y="52577"/>
                </a:lnTo>
                <a:lnTo>
                  <a:pt x="371094" y="48767"/>
                </a:lnTo>
                <a:lnTo>
                  <a:pt x="364235" y="47244"/>
                </a:lnTo>
                <a:lnTo>
                  <a:pt x="355853" y="47244"/>
                </a:lnTo>
                <a:lnTo>
                  <a:pt x="314991" y="66484"/>
                </a:lnTo>
                <a:lnTo>
                  <a:pt x="300656" y="107025"/>
                </a:lnTo>
                <a:lnTo>
                  <a:pt x="300227" y="116585"/>
                </a:lnTo>
                <a:lnTo>
                  <a:pt x="300656" y="126468"/>
                </a:lnTo>
                <a:lnTo>
                  <a:pt x="316229" y="166306"/>
                </a:lnTo>
                <a:lnTo>
                  <a:pt x="323088" y="173064"/>
                </a:lnTo>
                <a:lnTo>
                  <a:pt x="323088" y="116585"/>
                </a:lnTo>
                <a:lnTo>
                  <a:pt x="323790" y="104235"/>
                </a:lnTo>
                <a:lnTo>
                  <a:pt x="344423" y="68770"/>
                </a:lnTo>
                <a:lnTo>
                  <a:pt x="358901" y="65620"/>
                </a:lnTo>
                <a:lnTo>
                  <a:pt x="365402" y="66377"/>
                </a:lnTo>
                <a:lnTo>
                  <a:pt x="391572" y="94869"/>
                </a:lnTo>
                <a:lnTo>
                  <a:pt x="393953" y="118109"/>
                </a:lnTo>
                <a:lnTo>
                  <a:pt x="393953" y="182117"/>
                </a:lnTo>
                <a:lnTo>
                  <a:pt x="414527" y="182117"/>
                </a:lnTo>
                <a:close/>
              </a:path>
              <a:path w="414655" h="185420">
                <a:moveTo>
                  <a:pt x="393953" y="165353"/>
                </a:moveTo>
                <a:lnTo>
                  <a:pt x="393953" y="118109"/>
                </a:lnTo>
                <a:lnTo>
                  <a:pt x="393370" y="129825"/>
                </a:lnTo>
                <a:lnTo>
                  <a:pt x="391572" y="139826"/>
                </a:lnTo>
                <a:lnTo>
                  <a:pt x="358901" y="166877"/>
                </a:lnTo>
                <a:lnTo>
                  <a:pt x="352186" y="166151"/>
                </a:lnTo>
                <a:lnTo>
                  <a:pt x="323790" y="128432"/>
                </a:lnTo>
                <a:lnTo>
                  <a:pt x="323088" y="116585"/>
                </a:lnTo>
                <a:lnTo>
                  <a:pt x="323088" y="173064"/>
                </a:lnTo>
                <a:lnTo>
                  <a:pt x="356615" y="185165"/>
                </a:lnTo>
                <a:lnTo>
                  <a:pt x="368343" y="183999"/>
                </a:lnTo>
                <a:lnTo>
                  <a:pt x="378428" y="180403"/>
                </a:lnTo>
                <a:lnTo>
                  <a:pt x="386941" y="174236"/>
                </a:lnTo>
                <a:lnTo>
                  <a:pt x="393953" y="1653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</a:t>
            </a:r>
            <a:r>
              <a:rPr spc="-5" dirty="0"/>
              <a:t>2: </a:t>
            </a:r>
            <a:r>
              <a:rPr dirty="0"/>
              <a:t>Binary</a:t>
            </a:r>
            <a:r>
              <a:rPr spc="-90" dirty="0"/>
              <a:t> </a:t>
            </a:r>
            <a:r>
              <a:rPr spc="-5" dirty="0"/>
              <a:t>Search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69948" y="3284220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are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2576" y="3284220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integers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4930" y="3284220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to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check)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97507" y="3284220"/>
            <a:ext cx="221551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while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(there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63267" y="4014978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middle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40348" y="4014978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(left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99975" y="4014978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+ right)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/2;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3267" y="4379976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(searchnum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7502" y="4744973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right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2588" y="4744973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middle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17643" y="4379976"/>
            <a:ext cx="276352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&lt;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list[middle])</a:t>
            </a:r>
            <a:endParaRPr sz="2400">
              <a:latin typeface="Courier New"/>
              <a:cs typeface="Courier New"/>
            </a:endParaRPr>
          </a:p>
          <a:p>
            <a:pPr marL="56007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-1;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63267" y="5109971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else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22710" y="5109971"/>
            <a:ext cx="185038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(searchnum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9757" y="5109971"/>
            <a:ext cx="29451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==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list[middle])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4858" y="5474970"/>
            <a:ext cx="13036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middle;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3267" y="5474970"/>
            <a:ext cx="1485265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3855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  else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left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04889" y="6205728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middle+1;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97507" y="6570726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62619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69" h="652780">
                <a:moveTo>
                  <a:pt x="0" y="0"/>
                </a:moveTo>
                <a:lnTo>
                  <a:pt x="0" y="652272"/>
                </a:lnTo>
                <a:lnTo>
                  <a:pt x="979170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062619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69" h="652780">
                <a:moveTo>
                  <a:pt x="0" y="0"/>
                </a:moveTo>
                <a:lnTo>
                  <a:pt x="0" y="652272"/>
                </a:lnTo>
                <a:lnTo>
                  <a:pt x="979170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41789" y="2337816"/>
            <a:ext cx="980440" cy="652780"/>
          </a:xfrm>
          <a:custGeom>
            <a:avLst/>
            <a:gdLst/>
            <a:ahLst/>
            <a:cxnLst/>
            <a:rect l="l" t="t" r="r" b="b"/>
            <a:pathLst>
              <a:path w="980439" h="652780">
                <a:moveTo>
                  <a:pt x="0" y="0"/>
                </a:moveTo>
                <a:lnTo>
                  <a:pt x="0" y="652271"/>
                </a:lnTo>
                <a:lnTo>
                  <a:pt x="979932" y="652271"/>
                </a:lnTo>
                <a:lnTo>
                  <a:pt x="979932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41789" y="2337816"/>
            <a:ext cx="980440" cy="652780"/>
          </a:xfrm>
          <a:custGeom>
            <a:avLst/>
            <a:gdLst/>
            <a:ahLst/>
            <a:cxnLst/>
            <a:rect l="l" t="t" r="r" b="b"/>
            <a:pathLst>
              <a:path w="980439" h="652780">
                <a:moveTo>
                  <a:pt x="0" y="0"/>
                </a:moveTo>
                <a:lnTo>
                  <a:pt x="0" y="652271"/>
                </a:lnTo>
                <a:lnTo>
                  <a:pt x="979932" y="652271"/>
                </a:lnTo>
                <a:lnTo>
                  <a:pt x="979932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2172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69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2172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69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0089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69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0089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69" y="652271"/>
                </a:lnTo>
                <a:lnTo>
                  <a:pt x="979169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8006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70" y="652271"/>
                </a:lnTo>
                <a:lnTo>
                  <a:pt x="9791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8006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70" y="652271"/>
                </a:lnTo>
                <a:lnTo>
                  <a:pt x="979170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5923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70" y="652271"/>
                </a:lnTo>
                <a:lnTo>
                  <a:pt x="9791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59231" y="2337816"/>
            <a:ext cx="979169" cy="652780"/>
          </a:xfrm>
          <a:custGeom>
            <a:avLst/>
            <a:gdLst/>
            <a:ahLst/>
            <a:cxnLst/>
            <a:rect l="l" t="t" r="r" b="b"/>
            <a:pathLst>
              <a:path w="979170" h="652780">
                <a:moveTo>
                  <a:pt x="0" y="0"/>
                </a:moveTo>
                <a:lnTo>
                  <a:pt x="0" y="652271"/>
                </a:lnTo>
                <a:lnTo>
                  <a:pt x="979170" y="652271"/>
                </a:lnTo>
                <a:lnTo>
                  <a:pt x="979170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85707" y="3035045"/>
            <a:ext cx="349250" cy="205104"/>
          </a:xfrm>
          <a:custGeom>
            <a:avLst/>
            <a:gdLst/>
            <a:ahLst/>
            <a:cxnLst/>
            <a:rect l="l" t="t" r="r" b="b"/>
            <a:pathLst>
              <a:path w="349250" h="205105">
                <a:moveTo>
                  <a:pt x="24383" y="201167"/>
                </a:moveTo>
                <a:lnTo>
                  <a:pt x="24383" y="3809"/>
                </a:lnTo>
                <a:lnTo>
                  <a:pt x="0" y="3809"/>
                </a:lnTo>
                <a:lnTo>
                  <a:pt x="0" y="201167"/>
                </a:lnTo>
                <a:lnTo>
                  <a:pt x="24383" y="201167"/>
                </a:lnTo>
                <a:close/>
              </a:path>
              <a:path w="349250" h="205105">
                <a:moveTo>
                  <a:pt x="185928" y="135635"/>
                </a:moveTo>
                <a:lnTo>
                  <a:pt x="185928" y="129539"/>
                </a:lnTo>
                <a:lnTo>
                  <a:pt x="184785" y="112823"/>
                </a:lnTo>
                <a:lnTo>
                  <a:pt x="167639" y="74675"/>
                </a:lnTo>
                <a:lnTo>
                  <a:pt x="134100" y="56137"/>
                </a:lnTo>
                <a:lnTo>
                  <a:pt x="120395" y="54863"/>
                </a:lnTo>
                <a:lnTo>
                  <a:pt x="106251" y="56137"/>
                </a:lnTo>
                <a:lnTo>
                  <a:pt x="72389" y="74675"/>
                </a:lnTo>
                <a:lnTo>
                  <a:pt x="54494" y="113895"/>
                </a:lnTo>
                <a:lnTo>
                  <a:pt x="53339" y="131063"/>
                </a:lnTo>
                <a:lnTo>
                  <a:pt x="54494" y="147661"/>
                </a:lnTo>
                <a:lnTo>
                  <a:pt x="58007" y="162115"/>
                </a:lnTo>
                <a:lnTo>
                  <a:pt x="63948" y="174569"/>
                </a:lnTo>
                <a:lnTo>
                  <a:pt x="72389" y="185165"/>
                </a:lnTo>
                <a:lnTo>
                  <a:pt x="78486" y="190446"/>
                </a:lnTo>
                <a:lnTo>
                  <a:pt x="78486" y="135635"/>
                </a:lnTo>
                <a:lnTo>
                  <a:pt x="80010" y="135635"/>
                </a:lnTo>
                <a:lnTo>
                  <a:pt x="80010" y="115823"/>
                </a:lnTo>
                <a:lnTo>
                  <a:pt x="81283" y="107108"/>
                </a:lnTo>
                <a:lnTo>
                  <a:pt x="105632" y="77533"/>
                </a:lnTo>
                <a:lnTo>
                  <a:pt x="120395" y="74742"/>
                </a:lnTo>
                <a:lnTo>
                  <a:pt x="121919" y="74751"/>
                </a:lnTo>
                <a:lnTo>
                  <a:pt x="157162" y="100202"/>
                </a:lnTo>
                <a:lnTo>
                  <a:pt x="160019" y="115823"/>
                </a:lnTo>
                <a:lnTo>
                  <a:pt x="160019" y="135635"/>
                </a:lnTo>
                <a:lnTo>
                  <a:pt x="185928" y="135635"/>
                </a:lnTo>
                <a:close/>
              </a:path>
              <a:path w="349250" h="205105">
                <a:moveTo>
                  <a:pt x="185166" y="158495"/>
                </a:moveTo>
                <a:lnTo>
                  <a:pt x="160019" y="155447"/>
                </a:lnTo>
                <a:lnTo>
                  <a:pt x="156888" y="162436"/>
                </a:lnTo>
                <a:lnTo>
                  <a:pt x="153257" y="168497"/>
                </a:lnTo>
                <a:lnTo>
                  <a:pt x="149197" y="173557"/>
                </a:lnTo>
                <a:lnTo>
                  <a:pt x="144732" y="177581"/>
                </a:lnTo>
                <a:lnTo>
                  <a:pt x="138683" y="182117"/>
                </a:lnTo>
                <a:lnTo>
                  <a:pt x="131063" y="184403"/>
                </a:lnTo>
                <a:lnTo>
                  <a:pt x="121157" y="184340"/>
                </a:lnTo>
                <a:lnTo>
                  <a:pt x="86629" y="165211"/>
                </a:lnTo>
                <a:lnTo>
                  <a:pt x="78486" y="135635"/>
                </a:lnTo>
                <a:lnTo>
                  <a:pt x="78486" y="190446"/>
                </a:lnTo>
                <a:lnTo>
                  <a:pt x="82272" y="193726"/>
                </a:lnTo>
                <a:lnTo>
                  <a:pt x="93725" y="199929"/>
                </a:lnTo>
                <a:lnTo>
                  <a:pt x="106894" y="203704"/>
                </a:lnTo>
                <a:lnTo>
                  <a:pt x="121919" y="204977"/>
                </a:lnTo>
                <a:lnTo>
                  <a:pt x="133921" y="204144"/>
                </a:lnTo>
                <a:lnTo>
                  <a:pt x="170378" y="185927"/>
                </a:lnTo>
                <a:lnTo>
                  <a:pt x="181284" y="168782"/>
                </a:lnTo>
                <a:lnTo>
                  <a:pt x="185166" y="158495"/>
                </a:lnTo>
                <a:close/>
              </a:path>
              <a:path w="349250" h="205105">
                <a:moveTo>
                  <a:pt x="160019" y="135635"/>
                </a:moveTo>
                <a:lnTo>
                  <a:pt x="160019" y="115823"/>
                </a:lnTo>
                <a:lnTo>
                  <a:pt x="80010" y="115823"/>
                </a:lnTo>
                <a:lnTo>
                  <a:pt x="80010" y="135635"/>
                </a:lnTo>
                <a:lnTo>
                  <a:pt x="160019" y="135635"/>
                </a:lnTo>
                <a:close/>
              </a:path>
              <a:path w="349250" h="205105">
                <a:moveTo>
                  <a:pt x="220980" y="76961"/>
                </a:moveTo>
                <a:lnTo>
                  <a:pt x="220980" y="57911"/>
                </a:lnTo>
                <a:lnTo>
                  <a:pt x="199644" y="57911"/>
                </a:lnTo>
                <a:lnTo>
                  <a:pt x="199644" y="76961"/>
                </a:lnTo>
                <a:lnTo>
                  <a:pt x="220980" y="76961"/>
                </a:lnTo>
                <a:close/>
              </a:path>
              <a:path w="349250" h="205105">
                <a:moveTo>
                  <a:pt x="283463" y="3047"/>
                </a:moveTo>
                <a:lnTo>
                  <a:pt x="275081" y="761"/>
                </a:lnTo>
                <a:lnTo>
                  <a:pt x="267462" y="0"/>
                </a:lnTo>
                <a:lnTo>
                  <a:pt x="249936" y="0"/>
                </a:lnTo>
                <a:lnTo>
                  <a:pt x="242316" y="2285"/>
                </a:lnTo>
                <a:lnTo>
                  <a:pt x="230124" y="9905"/>
                </a:lnTo>
                <a:lnTo>
                  <a:pt x="226313" y="15239"/>
                </a:lnTo>
                <a:lnTo>
                  <a:pt x="224028" y="21335"/>
                </a:lnTo>
                <a:lnTo>
                  <a:pt x="221742" y="25907"/>
                </a:lnTo>
                <a:lnTo>
                  <a:pt x="220980" y="33527"/>
                </a:lnTo>
                <a:lnTo>
                  <a:pt x="220980" y="201167"/>
                </a:lnTo>
                <a:lnTo>
                  <a:pt x="245363" y="201167"/>
                </a:lnTo>
                <a:lnTo>
                  <a:pt x="245363" y="36575"/>
                </a:lnTo>
                <a:lnTo>
                  <a:pt x="246887" y="30479"/>
                </a:lnTo>
                <a:lnTo>
                  <a:pt x="252983" y="24383"/>
                </a:lnTo>
                <a:lnTo>
                  <a:pt x="258318" y="22859"/>
                </a:lnTo>
                <a:lnTo>
                  <a:pt x="275081" y="22859"/>
                </a:lnTo>
                <a:lnTo>
                  <a:pt x="279654" y="23621"/>
                </a:lnTo>
                <a:lnTo>
                  <a:pt x="283463" y="3047"/>
                </a:lnTo>
                <a:close/>
              </a:path>
              <a:path w="349250" h="205105">
                <a:moveTo>
                  <a:pt x="273557" y="76961"/>
                </a:moveTo>
                <a:lnTo>
                  <a:pt x="273557" y="57911"/>
                </a:lnTo>
                <a:lnTo>
                  <a:pt x="245363" y="57911"/>
                </a:lnTo>
                <a:lnTo>
                  <a:pt x="245363" y="76961"/>
                </a:lnTo>
                <a:lnTo>
                  <a:pt x="273557" y="76961"/>
                </a:lnTo>
                <a:close/>
              </a:path>
              <a:path w="349250" h="205105">
                <a:moveTo>
                  <a:pt x="296418" y="76961"/>
                </a:moveTo>
                <a:lnTo>
                  <a:pt x="296418" y="57911"/>
                </a:lnTo>
                <a:lnTo>
                  <a:pt x="278892" y="57911"/>
                </a:lnTo>
                <a:lnTo>
                  <a:pt x="278892" y="76961"/>
                </a:lnTo>
                <a:lnTo>
                  <a:pt x="296418" y="76961"/>
                </a:lnTo>
                <a:close/>
              </a:path>
              <a:path w="349250" h="205105">
                <a:moveTo>
                  <a:pt x="348995" y="201167"/>
                </a:moveTo>
                <a:lnTo>
                  <a:pt x="345186" y="179831"/>
                </a:lnTo>
                <a:lnTo>
                  <a:pt x="340613" y="180593"/>
                </a:lnTo>
                <a:lnTo>
                  <a:pt x="330707" y="180593"/>
                </a:lnTo>
                <a:lnTo>
                  <a:pt x="320801" y="167639"/>
                </a:lnTo>
                <a:lnTo>
                  <a:pt x="320801" y="8381"/>
                </a:lnTo>
                <a:lnTo>
                  <a:pt x="296418" y="22859"/>
                </a:lnTo>
                <a:lnTo>
                  <a:pt x="296418" y="159257"/>
                </a:lnTo>
                <a:lnTo>
                  <a:pt x="296679" y="169247"/>
                </a:lnTo>
                <a:lnTo>
                  <a:pt x="310133" y="198881"/>
                </a:lnTo>
                <a:lnTo>
                  <a:pt x="314706" y="201929"/>
                </a:lnTo>
                <a:lnTo>
                  <a:pt x="321563" y="203453"/>
                </a:lnTo>
                <a:lnTo>
                  <a:pt x="336042" y="203453"/>
                </a:lnTo>
                <a:lnTo>
                  <a:pt x="342138" y="202691"/>
                </a:lnTo>
                <a:lnTo>
                  <a:pt x="348995" y="201167"/>
                </a:lnTo>
                <a:close/>
              </a:path>
              <a:path w="349250" h="205105">
                <a:moveTo>
                  <a:pt x="345186" y="76961"/>
                </a:moveTo>
                <a:lnTo>
                  <a:pt x="345186" y="57911"/>
                </a:lnTo>
                <a:lnTo>
                  <a:pt x="320801" y="57911"/>
                </a:lnTo>
                <a:lnTo>
                  <a:pt x="320801" y="76961"/>
                </a:lnTo>
                <a:lnTo>
                  <a:pt x="345186" y="769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38389" y="2337816"/>
            <a:ext cx="980440" cy="652780"/>
          </a:xfrm>
          <a:custGeom>
            <a:avLst/>
            <a:gdLst/>
            <a:ahLst/>
            <a:cxnLst/>
            <a:rect l="l" t="t" r="r" b="b"/>
            <a:pathLst>
              <a:path w="980440" h="652780">
                <a:moveTo>
                  <a:pt x="0" y="0"/>
                </a:moveTo>
                <a:lnTo>
                  <a:pt x="0" y="652272"/>
                </a:lnTo>
                <a:lnTo>
                  <a:pt x="979931" y="652272"/>
                </a:lnTo>
                <a:lnTo>
                  <a:pt x="9799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38389" y="2337816"/>
            <a:ext cx="980440" cy="652780"/>
          </a:xfrm>
          <a:custGeom>
            <a:avLst/>
            <a:gdLst/>
            <a:ahLst/>
            <a:cxnLst/>
            <a:rect l="l" t="t" r="r" b="b"/>
            <a:pathLst>
              <a:path w="980440" h="652780">
                <a:moveTo>
                  <a:pt x="0" y="0"/>
                </a:moveTo>
                <a:lnTo>
                  <a:pt x="0" y="652272"/>
                </a:lnTo>
                <a:lnTo>
                  <a:pt x="979931" y="652272"/>
                </a:lnTo>
                <a:lnTo>
                  <a:pt x="979931" y="0"/>
                </a:lnTo>
                <a:lnTo>
                  <a:pt x="0" y="0"/>
                </a:lnTo>
                <a:close/>
              </a:path>
            </a:pathLst>
          </a:custGeom>
          <a:ln w="5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176907" y="3038855"/>
            <a:ext cx="518159" cy="256540"/>
          </a:xfrm>
          <a:custGeom>
            <a:avLst/>
            <a:gdLst/>
            <a:ahLst/>
            <a:cxnLst/>
            <a:rect l="l" t="t" r="r" b="b"/>
            <a:pathLst>
              <a:path w="518159" h="256539">
                <a:moveTo>
                  <a:pt x="78485" y="58674"/>
                </a:moveTo>
                <a:lnTo>
                  <a:pt x="72194" y="55233"/>
                </a:lnTo>
                <a:lnTo>
                  <a:pt x="65908" y="52863"/>
                </a:lnTo>
                <a:lnTo>
                  <a:pt x="59624" y="51494"/>
                </a:lnTo>
                <a:lnTo>
                  <a:pt x="53340" y="51054"/>
                </a:lnTo>
                <a:lnTo>
                  <a:pt x="47231" y="51054"/>
                </a:lnTo>
                <a:lnTo>
                  <a:pt x="22098" y="76200"/>
                </a:lnTo>
                <a:lnTo>
                  <a:pt x="22098" y="54101"/>
                </a:lnTo>
                <a:lnTo>
                  <a:pt x="0" y="54101"/>
                </a:lnTo>
                <a:lnTo>
                  <a:pt x="0" y="197357"/>
                </a:lnTo>
                <a:lnTo>
                  <a:pt x="24383" y="197357"/>
                </a:lnTo>
                <a:lnTo>
                  <a:pt x="24383" y="122681"/>
                </a:lnTo>
                <a:lnTo>
                  <a:pt x="24669" y="114954"/>
                </a:lnTo>
                <a:lnTo>
                  <a:pt x="25525" y="107727"/>
                </a:lnTo>
                <a:lnTo>
                  <a:pt x="26950" y="100929"/>
                </a:lnTo>
                <a:lnTo>
                  <a:pt x="28943" y="94487"/>
                </a:lnTo>
                <a:lnTo>
                  <a:pt x="30467" y="88392"/>
                </a:lnTo>
                <a:lnTo>
                  <a:pt x="33515" y="83819"/>
                </a:lnTo>
                <a:lnTo>
                  <a:pt x="38100" y="80771"/>
                </a:lnTo>
                <a:lnTo>
                  <a:pt x="41909" y="77724"/>
                </a:lnTo>
                <a:lnTo>
                  <a:pt x="46469" y="76200"/>
                </a:lnTo>
                <a:lnTo>
                  <a:pt x="57911" y="76200"/>
                </a:lnTo>
                <a:lnTo>
                  <a:pt x="64007" y="77724"/>
                </a:lnTo>
                <a:lnTo>
                  <a:pt x="70091" y="81533"/>
                </a:lnTo>
                <a:lnTo>
                  <a:pt x="78485" y="58674"/>
                </a:lnTo>
                <a:close/>
              </a:path>
              <a:path w="518159" h="256539">
                <a:moveTo>
                  <a:pt x="117348" y="27431"/>
                </a:moveTo>
                <a:lnTo>
                  <a:pt x="117348" y="0"/>
                </a:lnTo>
                <a:lnTo>
                  <a:pt x="92964" y="0"/>
                </a:lnTo>
                <a:lnTo>
                  <a:pt x="92964" y="27431"/>
                </a:lnTo>
                <a:lnTo>
                  <a:pt x="117348" y="27431"/>
                </a:lnTo>
                <a:close/>
              </a:path>
              <a:path w="518159" h="256539">
                <a:moveTo>
                  <a:pt x="117348" y="197357"/>
                </a:moveTo>
                <a:lnTo>
                  <a:pt x="117348" y="54101"/>
                </a:lnTo>
                <a:lnTo>
                  <a:pt x="92964" y="54101"/>
                </a:lnTo>
                <a:lnTo>
                  <a:pt x="92964" y="197357"/>
                </a:lnTo>
                <a:lnTo>
                  <a:pt x="117348" y="197357"/>
                </a:lnTo>
                <a:close/>
              </a:path>
              <a:path w="518159" h="256539">
                <a:moveTo>
                  <a:pt x="248411" y="124206"/>
                </a:moveTo>
                <a:lnTo>
                  <a:pt x="248411" y="71627"/>
                </a:lnTo>
                <a:lnTo>
                  <a:pt x="239820" y="62626"/>
                </a:lnTo>
                <a:lnTo>
                  <a:pt x="230017" y="56197"/>
                </a:lnTo>
                <a:lnTo>
                  <a:pt x="218931" y="52339"/>
                </a:lnTo>
                <a:lnTo>
                  <a:pt x="206489" y="51054"/>
                </a:lnTo>
                <a:lnTo>
                  <a:pt x="197517" y="51625"/>
                </a:lnTo>
                <a:lnTo>
                  <a:pt x="161348" y="71913"/>
                </a:lnTo>
                <a:lnTo>
                  <a:pt x="145209" y="114954"/>
                </a:lnTo>
                <a:lnTo>
                  <a:pt x="144767" y="124968"/>
                </a:lnTo>
                <a:lnTo>
                  <a:pt x="145769" y="139374"/>
                </a:lnTo>
                <a:lnTo>
                  <a:pt x="160769" y="176021"/>
                </a:lnTo>
                <a:lnTo>
                  <a:pt x="169925" y="185646"/>
                </a:lnTo>
                <a:lnTo>
                  <a:pt x="169925" y="123443"/>
                </a:lnTo>
                <a:lnTo>
                  <a:pt x="170640" y="111156"/>
                </a:lnTo>
                <a:lnTo>
                  <a:pt x="193927" y="74294"/>
                </a:lnTo>
                <a:lnTo>
                  <a:pt x="208788" y="70866"/>
                </a:lnTo>
                <a:lnTo>
                  <a:pt x="216509" y="71723"/>
                </a:lnTo>
                <a:lnTo>
                  <a:pt x="245548" y="101250"/>
                </a:lnTo>
                <a:lnTo>
                  <a:pt x="247695" y="111906"/>
                </a:lnTo>
                <a:lnTo>
                  <a:pt x="248411" y="124206"/>
                </a:lnTo>
                <a:close/>
              </a:path>
              <a:path w="518159" h="256539">
                <a:moveTo>
                  <a:pt x="246125" y="245241"/>
                </a:moveTo>
                <a:lnTo>
                  <a:pt x="246125" y="179069"/>
                </a:lnTo>
                <a:lnTo>
                  <a:pt x="246101" y="189952"/>
                </a:lnTo>
                <a:lnTo>
                  <a:pt x="245933" y="198691"/>
                </a:lnTo>
                <a:lnTo>
                  <a:pt x="221168" y="233743"/>
                </a:lnTo>
                <a:lnTo>
                  <a:pt x="206489" y="235457"/>
                </a:lnTo>
                <a:lnTo>
                  <a:pt x="198922" y="235029"/>
                </a:lnTo>
                <a:lnTo>
                  <a:pt x="172974" y="213359"/>
                </a:lnTo>
                <a:lnTo>
                  <a:pt x="149339" y="209550"/>
                </a:lnTo>
                <a:lnTo>
                  <a:pt x="164579" y="244601"/>
                </a:lnTo>
                <a:lnTo>
                  <a:pt x="206489" y="256031"/>
                </a:lnTo>
                <a:lnTo>
                  <a:pt x="216938" y="255467"/>
                </a:lnTo>
                <a:lnTo>
                  <a:pt x="226402" y="253841"/>
                </a:lnTo>
                <a:lnTo>
                  <a:pt x="234896" y="251209"/>
                </a:lnTo>
                <a:lnTo>
                  <a:pt x="242316" y="247649"/>
                </a:lnTo>
                <a:lnTo>
                  <a:pt x="246125" y="245241"/>
                </a:lnTo>
                <a:close/>
              </a:path>
              <a:path w="518159" h="256539">
                <a:moveTo>
                  <a:pt x="271272" y="178307"/>
                </a:moveTo>
                <a:lnTo>
                  <a:pt x="271272" y="54101"/>
                </a:lnTo>
                <a:lnTo>
                  <a:pt x="248411" y="54101"/>
                </a:lnTo>
                <a:lnTo>
                  <a:pt x="248411" y="124206"/>
                </a:lnTo>
                <a:lnTo>
                  <a:pt x="247695" y="137052"/>
                </a:lnTo>
                <a:lnTo>
                  <a:pt x="224307" y="174212"/>
                </a:lnTo>
                <a:lnTo>
                  <a:pt x="208788" y="177545"/>
                </a:lnTo>
                <a:lnTo>
                  <a:pt x="200953" y="176700"/>
                </a:lnTo>
                <a:lnTo>
                  <a:pt x="172686" y="148018"/>
                </a:lnTo>
                <a:lnTo>
                  <a:pt x="169925" y="123443"/>
                </a:lnTo>
                <a:lnTo>
                  <a:pt x="169925" y="185646"/>
                </a:lnTo>
                <a:lnTo>
                  <a:pt x="180209" y="192119"/>
                </a:lnTo>
                <a:lnTo>
                  <a:pt x="192494" y="196060"/>
                </a:lnTo>
                <a:lnTo>
                  <a:pt x="206489" y="197357"/>
                </a:lnTo>
                <a:lnTo>
                  <a:pt x="217933" y="196214"/>
                </a:lnTo>
                <a:lnTo>
                  <a:pt x="228307" y="192785"/>
                </a:lnTo>
                <a:lnTo>
                  <a:pt x="237682" y="187070"/>
                </a:lnTo>
                <a:lnTo>
                  <a:pt x="246125" y="179069"/>
                </a:lnTo>
                <a:lnTo>
                  <a:pt x="246125" y="245241"/>
                </a:lnTo>
                <a:lnTo>
                  <a:pt x="269557" y="206787"/>
                </a:lnTo>
                <a:lnTo>
                  <a:pt x="270843" y="193726"/>
                </a:lnTo>
                <a:lnTo>
                  <a:pt x="271272" y="178307"/>
                </a:lnTo>
                <a:close/>
              </a:path>
              <a:path w="518159" h="256539">
                <a:moveTo>
                  <a:pt x="332219" y="197357"/>
                </a:moveTo>
                <a:lnTo>
                  <a:pt x="332219" y="0"/>
                </a:lnTo>
                <a:lnTo>
                  <a:pt x="307848" y="0"/>
                </a:lnTo>
                <a:lnTo>
                  <a:pt x="307848" y="197357"/>
                </a:lnTo>
                <a:lnTo>
                  <a:pt x="332219" y="197357"/>
                </a:lnTo>
                <a:close/>
              </a:path>
              <a:path w="518159" h="256539">
                <a:moveTo>
                  <a:pt x="424433" y="197357"/>
                </a:moveTo>
                <a:lnTo>
                  <a:pt x="424433" y="106680"/>
                </a:lnTo>
                <a:lnTo>
                  <a:pt x="424136" y="96964"/>
                </a:lnTo>
                <a:lnTo>
                  <a:pt x="402335" y="57150"/>
                </a:lnTo>
                <a:lnTo>
                  <a:pt x="374891" y="51054"/>
                </a:lnTo>
                <a:lnTo>
                  <a:pt x="362439" y="52327"/>
                </a:lnTo>
                <a:lnTo>
                  <a:pt x="351274" y="56102"/>
                </a:lnTo>
                <a:lnTo>
                  <a:pt x="341249" y="62305"/>
                </a:lnTo>
                <a:lnTo>
                  <a:pt x="332219" y="70866"/>
                </a:lnTo>
                <a:lnTo>
                  <a:pt x="332219" y="118871"/>
                </a:lnTo>
                <a:lnTo>
                  <a:pt x="332493" y="111180"/>
                </a:lnTo>
                <a:lnTo>
                  <a:pt x="333267" y="104203"/>
                </a:lnTo>
                <a:lnTo>
                  <a:pt x="362439" y="72450"/>
                </a:lnTo>
                <a:lnTo>
                  <a:pt x="379475" y="72389"/>
                </a:lnTo>
                <a:lnTo>
                  <a:pt x="387096" y="74675"/>
                </a:lnTo>
                <a:lnTo>
                  <a:pt x="400050" y="106680"/>
                </a:lnTo>
                <a:lnTo>
                  <a:pt x="400050" y="197357"/>
                </a:lnTo>
                <a:lnTo>
                  <a:pt x="424433" y="197357"/>
                </a:lnTo>
                <a:close/>
              </a:path>
              <a:path w="518159" h="256539">
                <a:moveTo>
                  <a:pt x="466331" y="73151"/>
                </a:moveTo>
                <a:lnTo>
                  <a:pt x="466331" y="54101"/>
                </a:lnTo>
                <a:lnTo>
                  <a:pt x="448043" y="54101"/>
                </a:lnTo>
                <a:lnTo>
                  <a:pt x="448043" y="73151"/>
                </a:lnTo>
                <a:lnTo>
                  <a:pt x="466331" y="73151"/>
                </a:lnTo>
                <a:close/>
              </a:path>
              <a:path w="518159" h="256539">
                <a:moveTo>
                  <a:pt x="518159" y="197357"/>
                </a:moveTo>
                <a:lnTo>
                  <a:pt x="514337" y="176021"/>
                </a:lnTo>
                <a:lnTo>
                  <a:pt x="509765" y="176783"/>
                </a:lnTo>
                <a:lnTo>
                  <a:pt x="500633" y="176783"/>
                </a:lnTo>
                <a:lnTo>
                  <a:pt x="489966" y="163830"/>
                </a:lnTo>
                <a:lnTo>
                  <a:pt x="489966" y="4571"/>
                </a:lnTo>
                <a:lnTo>
                  <a:pt x="466331" y="19050"/>
                </a:lnTo>
                <a:lnTo>
                  <a:pt x="466331" y="155448"/>
                </a:lnTo>
                <a:lnTo>
                  <a:pt x="466474" y="165437"/>
                </a:lnTo>
                <a:lnTo>
                  <a:pt x="479298" y="195071"/>
                </a:lnTo>
                <a:lnTo>
                  <a:pt x="483870" y="198119"/>
                </a:lnTo>
                <a:lnTo>
                  <a:pt x="490715" y="199644"/>
                </a:lnTo>
                <a:lnTo>
                  <a:pt x="505193" y="199644"/>
                </a:lnTo>
                <a:lnTo>
                  <a:pt x="511289" y="198881"/>
                </a:lnTo>
                <a:lnTo>
                  <a:pt x="518159" y="197357"/>
                </a:lnTo>
                <a:close/>
              </a:path>
              <a:path w="518159" h="256539">
                <a:moveTo>
                  <a:pt x="514337" y="73151"/>
                </a:moveTo>
                <a:lnTo>
                  <a:pt x="514337" y="54101"/>
                </a:lnTo>
                <a:lnTo>
                  <a:pt x="489966" y="54101"/>
                </a:lnTo>
                <a:lnTo>
                  <a:pt x="489966" y="73151"/>
                </a:lnTo>
                <a:lnTo>
                  <a:pt x="514337" y="731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01475" y="3038855"/>
            <a:ext cx="784225" cy="201295"/>
          </a:xfrm>
          <a:custGeom>
            <a:avLst/>
            <a:gdLst/>
            <a:ahLst/>
            <a:cxnLst/>
            <a:rect l="l" t="t" r="r" b="b"/>
            <a:pathLst>
              <a:path w="784225" h="201294">
                <a:moveTo>
                  <a:pt x="194310" y="197357"/>
                </a:moveTo>
                <a:lnTo>
                  <a:pt x="194310" y="99060"/>
                </a:lnTo>
                <a:lnTo>
                  <a:pt x="193595" y="87784"/>
                </a:lnTo>
                <a:lnTo>
                  <a:pt x="168783" y="54006"/>
                </a:lnTo>
                <a:lnTo>
                  <a:pt x="150114" y="51054"/>
                </a:lnTo>
                <a:lnTo>
                  <a:pt x="136981" y="52625"/>
                </a:lnTo>
                <a:lnTo>
                  <a:pt x="125063" y="57340"/>
                </a:lnTo>
                <a:lnTo>
                  <a:pt x="114430" y="65198"/>
                </a:lnTo>
                <a:lnTo>
                  <a:pt x="105156" y="76200"/>
                </a:lnTo>
                <a:lnTo>
                  <a:pt x="102870" y="68580"/>
                </a:lnTo>
                <a:lnTo>
                  <a:pt x="64770" y="51054"/>
                </a:lnTo>
                <a:lnTo>
                  <a:pt x="58054" y="51470"/>
                </a:lnTo>
                <a:lnTo>
                  <a:pt x="21336" y="74675"/>
                </a:lnTo>
                <a:lnTo>
                  <a:pt x="21336" y="54101"/>
                </a:lnTo>
                <a:lnTo>
                  <a:pt x="0" y="54101"/>
                </a:lnTo>
                <a:lnTo>
                  <a:pt x="0" y="197357"/>
                </a:lnTo>
                <a:lnTo>
                  <a:pt x="24384" y="197357"/>
                </a:lnTo>
                <a:lnTo>
                  <a:pt x="24384" y="123443"/>
                </a:lnTo>
                <a:lnTo>
                  <a:pt x="24550" y="114288"/>
                </a:lnTo>
                <a:lnTo>
                  <a:pt x="40386" y="77724"/>
                </a:lnTo>
                <a:lnTo>
                  <a:pt x="52578" y="72389"/>
                </a:lnTo>
                <a:lnTo>
                  <a:pt x="68580" y="72389"/>
                </a:lnTo>
                <a:lnTo>
                  <a:pt x="75437" y="74675"/>
                </a:lnTo>
                <a:lnTo>
                  <a:pt x="83058" y="85343"/>
                </a:lnTo>
                <a:lnTo>
                  <a:pt x="85344" y="93725"/>
                </a:lnTo>
                <a:lnTo>
                  <a:pt x="85344" y="197357"/>
                </a:lnTo>
                <a:lnTo>
                  <a:pt x="108966" y="197357"/>
                </a:lnTo>
                <a:lnTo>
                  <a:pt x="108966" y="114300"/>
                </a:lnTo>
                <a:lnTo>
                  <a:pt x="109668" y="104155"/>
                </a:lnTo>
                <a:lnTo>
                  <a:pt x="136886" y="72973"/>
                </a:lnTo>
                <a:lnTo>
                  <a:pt x="144018" y="72389"/>
                </a:lnTo>
                <a:lnTo>
                  <a:pt x="150114" y="72389"/>
                </a:lnTo>
                <a:lnTo>
                  <a:pt x="154686" y="73151"/>
                </a:lnTo>
                <a:lnTo>
                  <a:pt x="159258" y="76200"/>
                </a:lnTo>
                <a:lnTo>
                  <a:pt x="163068" y="78486"/>
                </a:lnTo>
                <a:lnTo>
                  <a:pt x="166116" y="82295"/>
                </a:lnTo>
                <a:lnTo>
                  <a:pt x="167640" y="86106"/>
                </a:lnTo>
                <a:lnTo>
                  <a:pt x="169164" y="90677"/>
                </a:lnTo>
                <a:lnTo>
                  <a:pt x="169926" y="97536"/>
                </a:lnTo>
                <a:lnTo>
                  <a:pt x="169926" y="197357"/>
                </a:lnTo>
                <a:lnTo>
                  <a:pt x="194310" y="197357"/>
                </a:lnTo>
                <a:close/>
              </a:path>
              <a:path w="784225" h="201294">
                <a:moveTo>
                  <a:pt x="254508" y="27431"/>
                </a:moveTo>
                <a:lnTo>
                  <a:pt x="254508" y="0"/>
                </a:lnTo>
                <a:lnTo>
                  <a:pt x="230124" y="0"/>
                </a:lnTo>
                <a:lnTo>
                  <a:pt x="230124" y="27431"/>
                </a:lnTo>
                <a:lnTo>
                  <a:pt x="254508" y="27431"/>
                </a:lnTo>
                <a:close/>
              </a:path>
              <a:path w="784225" h="201294">
                <a:moveTo>
                  <a:pt x="254508" y="197357"/>
                </a:moveTo>
                <a:lnTo>
                  <a:pt x="254508" y="54101"/>
                </a:lnTo>
                <a:lnTo>
                  <a:pt x="230124" y="54101"/>
                </a:lnTo>
                <a:lnTo>
                  <a:pt x="230124" y="197357"/>
                </a:lnTo>
                <a:lnTo>
                  <a:pt x="254508" y="197357"/>
                </a:lnTo>
                <a:close/>
              </a:path>
              <a:path w="784225" h="201294">
                <a:moveTo>
                  <a:pt x="406908" y="197357"/>
                </a:moveTo>
                <a:lnTo>
                  <a:pt x="406908" y="0"/>
                </a:lnTo>
                <a:lnTo>
                  <a:pt x="382524" y="0"/>
                </a:lnTo>
                <a:lnTo>
                  <a:pt x="382524" y="70866"/>
                </a:lnTo>
                <a:lnTo>
                  <a:pt x="378714" y="64769"/>
                </a:lnTo>
                <a:lnTo>
                  <a:pt x="373380" y="60198"/>
                </a:lnTo>
                <a:lnTo>
                  <a:pt x="359664" y="52577"/>
                </a:lnTo>
                <a:lnTo>
                  <a:pt x="352044" y="51054"/>
                </a:lnTo>
                <a:lnTo>
                  <a:pt x="343662" y="51054"/>
                </a:lnTo>
                <a:lnTo>
                  <a:pt x="304776" y="65329"/>
                </a:lnTo>
                <a:lnTo>
                  <a:pt x="284416" y="105822"/>
                </a:lnTo>
                <a:lnTo>
                  <a:pt x="282702" y="126492"/>
                </a:lnTo>
                <a:lnTo>
                  <a:pt x="283142" y="137064"/>
                </a:lnTo>
                <a:lnTo>
                  <a:pt x="300037" y="180022"/>
                </a:lnTo>
                <a:lnTo>
                  <a:pt x="307848" y="187361"/>
                </a:lnTo>
                <a:lnTo>
                  <a:pt x="307848" y="126492"/>
                </a:lnTo>
                <a:lnTo>
                  <a:pt x="308562" y="113018"/>
                </a:lnTo>
                <a:lnTo>
                  <a:pt x="330803" y="74294"/>
                </a:lnTo>
                <a:lnTo>
                  <a:pt x="346710" y="70951"/>
                </a:lnTo>
                <a:lnTo>
                  <a:pt x="353663" y="71735"/>
                </a:lnTo>
                <a:lnTo>
                  <a:pt x="381952" y="102679"/>
                </a:lnTo>
                <a:lnTo>
                  <a:pt x="384810" y="128016"/>
                </a:lnTo>
                <a:lnTo>
                  <a:pt x="384810" y="197357"/>
                </a:lnTo>
                <a:lnTo>
                  <a:pt x="406908" y="197357"/>
                </a:lnTo>
                <a:close/>
              </a:path>
              <a:path w="784225" h="201294">
                <a:moveTo>
                  <a:pt x="384810" y="179831"/>
                </a:moveTo>
                <a:lnTo>
                  <a:pt x="384810" y="128016"/>
                </a:lnTo>
                <a:lnTo>
                  <a:pt x="384095" y="140743"/>
                </a:lnTo>
                <a:lnTo>
                  <a:pt x="381952" y="151542"/>
                </a:lnTo>
                <a:lnTo>
                  <a:pt x="354413" y="179855"/>
                </a:lnTo>
                <a:lnTo>
                  <a:pt x="346710" y="180594"/>
                </a:lnTo>
                <a:lnTo>
                  <a:pt x="338994" y="179748"/>
                </a:lnTo>
                <a:lnTo>
                  <a:pt x="310705" y="150494"/>
                </a:lnTo>
                <a:lnTo>
                  <a:pt x="307848" y="126492"/>
                </a:lnTo>
                <a:lnTo>
                  <a:pt x="307848" y="187361"/>
                </a:lnTo>
                <a:lnTo>
                  <a:pt x="344424" y="201168"/>
                </a:lnTo>
                <a:lnTo>
                  <a:pt x="356842" y="199763"/>
                </a:lnTo>
                <a:lnTo>
                  <a:pt x="367760" y="195643"/>
                </a:lnTo>
                <a:lnTo>
                  <a:pt x="377106" y="188952"/>
                </a:lnTo>
                <a:lnTo>
                  <a:pt x="384810" y="179831"/>
                </a:lnTo>
                <a:close/>
              </a:path>
              <a:path w="784225" h="201294">
                <a:moveTo>
                  <a:pt x="560832" y="197357"/>
                </a:moveTo>
                <a:lnTo>
                  <a:pt x="560832" y="0"/>
                </a:lnTo>
                <a:lnTo>
                  <a:pt x="536448" y="0"/>
                </a:lnTo>
                <a:lnTo>
                  <a:pt x="536448" y="70866"/>
                </a:lnTo>
                <a:lnTo>
                  <a:pt x="532638" y="64769"/>
                </a:lnTo>
                <a:lnTo>
                  <a:pt x="526542" y="60198"/>
                </a:lnTo>
                <a:lnTo>
                  <a:pt x="520446" y="56387"/>
                </a:lnTo>
                <a:lnTo>
                  <a:pt x="513588" y="52577"/>
                </a:lnTo>
                <a:lnTo>
                  <a:pt x="505968" y="51054"/>
                </a:lnTo>
                <a:lnTo>
                  <a:pt x="496824" y="51054"/>
                </a:lnTo>
                <a:lnTo>
                  <a:pt x="458271" y="65329"/>
                </a:lnTo>
                <a:lnTo>
                  <a:pt x="438340" y="105822"/>
                </a:lnTo>
                <a:lnTo>
                  <a:pt x="436626" y="126492"/>
                </a:lnTo>
                <a:lnTo>
                  <a:pt x="437066" y="137064"/>
                </a:lnTo>
                <a:lnTo>
                  <a:pt x="453866" y="180022"/>
                </a:lnTo>
                <a:lnTo>
                  <a:pt x="461772" y="187694"/>
                </a:lnTo>
                <a:lnTo>
                  <a:pt x="461772" y="126492"/>
                </a:lnTo>
                <a:lnTo>
                  <a:pt x="462367" y="113085"/>
                </a:lnTo>
                <a:lnTo>
                  <a:pt x="484346" y="74294"/>
                </a:lnTo>
                <a:lnTo>
                  <a:pt x="499110" y="70866"/>
                </a:lnTo>
                <a:lnTo>
                  <a:pt x="507265" y="71735"/>
                </a:lnTo>
                <a:lnTo>
                  <a:pt x="535876" y="102679"/>
                </a:lnTo>
                <a:lnTo>
                  <a:pt x="538734" y="128016"/>
                </a:lnTo>
                <a:lnTo>
                  <a:pt x="538734" y="197357"/>
                </a:lnTo>
                <a:lnTo>
                  <a:pt x="560832" y="197357"/>
                </a:lnTo>
                <a:close/>
              </a:path>
              <a:path w="784225" h="201294">
                <a:moveTo>
                  <a:pt x="538734" y="197357"/>
                </a:moveTo>
                <a:lnTo>
                  <a:pt x="538734" y="128016"/>
                </a:lnTo>
                <a:lnTo>
                  <a:pt x="538019" y="140743"/>
                </a:lnTo>
                <a:lnTo>
                  <a:pt x="535876" y="151542"/>
                </a:lnTo>
                <a:lnTo>
                  <a:pt x="508230" y="179855"/>
                </a:lnTo>
                <a:lnTo>
                  <a:pt x="500634" y="180594"/>
                </a:lnTo>
                <a:lnTo>
                  <a:pt x="492918" y="179748"/>
                </a:lnTo>
                <a:lnTo>
                  <a:pt x="464629" y="150494"/>
                </a:lnTo>
                <a:lnTo>
                  <a:pt x="461772" y="126492"/>
                </a:lnTo>
                <a:lnTo>
                  <a:pt x="461772" y="187694"/>
                </a:lnTo>
                <a:lnTo>
                  <a:pt x="499110" y="201080"/>
                </a:lnTo>
                <a:lnTo>
                  <a:pt x="510647" y="199763"/>
                </a:lnTo>
                <a:lnTo>
                  <a:pt x="521291" y="195648"/>
                </a:lnTo>
                <a:lnTo>
                  <a:pt x="530387" y="188952"/>
                </a:lnTo>
                <a:lnTo>
                  <a:pt x="537972" y="179831"/>
                </a:lnTo>
                <a:lnTo>
                  <a:pt x="537972" y="197357"/>
                </a:lnTo>
                <a:lnTo>
                  <a:pt x="538734" y="197357"/>
                </a:lnTo>
                <a:close/>
              </a:path>
              <a:path w="784225" h="201294">
                <a:moveTo>
                  <a:pt x="622554" y="197357"/>
                </a:moveTo>
                <a:lnTo>
                  <a:pt x="622554" y="0"/>
                </a:lnTo>
                <a:lnTo>
                  <a:pt x="598170" y="0"/>
                </a:lnTo>
                <a:lnTo>
                  <a:pt x="598170" y="197357"/>
                </a:lnTo>
                <a:lnTo>
                  <a:pt x="622554" y="197357"/>
                </a:lnTo>
                <a:close/>
              </a:path>
              <a:path w="784225" h="201294">
                <a:moveTo>
                  <a:pt x="784098" y="131825"/>
                </a:moveTo>
                <a:lnTo>
                  <a:pt x="784098" y="125730"/>
                </a:lnTo>
                <a:lnTo>
                  <a:pt x="782954" y="109013"/>
                </a:lnTo>
                <a:lnTo>
                  <a:pt x="765810" y="70866"/>
                </a:lnTo>
                <a:lnTo>
                  <a:pt x="719328" y="51054"/>
                </a:lnTo>
                <a:lnTo>
                  <a:pt x="705171" y="52327"/>
                </a:lnTo>
                <a:lnTo>
                  <a:pt x="670560" y="70866"/>
                </a:lnTo>
                <a:lnTo>
                  <a:pt x="653414" y="110085"/>
                </a:lnTo>
                <a:lnTo>
                  <a:pt x="652272" y="127254"/>
                </a:lnTo>
                <a:lnTo>
                  <a:pt x="653415" y="143851"/>
                </a:lnTo>
                <a:lnTo>
                  <a:pt x="656844" y="158305"/>
                </a:lnTo>
                <a:lnTo>
                  <a:pt x="662559" y="170759"/>
                </a:lnTo>
                <a:lnTo>
                  <a:pt x="670560" y="181356"/>
                </a:lnTo>
                <a:lnTo>
                  <a:pt x="677418" y="187226"/>
                </a:lnTo>
                <a:lnTo>
                  <a:pt x="677418" y="131825"/>
                </a:lnTo>
                <a:lnTo>
                  <a:pt x="678942" y="131825"/>
                </a:lnTo>
                <a:lnTo>
                  <a:pt x="678942" y="112013"/>
                </a:lnTo>
                <a:lnTo>
                  <a:pt x="680096" y="103298"/>
                </a:lnTo>
                <a:lnTo>
                  <a:pt x="711493" y="71580"/>
                </a:lnTo>
                <a:lnTo>
                  <a:pt x="719328" y="70866"/>
                </a:lnTo>
                <a:lnTo>
                  <a:pt x="728055" y="71735"/>
                </a:lnTo>
                <a:lnTo>
                  <a:pt x="757523" y="103560"/>
                </a:lnTo>
                <a:lnTo>
                  <a:pt x="758952" y="112013"/>
                </a:lnTo>
                <a:lnTo>
                  <a:pt x="758952" y="131825"/>
                </a:lnTo>
                <a:lnTo>
                  <a:pt x="784098" y="131825"/>
                </a:lnTo>
                <a:close/>
              </a:path>
              <a:path w="784225" h="201294">
                <a:moveTo>
                  <a:pt x="783336" y="154686"/>
                </a:moveTo>
                <a:lnTo>
                  <a:pt x="758190" y="151637"/>
                </a:lnTo>
                <a:lnTo>
                  <a:pt x="755177" y="158626"/>
                </a:lnTo>
                <a:lnTo>
                  <a:pt x="751808" y="164687"/>
                </a:lnTo>
                <a:lnTo>
                  <a:pt x="748010" y="169747"/>
                </a:lnTo>
                <a:lnTo>
                  <a:pt x="743712" y="173736"/>
                </a:lnTo>
                <a:lnTo>
                  <a:pt x="736854" y="178307"/>
                </a:lnTo>
                <a:lnTo>
                  <a:pt x="729234" y="180594"/>
                </a:lnTo>
                <a:lnTo>
                  <a:pt x="719328" y="180467"/>
                </a:lnTo>
                <a:lnTo>
                  <a:pt x="685240" y="161401"/>
                </a:lnTo>
                <a:lnTo>
                  <a:pt x="677418" y="131825"/>
                </a:lnTo>
                <a:lnTo>
                  <a:pt x="677418" y="187226"/>
                </a:lnTo>
                <a:lnTo>
                  <a:pt x="680561" y="189916"/>
                </a:lnTo>
                <a:lnTo>
                  <a:pt x="692277" y="196119"/>
                </a:lnTo>
                <a:lnTo>
                  <a:pt x="705707" y="199894"/>
                </a:lnTo>
                <a:lnTo>
                  <a:pt x="720852" y="201168"/>
                </a:lnTo>
                <a:lnTo>
                  <a:pt x="732412" y="200334"/>
                </a:lnTo>
                <a:lnTo>
                  <a:pt x="768655" y="182118"/>
                </a:lnTo>
                <a:lnTo>
                  <a:pt x="779776" y="164973"/>
                </a:lnTo>
                <a:lnTo>
                  <a:pt x="783336" y="154686"/>
                </a:lnTo>
                <a:close/>
              </a:path>
              <a:path w="784225" h="201294">
                <a:moveTo>
                  <a:pt x="758952" y="131825"/>
                </a:moveTo>
                <a:lnTo>
                  <a:pt x="758952" y="112013"/>
                </a:lnTo>
                <a:lnTo>
                  <a:pt x="678942" y="112013"/>
                </a:lnTo>
                <a:lnTo>
                  <a:pt x="678942" y="131825"/>
                </a:lnTo>
                <a:lnTo>
                  <a:pt x="758952" y="131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487053" y="2058923"/>
            <a:ext cx="128905" cy="201930"/>
          </a:xfrm>
          <a:custGeom>
            <a:avLst/>
            <a:gdLst/>
            <a:ahLst/>
            <a:cxnLst/>
            <a:rect l="l" t="t" r="r" b="b"/>
            <a:pathLst>
              <a:path w="128905" h="201930">
                <a:moveTo>
                  <a:pt x="128778" y="100583"/>
                </a:moveTo>
                <a:lnTo>
                  <a:pt x="124206" y="54101"/>
                </a:lnTo>
                <a:lnTo>
                  <a:pt x="107739" y="18954"/>
                </a:lnTo>
                <a:lnTo>
                  <a:pt x="71735" y="309"/>
                </a:lnTo>
                <a:lnTo>
                  <a:pt x="64008" y="0"/>
                </a:lnTo>
                <a:lnTo>
                  <a:pt x="53697" y="714"/>
                </a:lnTo>
                <a:lnTo>
                  <a:pt x="15811" y="25241"/>
                </a:lnTo>
                <a:lnTo>
                  <a:pt x="1714" y="69246"/>
                </a:lnTo>
                <a:lnTo>
                  <a:pt x="0" y="100583"/>
                </a:lnTo>
                <a:lnTo>
                  <a:pt x="1154" y="126599"/>
                </a:lnTo>
                <a:lnTo>
                  <a:pt x="4667" y="148685"/>
                </a:lnTo>
                <a:lnTo>
                  <a:pt x="10608" y="166913"/>
                </a:lnTo>
                <a:lnTo>
                  <a:pt x="19050" y="181356"/>
                </a:lnTo>
                <a:lnTo>
                  <a:pt x="24384" y="186593"/>
                </a:lnTo>
                <a:lnTo>
                  <a:pt x="24384" y="100583"/>
                </a:lnTo>
                <a:lnTo>
                  <a:pt x="25229" y="78331"/>
                </a:lnTo>
                <a:lnTo>
                  <a:pt x="37337" y="34289"/>
                </a:lnTo>
                <a:lnTo>
                  <a:pt x="64008" y="19812"/>
                </a:lnTo>
                <a:lnTo>
                  <a:pt x="72163" y="20812"/>
                </a:lnTo>
                <a:lnTo>
                  <a:pt x="100774" y="60198"/>
                </a:lnTo>
                <a:lnTo>
                  <a:pt x="103632" y="100583"/>
                </a:lnTo>
                <a:lnTo>
                  <a:pt x="103632" y="186250"/>
                </a:lnTo>
                <a:lnTo>
                  <a:pt x="106703" y="183439"/>
                </a:lnTo>
                <a:lnTo>
                  <a:pt x="124920" y="145375"/>
                </a:lnTo>
                <a:lnTo>
                  <a:pt x="128349" y="117324"/>
                </a:lnTo>
                <a:lnTo>
                  <a:pt x="128778" y="100583"/>
                </a:lnTo>
                <a:close/>
              </a:path>
              <a:path w="128905" h="201930">
                <a:moveTo>
                  <a:pt x="103632" y="186250"/>
                </a:moveTo>
                <a:lnTo>
                  <a:pt x="103632" y="100583"/>
                </a:lnTo>
                <a:lnTo>
                  <a:pt x="102917" y="123027"/>
                </a:lnTo>
                <a:lnTo>
                  <a:pt x="100774" y="141255"/>
                </a:lnTo>
                <a:lnTo>
                  <a:pt x="79533" y="177736"/>
                </a:lnTo>
                <a:lnTo>
                  <a:pt x="64008" y="182118"/>
                </a:lnTo>
                <a:lnTo>
                  <a:pt x="56173" y="180998"/>
                </a:lnTo>
                <a:lnTo>
                  <a:pt x="27241" y="141255"/>
                </a:lnTo>
                <a:lnTo>
                  <a:pt x="24384" y="100583"/>
                </a:lnTo>
                <a:lnTo>
                  <a:pt x="24384" y="186593"/>
                </a:lnTo>
                <a:lnTo>
                  <a:pt x="28217" y="190357"/>
                </a:lnTo>
                <a:lnTo>
                  <a:pt x="38671" y="196786"/>
                </a:lnTo>
                <a:lnTo>
                  <a:pt x="50553" y="200644"/>
                </a:lnTo>
                <a:lnTo>
                  <a:pt x="64008" y="201930"/>
                </a:lnTo>
                <a:lnTo>
                  <a:pt x="74425" y="201203"/>
                </a:lnTo>
                <a:lnTo>
                  <a:pt x="83915" y="198977"/>
                </a:lnTo>
                <a:lnTo>
                  <a:pt x="92404" y="195179"/>
                </a:lnTo>
                <a:lnTo>
                  <a:pt x="99822" y="189737"/>
                </a:lnTo>
                <a:lnTo>
                  <a:pt x="103632" y="186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46998" y="2110739"/>
            <a:ext cx="116205" cy="146685"/>
          </a:xfrm>
          <a:custGeom>
            <a:avLst/>
            <a:gdLst/>
            <a:ahLst/>
            <a:cxnLst/>
            <a:rect l="l" t="t" r="r" b="b"/>
            <a:pathLst>
              <a:path w="116204" h="146685">
                <a:moveTo>
                  <a:pt x="115824" y="146304"/>
                </a:moveTo>
                <a:lnTo>
                  <a:pt x="115824" y="39624"/>
                </a:lnTo>
                <a:lnTo>
                  <a:pt x="115074" y="35052"/>
                </a:lnTo>
                <a:lnTo>
                  <a:pt x="90677" y="4572"/>
                </a:lnTo>
                <a:lnTo>
                  <a:pt x="83832" y="1524"/>
                </a:lnTo>
                <a:lnTo>
                  <a:pt x="75437" y="0"/>
                </a:lnTo>
                <a:lnTo>
                  <a:pt x="67068" y="0"/>
                </a:lnTo>
                <a:lnTo>
                  <a:pt x="53066" y="1440"/>
                </a:lnTo>
                <a:lnTo>
                  <a:pt x="40779" y="5810"/>
                </a:lnTo>
                <a:lnTo>
                  <a:pt x="30206" y="13180"/>
                </a:lnTo>
                <a:lnTo>
                  <a:pt x="21348" y="23622"/>
                </a:lnTo>
                <a:lnTo>
                  <a:pt x="21348" y="3048"/>
                </a:lnTo>
                <a:lnTo>
                  <a:pt x="0" y="3048"/>
                </a:lnTo>
                <a:lnTo>
                  <a:pt x="0" y="146304"/>
                </a:lnTo>
                <a:lnTo>
                  <a:pt x="23634" y="146304"/>
                </a:lnTo>
                <a:lnTo>
                  <a:pt x="23634" y="68580"/>
                </a:lnTo>
                <a:lnTo>
                  <a:pt x="24348" y="55887"/>
                </a:lnTo>
                <a:lnTo>
                  <a:pt x="47540" y="23717"/>
                </a:lnTo>
                <a:lnTo>
                  <a:pt x="61734" y="21336"/>
                </a:lnTo>
                <a:lnTo>
                  <a:pt x="68592" y="21336"/>
                </a:lnTo>
                <a:lnTo>
                  <a:pt x="91440" y="49530"/>
                </a:lnTo>
                <a:lnTo>
                  <a:pt x="91440" y="146304"/>
                </a:lnTo>
                <a:lnTo>
                  <a:pt x="115824" y="146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91029" y="2185416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67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04567" y="2058923"/>
            <a:ext cx="72390" cy="198120"/>
          </a:xfrm>
          <a:custGeom>
            <a:avLst/>
            <a:gdLst/>
            <a:ahLst/>
            <a:cxnLst/>
            <a:rect l="l" t="t" r="r" b="b"/>
            <a:pathLst>
              <a:path w="72390" h="198119">
                <a:moveTo>
                  <a:pt x="72390" y="198119"/>
                </a:moveTo>
                <a:lnTo>
                  <a:pt x="72390" y="0"/>
                </a:lnTo>
                <a:lnTo>
                  <a:pt x="57150" y="0"/>
                </a:lnTo>
                <a:lnTo>
                  <a:pt x="53266" y="6298"/>
                </a:lnTo>
                <a:lnTo>
                  <a:pt x="48382" y="12668"/>
                </a:lnTo>
                <a:lnTo>
                  <a:pt x="18664" y="38576"/>
                </a:lnTo>
                <a:lnTo>
                  <a:pt x="0" y="49529"/>
                </a:lnTo>
                <a:lnTo>
                  <a:pt x="0" y="73151"/>
                </a:lnTo>
                <a:lnTo>
                  <a:pt x="38284" y="51815"/>
                </a:lnTo>
                <a:lnTo>
                  <a:pt x="48006" y="43433"/>
                </a:lnTo>
                <a:lnTo>
                  <a:pt x="48006" y="198119"/>
                </a:lnTo>
                <a:lnTo>
                  <a:pt x="72390" y="1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84511" y="2058923"/>
            <a:ext cx="73660" cy="198120"/>
          </a:xfrm>
          <a:custGeom>
            <a:avLst/>
            <a:gdLst/>
            <a:ahLst/>
            <a:cxnLst/>
            <a:rect l="l" t="t" r="r" b="b"/>
            <a:pathLst>
              <a:path w="73660" h="198119">
                <a:moveTo>
                  <a:pt x="73151" y="198119"/>
                </a:moveTo>
                <a:lnTo>
                  <a:pt x="73151" y="0"/>
                </a:lnTo>
                <a:lnTo>
                  <a:pt x="57150" y="0"/>
                </a:lnTo>
                <a:lnTo>
                  <a:pt x="53601" y="6298"/>
                </a:lnTo>
                <a:lnTo>
                  <a:pt x="48767" y="12668"/>
                </a:lnTo>
                <a:lnTo>
                  <a:pt x="19335" y="38576"/>
                </a:lnTo>
                <a:lnTo>
                  <a:pt x="0" y="49529"/>
                </a:lnTo>
                <a:lnTo>
                  <a:pt x="0" y="73151"/>
                </a:lnTo>
                <a:lnTo>
                  <a:pt x="38481" y="51815"/>
                </a:lnTo>
                <a:lnTo>
                  <a:pt x="48768" y="43433"/>
                </a:lnTo>
                <a:lnTo>
                  <a:pt x="48768" y="198119"/>
                </a:lnTo>
                <a:lnTo>
                  <a:pt x="73151" y="1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67079" y="2110739"/>
            <a:ext cx="116839" cy="146685"/>
          </a:xfrm>
          <a:custGeom>
            <a:avLst/>
            <a:gdLst/>
            <a:ahLst/>
            <a:cxnLst/>
            <a:rect l="l" t="t" r="r" b="b"/>
            <a:pathLst>
              <a:path w="116840" h="146685">
                <a:moveTo>
                  <a:pt x="116585" y="146304"/>
                </a:moveTo>
                <a:lnTo>
                  <a:pt x="116585" y="39624"/>
                </a:lnTo>
                <a:lnTo>
                  <a:pt x="115061" y="35052"/>
                </a:lnTo>
                <a:lnTo>
                  <a:pt x="113537" y="28194"/>
                </a:lnTo>
                <a:lnTo>
                  <a:pt x="111251" y="22098"/>
                </a:lnTo>
                <a:lnTo>
                  <a:pt x="107442" y="16764"/>
                </a:lnTo>
                <a:lnTo>
                  <a:pt x="104394" y="12192"/>
                </a:lnTo>
                <a:lnTo>
                  <a:pt x="99047" y="7620"/>
                </a:lnTo>
                <a:lnTo>
                  <a:pt x="91439" y="4572"/>
                </a:lnTo>
                <a:lnTo>
                  <a:pt x="84569" y="1524"/>
                </a:lnTo>
                <a:lnTo>
                  <a:pt x="76200" y="0"/>
                </a:lnTo>
                <a:lnTo>
                  <a:pt x="67818" y="0"/>
                </a:lnTo>
                <a:lnTo>
                  <a:pt x="53810" y="1440"/>
                </a:lnTo>
                <a:lnTo>
                  <a:pt x="41524" y="5810"/>
                </a:lnTo>
                <a:lnTo>
                  <a:pt x="30954" y="13180"/>
                </a:lnTo>
                <a:lnTo>
                  <a:pt x="22098" y="23622"/>
                </a:lnTo>
                <a:lnTo>
                  <a:pt x="22098" y="3048"/>
                </a:lnTo>
                <a:lnTo>
                  <a:pt x="0" y="3048"/>
                </a:lnTo>
                <a:lnTo>
                  <a:pt x="0" y="146304"/>
                </a:lnTo>
                <a:lnTo>
                  <a:pt x="24371" y="146304"/>
                </a:lnTo>
                <a:lnTo>
                  <a:pt x="24371" y="68580"/>
                </a:lnTo>
                <a:lnTo>
                  <a:pt x="25087" y="55887"/>
                </a:lnTo>
                <a:lnTo>
                  <a:pt x="48285" y="23717"/>
                </a:lnTo>
                <a:lnTo>
                  <a:pt x="62471" y="21336"/>
                </a:lnTo>
                <a:lnTo>
                  <a:pt x="69342" y="21336"/>
                </a:lnTo>
                <a:lnTo>
                  <a:pt x="92201" y="49530"/>
                </a:lnTo>
                <a:lnTo>
                  <a:pt x="92201" y="146304"/>
                </a:lnTo>
                <a:lnTo>
                  <a:pt x="116585" y="146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11846" y="2185416"/>
            <a:ext cx="74930" cy="0"/>
          </a:xfrm>
          <a:custGeom>
            <a:avLst/>
            <a:gdLst/>
            <a:ahLst/>
            <a:cxnLst/>
            <a:rect l="l" t="t" r="r" b="b"/>
            <a:pathLst>
              <a:path w="74929">
                <a:moveTo>
                  <a:pt x="0" y="0"/>
                </a:moveTo>
                <a:lnTo>
                  <a:pt x="74675" y="0"/>
                </a:lnTo>
              </a:path>
            </a:pathLst>
          </a:custGeom>
          <a:ln w="24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503286" y="2058923"/>
            <a:ext cx="131445" cy="198120"/>
          </a:xfrm>
          <a:custGeom>
            <a:avLst/>
            <a:gdLst/>
            <a:ahLst/>
            <a:cxnLst/>
            <a:rect l="l" t="t" r="r" b="b"/>
            <a:pathLst>
              <a:path w="131445" h="198119">
                <a:moveTo>
                  <a:pt x="105168" y="106793"/>
                </a:moveTo>
                <a:lnTo>
                  <a:pt x="105168" y="54101"/>
                </a:lnTo>
                <a:lnTo>
                  <a:pt x="104466" y="61090"/>
                </a:lnTo>
                <a:lnTo>
                  <a:pt x="102404" y="68294"/>
                </a:lnTo>
                <a:lnTo>
                  <a:pt x="77825" y="101441"/>
                </a:lnTo>
                <a:lnTo>
                  <a:pt x="50304" y="124967"/>
                </a:lnTo>
                <a:lnTo>
                  <a:pt x="40595" y="133266"/>
                </a:lnTo>
                <a:lnTo>
                  <a:pt x="13770" y="161746"/>
                </a:lnTo>
                <a:lnTo>
                  <a:pt x="3060" y="181355"/>
                </a:lnTo>
                <a:lnTo>
                  <a:pt x="762" y="186689"/>
                </a:lnTo>
                <a:lnTo>
                  <a:pt x="0" y="192785"/>
                </a:lnTo>
                <a:lnTo>
                  <a:pt x="0" y="198119"/>
                </a:lnTo>
                <a:lnTo>
                  <a:pt x="33540" y="198119"/>
                </a:lnTo>
                <a:lnTo>
                  <a:pt x="33540" y="175259"/>
                </a:lnTo>
                <a:lnTo>
                  <a:pt x="39636" y="166115"/>
                </a:lnTo>
                <a:lnTo>
                  <a:pt x="71640" y="137159"/>
                </a:lnTo>
                <a:lnTo>
                  <a:pt x="83916" y="126432"/>
                </a:lnTo>
                <a:lnTo>
                  <a:pt x="94488" y="116984"/>
                </a:lnTo>
                <a:lnTo>
                  <a:pt x="103037" y="108977"/>
                </a:lnTo>
                <a:lnTo>
                  <a:pt x="105168" y="106793"/>
                </a:lnTo>
                <a:close/>
              </a:path>
              <a:path w="131445" h="198119">
                <a:moveTo>
                  <a:pt x="130302" y="62483"/>
                </a:moveTo>
                <a:lnTo>
                  <a:pt x="130302" y="54863"/>
                </a:lnTo>
                <a:lnTo>
                  <a:pt x="129291" y="43422"/>
                </a:lnTo>
                <a:lnTo>
                  <a:pt x="104698" y="8679"/>
                </a:lnTo>
                <a:lnTo>
                  <a:pt x="68592" y="0"/>
                </a:lnTo>
                <a:lnTo>
                  <a:pt x="55458" y="869"/>
                </a:lnTo>
                <a:lnTo>
                  <a:pt x="16371" y="22645"/>
                </a:lnTo>
                <a:lnTo>
                  <a:pt x="4584" y="57149"/>
                </a:lnTo>
                <a:lnTo>
                  <a:pt x="29730" y="59435"/>
                </a:lnTo>
                <a:lnTo>
                  <a:pt x="30325" y="50732"/>
                </a:lnTo>
                <a:lnTo>
                  <a:pt x="32205" y="42957"/>
                </a:lnTo>
                <a:lnTo>
                  <a:pt x="68592" y="19811"/>
                </a:lnTo>
                <a:lnTo>
                  <a:pt x="76295" y="20395"/>
                </a:lnTo>
                <a:lnTo>
                  <a:pt x="104585" y="47077"/>
                </a:lnTo>
                <a:lnTo>
                  <a:pt x="105168" y="54101"/>
                </a:lnTo>
                <a:lnTo>
                  <a:pt x="105168" y="106793"/>
                </a:lnTo>
                <a:lnTo>
                  <a:pt x="109740" y="102107"/>
                </a:lnTo>
                <a:lnTo>
                  <a:pt x="128790" y="70103"/>
                </a:lnTo>
                <a:lnTo>
                  <a:pt x="130302" y="62483"/>
                </a:lnTo>
                <a:close/>
              </a:path>
              <a:path w="131445" h="198119">
                <a:moveTo>
                  <a:pt x="131064" y="198119"/>
                </a:moveTo>
                <a:lnTo>
                  <a:pt x="131064" y="175259"/>
                </a:lnTo>
                <a:lnTo>
                  <a:pt x="33540" y="175259"/>
                </a:lnTo>
                <a:lnTo>
                  <a:pt x="33540" y="198119"/>
                </a:lnTo>
                <a:lnTo>
                  <a:pt x="131064" y="198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00179" y="2243327"/>
            <a:ext cx="27940" cy="0"/>
          </a:xfrm>
          <a:custGeom>
            <a:avLst/>
            <a:gdLst/>
            <a:ahLst/>
            <a:cxnLst/>
            <a:rect l="l" t="t" r="r" b="b"/>
            <a:pathLst>
              <a:path w="27939">
                <a:moveTo>
                  <a:pt x="0" y="0"/>
                </a:moveTo>
                <a:lnTo>
                  <a:pt x="27432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77141" y="2243327"/>
            <a:ext cx="27940" cy="0"/>
          </a:xfrm>
          <a:custGeom>
            <a:avLst/>
            <a:gdLst/>
            <a:ahLst/>
            <a:cxnLst/>
            <a:rect l="l" t="t" r="r" b="b"/>
            <a:pathLst>
              <a:path w="27939">
                <a:moveTo>
                  <a:pt x="0" y="0"/>
                </a:moveTo>
                <a:lnTo>
                  <a:pt x="27432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53341" y="224332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2: Binary Search</a:t>
            </a:r>
            <a:r>
              <a:rPr spc="-90" dirty="0"/>
              <a:t> </a:t>
            </a:r>
            <a:r>
              <a:rPr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3676" y="2010664"/>
            <a:ext cx="38354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int compare(int x, int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4911" y="2320290"/>
            <a:ext cx="2921000" cy="574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for equal */  searchno, int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left,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676" y="2320290"/>
            <a:ext cx="4444365" cy="1123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/* return -1 for less than, 0  int binsearch(int list[],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int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ts val="2014"/>
              </a:lnSpc>
            </a:pPr>
            <a:r>
              <a:rPr sz="2000" b="1" spc="-5" dirty="0">
                <a:latin typeface="Courier New"/>
                <a:cs typeface="Courier New"/>
              </a:rPr>
              <a:t>int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right)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8476" y="3384575"/>
            <a:ext cx="36823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16629" algn="l"/>
              </a:tabLst>
            </a:pPr>
            <a:r>
              <a:rPr sz="2000" b="1" spc="-5" dirty="0">
                <a:latin typeface="Courier New"/>
                <a:cs typeface="Courier New"/>
              </a:rPr>
              <a:t>while (left &lt;= right)	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09898" y="3658895"/>
            <a:ext cx="3225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= (left + right) /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2;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6885" y="3933215"/>
            <a:ext cx="2159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3264" algn="l"/>
              </a:tabLst>
            </a:pPr>
            <a:r>
              <a:rPr sz="2000" b="1" spc="-5" dirty="0">
                <a:latin typeface="Courier New"/>
                <a:cs typeface="Courier New"/>
              </a:rPr>
              <a:t>searchno) )	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3276" y="3693439"/>
            <a:ext cx="939800" cy="8489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middle  switch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35"/>
              </a:lnSpc>
            </a:pPr>
            <a:r>
              <a:rPr sz="2000" b="1" spc="-5" dirty="0">
                <a:latin typeface="Courier New"/>
                <a:cs typeface="Courier New"/>
              </a:rPr>
              <a:t>case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9898" y="3933215"/>
            <a:ext cx="3530600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5"/>
              </a:lnSpc>
            </a:pPr>
            <a:r>
              <a:rPr sz="2000" b="1" spc="-5" dirty="0">
                <a:latin typeface="Courier New"/>
                <a:cs typeface="Courier New"/>
              </a:rPr>
              <a:t>(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COMPARE(list[middle],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5"/>
              </a:lnSpc>
            </a:pPr>
            <a:r>
              <a:rPr sz="2000" b="1" spc="-5" dirty="0">
                <a:latin typeface="Courier New"/>
                <a:cs typeface="Courier New"/>
              </a:rPr>
              <a:t>-1: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3689" y="4516158"/>
            <a:ext cx="3987800" cy="2498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265" marR="156845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left = middle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+1;  break;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ts val="2005"/>
              </a:lnSpc>
            </a:pPr>
            <a:r>
              <a:rPr sz="2000" b="1" spc="-5" dirty="0">
                <a:latin typeface="Courier New"/>
                <a:cs typeface="Courier New"/>
              </a:rPr>
              <a:t>case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0:</a:t>
            </a:r>
            <a:endParaRPr sz="2000">
              <a:latin typeface="Courier New"/>
              <a:cs typeface="Courier New"/>
            </a:endParaRPr>
          </a:p>
          <a:p>
            <a:pPr marL="926465" marR="614045" indent="304800">
              <a:lnSpc>
                <a:spcPts val="2170"/>
              </a:lnSpc>
              <a:spcBef>
                <a:spcPts val="145"/>
              </a:spcBef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middle;  case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1:</a:t>
            </a:r>
            <a:endParaRPr sz="2000">
              <a:latin typeface="Courier New"/>
              <a:cs typeface="Courier New"/>
            </a:endParaRPr>
          </a:p>
          <a:p>
            <a:pPr marL="1231265">
              <a:lnSpc>
                <a:spcPts val="2010"/>
              </a:lnSpc>
            </a:pPr>
            <a:r>
              <a:rPr sz="2000" b="1" spc="-5" dirty="0">
                <a:latin typeface="Courier New"/>
                <a:cs typeface="Courier New"/>
              </a:rPr>
              <a:t>right = middle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-1;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16865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2: Binary Search</a:t>
            </a:r>
            <a:r>
              <a:rPr spc="-90" dirty="0"/>
              <a:t> </a:t>
            </a:r>
            <a:r>
              <a:rPr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3932554" cy="217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Input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1150620" algn="l"/>
                <a:tab pos="1546225" algn="l"/>
                <a:tab pos="1941830" algn="l"/>
                <a:tab pos="2336800" algn="l"/>
                <a:tab pos="2930525" algn="l"/>
                <a:tab pos="3523615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	3	7	9	13	20	31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Search </a:t>
            </a:r>
            <a:r>
              <a:rPr sz="3200" spc="-5" dirty="0">
                <a:latin typeface="Arial"/>
                <a:cs typeface="Arial"/>
              </a:rPr>
              <a:t>for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Search </a:t>
            </a:r>
            <a:r>
              <a:rPr sz="3200" spc="-5" dirty="0">
                <a:latin typeface="Arial"/>
                <a:cs typeface="Arial"/>
              </a:rPr>
              <a:t>for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16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63531" y="1501139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207" y="3942"/>
                </a:lnTo>
                <a:lnTo>
                  <a:pt x="395612" y="15355"/>
                </a:lnTo>
                <a:lnTo>
                  <a:pt x="438835" y="33617"/>
                </a:lnTo>
                <a:lnTo>
                  <a:pt x="478267" y="58107"/>
                </a:lnTo>
                <a:lnTo>
                  <a:pt x="513302" y="88201"/>
                </a:lnTo>
                <a:lnTo>
                  <a:pt x="543330" y="123279"/>
                </a:lnTo>
                <a:lnTo>
                  <a:pt x="567744" y="162719"/>
                </a:lnTo>
                <a:lnTo>
                  <a:pt x="585935" y="205898"/>
                </a:lnTo>
                <a:lnTo>
                  <a:pt x="597295" y="252196"/>
                </a:lnTo>
                <a:lnTo>
                  <a:pt x="601217" y="300989"/>
                </a:lnTo>
                <a:lnTo>
                  <a:pt x="597295" y="349762"/>
                </a:lnTo>
                <a:lnTo>
                  <a:pt x="585935" y="396002"/>
                </a:lnTo>
                <a:lnTo>
                  <a:pt x="567744" y="439096"/>
                </a:lnTo>
                <a:lnTo>
                  <a:pt x="543330" y="478432"/>
                </a:lnTo>
                <a:lnTo>
                  <a:pt x="513302" y="513397"/>
                </a:lnTo>
                <a:lnTo>
                  <a:pt x="478267" y="543379"/>
                </a:lnTo>
                <a:lnTo>
                  <a:pt x="438835" y="567764"/>
                </a:lnTo>
                <a:lnTo>
                  <a:pt x="395612" y="585941"/>
                </a:lnTo>
                <a:lnTo>
                  <a:pt x="349207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1087" y="1695450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80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433" y="48005"/>
                </a:lnTo>
                <a:lnTo>
                  <a:pt x="44958" y="40385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65739" y="150113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79" y="300989"/>
                </a:lnTo>
                <a:lnTo>
                  <a:pt x="598037" y="349762"/>
                </a:lnTo>
                <a:lnTo>
                  <a:pt x="586624" y="396002"/>
                </a:lnTo>
                <a:lnTo>
                  <a:pt x="568362" y="439096"/>
                </a:lnTo>
                <a:lnTo>
                  <a:pt x="543872" y="478432"/>
                </a:lnTo>
                <a:lnTo>
                  <a:pt x="513778" y="513397"/>
                </a:lnTo>
                <a:lnTo>
                  <a:pt x="478700" y="543379"/>
                </a:lnTo>
                <a:lnTo>
                  <a:pt x="439260" y="567764"/>
                </a:lnTo>
                <a:lnTo>
                  <a:pt x="396081" y="585941"/>
                </a:lnTo>
                <a:lnTo>
                  <a:pt x="349783" y="597296"/>
                </a:lnTo>
                <a:lnTo>
                  <a:pt x="300989" y="601217"/>
                </a:lnTo>
                <a:lnTo>
                  <a:pt x="252196" y="597296"/>
                </a:lnTo>
                <a:lnTo>
                  <a:pt x="205898" y="585941"/>
                </a:lnTo>
                <a:lnTo>
                  <a:pt x="162719" y="567764"/>
                </a:lnTo>
                <a:lnTo>
                  <a:pt x="123279" y="543379"/>
                </a:lnTo>
                <a:lnTo>
                  <a:pt x="88201" y="513397"/>
                </a:lnTo>
                <a:lnTo>
                  <a:pt x="58107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6531" y="1695556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5">
                <a:moveTo>
                  <a:pt x="96012" y="173954"/>
                </a:moveTo>
                <a:lnTo>
                  <a:pt x="96012" y="129433"/>
                </a:lnTo>
                <a:lnTo>
                  <a:pt x="95297" y="137149"/>
                </a:lnTo>
                <a:lnTo>
                  <a:pt x="93154" y="144292"/>
                </a:lnTo>
                <a:lnTo>
                  <a:pt x="57912" y="167533"/>
                </a:lnTo>
                <a:lnTo>
                  <a:pt x="49529" y="167533"/>
                </a:lnTo>
                <a:lnTo>
                  <a:pt x="22098" y="131719"/>
                </a:lnTo>
                <a:lnTo>
                  <a:pt x="0" y="134767"/>
                </a:lnTo>
                <a:lnTo>
                  <a:pt x="18287" y="171343"/>
                </a:lnTo>
                <a:lnTo>
                  <a:pt x="57912" y="185821"/>
                </a:lnTo>
                <a:lnTo>
                  <a:pt x="70604" y="184809"/>
                </a:lnTo>
                <a:lnTo>
                  <a:pt x="82296" y="181726"/>
                </a:lnTo>
                <a:lnTo>
                  <a:pt x="92844" y="176499"/>
                </a:lnTo>
                <a:lnTo>
                  <a:pt x="96012" y="173954"/>
                </a:lnTo>
                <a:close/>
              </a:path>
              <a:path w="120014" h="186055">
                <a:moveTo>
                  <a:pt x="110489" y="54757"/>
                </a:moveTo>
                <a:lnTo>
                  <a:pt x="110489" y="38755"/>
                </a:lnTo>
                <a:lnTo>
                  <a:pt x="108203" y="31135"/>
                </a:lnTo>
                <a:lnTo>
                  <a:pt x="78152" y="3429"/>
                </a:lnTo>
                <a:lnTo>
                  <a:pt x="55625" y="0"/>
                </a:lnTo>
                <a:lnTo>
                  <a:pt x="46732" y="620"/>
                </a:lnTo>
                <a:lnTo>
                  <a:pt x="9239" y="27040"/>
                </a:lnTo>
                <a:lnTo>
                  <a:pt x="2286" y="47137"/>
                </a:lnTo>
                <a:lnTo>
                  <a:pt x="24384" y="50947"/>
                </a:lnTo>
                <a:lnTo>
                  <a:pt x="26277" y="43387"/>
                </a:lnTo>
                <a:lnTo>
                  <a:pt x="28670" y="36755"/>
                </a:lnTo>
                <a:lnTo>
                  <a:pt x="31777" y="31123"/>
                </a:lnTo>
                <a:lnTo>
                  <a:pt x="35813" y="26563"/>
                </a:lnTo>
                <a:lnTo>
                  <a:pt x="41910" y="21229"/>
                </a:lnTo>
                <a:lnTo>
                  <a:pt x="48767" y="18181"/>
                </a:lnTo>
                <a:lnTo>
                  <a:pt x="66293" y="18181"/>
                </a:lnTo>
                <a:lnTo>
                  <a:pt x="73913" y="21229"/>
                </a:lnTo>
                <a:lnTo>
                  <a:pt x="84581" y="31897"/>
                </a:lnTo>
                <a:lnTo>
                  <a:pt x="87629" y="38755"/>
                </a:lnTo>
                <a:lnTo>
                  <a:pt x="87629" y="82674"/>
                </a:lnTo>
                <a:lnTo>
                  <a:pt x="93725" y="79903"/>
                </a:lnTo>
                <a:lnTo>
                  <a:pt x="99822" y="75331"/>
                </a:lnTo>
                <a:lnTo>
                  <a:pt x="104393" y="68473"/>
                </a:lnTo>
                <a:lnTo>
                  <a:pt x="108203" y="62377"/>
                </a:lnTo>
                <a:lnTo>
                  <a:pt x="110489" y="54757"/>
                </a:lnTo>
                <a:close/>
              </a:path>
              <a:path w="120014" h="186055">
                <a:moveTo>
                  <a:pt x="87629" y="82674"/>
                </a:moveTo>
                <a:lnTo>
                  <a:pt x="87629" y="46375"/>
                </a:lnTo>
                <a:lnTo>
                  <a:pt x="86915" y="53817"/>
                </a:lnTo>
                <a:lnTo>
                  <a:pt x="84772" y="60187"/>
                </a:lnTo>
                <a:lnTo>
                  <a:pt x="50291" y="76855"/>
                </a:lnTo>
                <a:lnTo>
                  <a:pt x="46470" y="76958"/>
                </a:lnTo>
                <a:lnTo>
                  <a:pt x="44196" y="96667"/>
                </a:lnTo>
                <a:lnTo>
                  <a:pt x="50291" y="95143"/>
                </a:lnTo>
                <a:lnTo>
                  <a:pt x="55625" y="94381"/>
                </a:lnTo>
                <a:lnTo>
                  <a:pt x="60198" y="94381"/>
                </a:lnTo>
                <a:lnTo>
                  <a:pt x="67448" y="94965"/>
                </a:lnTo>
                <a:lnTo>
                  <a:pt x="74199" y="96763"/>
                </a:lnTo>
                <a:lnTo>
                  <a:pt x="80236" y="99846"/>
                </a:lnTo>
                <a:lnTo>
                  <a:pt x="85343" y="104287"/>
                </a:lnTo>
                <a:lnTo>
                  <a:pt x="85343" y="83713"/>
                </a:lnTo>
                <a:lnTo>
                  <a:pt x="87629" y="82674"/>
                </a:lnTo>
                <a:close/>
              </a:path>
              <a:path w="120014" h="186055">
                <a:moveTo>
                  <a:pt x="119634" y="128671"/>
                </a:moveTo>
                <a:lnTo>
                  <a:pt x="99631" y="90000"/>
                </a:lnTo>
                <a:lnTo>
                  <a:pt x="85343" y="83713"/>
                </a:lnTo>
                <a:lnTo>
                  <a:pt x="85343" y="104287"/>
                </a:lnTo>
                <a:lnTo>
                  <a:pt x="89904" y="109395"/>
                </a:lnTo>
                <a:lnTo>
                  <a:pt x="93249" y="115432"/>
                </a:lnTo>
                <a:lnTo>
                  <a:pt x="95309" y="122182"/>
                </a:lnTo>
                <a:lnTo>
                  <a:pt x="96012" y="129433"/>
                </a:lnTo>
                <a:lnTo>
                  <a:pt x="96012" y="173954"/>
                </a:lnTo>
                <a:lnTo>
                  <a:pt x="102108" y="169057"/>
                </a:lnTo>
                <a:lnTo>
                  <a:pt x="109668" y="160497"/>
                </a:lnTo>
                <a:lnTo>
                  <a:pt x="115157" y="150865"/>
                </a:lnTo>
                <a:lnTo>
                  <a:pt x="118502" y="140232"/>
                </a:lnTo>
                <a:lnTo>
                  <a:pt x="119634" y="128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68709" y="1501139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62" y="3942"/>
                </a:lnTo>
                <a:lnTo>
                  <a:pt x="396002" y="15355"/>
                </a:lnTo>
                <a:lnTo>
                  <a:pt x="439096" y="33617"/>
                </a:lnTo>
                <a:lnTo>
                  <a:pt x="478432" y="58107"/>
                </a:lnTo>
                <a:lnTo>
                  <a:pt x="513397" y="88201"/>
                </a:lnTo>
                <a:lnTo>
                  <a:pt x="543379" y="123279"/>
                </a:lnTo>
                <a:lnTo>
                  <a:pt x="567764" y="162719"/>
                </a:lnTo>
                <a:lnTo>
                  <a:pt x="585941" y="205898"/>
                </a:lnTo>
                <a:lnTo>
                  <a:pt x="597296" y="252196"/>
                </a:lnTo>
                <a:lnTo>
                  <a:pt x="601218" y="300989"/>
                </a:lnTo>
                <a:lnTo>
                  <a:pt x="597296" y="349762"/>
                </a:lnTo>
                <a:lnTo>
                  <a:pt x="585941" y="396002"/>
                </a:lnTo>
                <a:lnTo>
                  <a:pt x="567764" y="439096"/>
                </a:lnTo>
                <a:lnTo>
                  <a:pt x="543379" y="478432"/>
                </a:lnTo>
                <a:lnTo>
                  <a:pt x="513397" y="513397"/>
                </a:lnTo>
                <a:lnTo>
                  <a:pt x="478432" y="543379"/>
                </a:lnTo>
                <a:lnTo>
                  <a:pt x="439096" y="567764"/>
                </a:lnTo>
                <a:lnTo>
                  <a:pt x="396002" y="585941"/>
                </a:lnTo>
                <a:lnTo>
                  <a:pt x="349762" y="597296"/>
                </a:lnTo>
                <a:lnTo>
                  <a:pt x="300989" y="601217"/>
                </a:lnTo>
                <a:lnTo>
                  <a:pt x="252196" y="597296"/>
                </a:lnTo>
                <a:lnTo>
                  <a:pt x="205898" y="585941"/>
                </a:lnTo>
                <a:lnTo>
                  <a:pt x="162719" y="567764"/>
                </a:lnTo>
                <a:lnTo>
                  <a:pt x="123279" y="543379"/>
                </a:lnTo>
                <a:lnTo>
                  <a:pt x="88201" y="513397"/>
                </a:lnTo>
                <a:lnTo>
                  <a:pt x="58107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10263" y="1698498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7525"/>
                </a:moveTo>
                <a:lnTo>
                  <a:pt x="118110" y="0"/>
                </a:lnTo>
                <a:lnTo>
                  <a:pt x="0" y="0"/>
                </a:lnTo>
                <a:lnTo>
                  <a:pt x="0" y="21335"/>
                </a:lnTo>
                <a:lnTo>
                  <a:pt x="89916" y="21335"/>
                </a:lnTo>
                <a:lnTo>
                  <a:pt x="89916" y="56150"/>
                </a:lnTo>
                <a:lnTo>
                  <a:pt x="92392" y="52030"/>
                </a:lnTo>
                <a:lnTo>
                  <a:pt x="100964" y="39052"/>
                </a:lnTo>
                <a:lnTo>
                  <a:pt x="109537" y="27503"/>
                </a:lnTo>
                <a:lnTo>
                  <a:pt x="118110" y="17525"/>
                </a:lnTo>
                <a:close/>
              </a:path>
              <a:path w="118110" h="180339">
                <a:moveTo>
                  <a:pt x="89916" y="56150"/>
                </a:moveTo>
                <a:lnTo>
                  <a:pt x="89916" y="21335"/>
                </a:lnTo>
                <a:lnTo>
                  <a:pt x="81474" y="31622"/>
                </a:lnTo>
                <a:lnTo>
                  <a:pt x="57150" y="69341"/>
                </a:lnTo>
                <a:lnTo>
                  <a:pt x="38719" y="112740"/>
                </a:lnTo>
                <a:lnTo>
                  <a:pt x="28098" y="155924"/>
                </a:lnTo>
                <a:lnTo>
                  <a:pt x="25908" y="179831"/>
                </a:lnTo>
                <a:lnTo>
                  <a:pt x="48768" y="179831"/>
                </a:lnTo>
                <a:lnTo>
                  <a:pt x="50077" y="166401"/>
                </a:lnTo>
                <a:lnTo>
                  <a:pt x="51816" y="153542"/>
                </a:lnTo>
                <a:lnTo>
                  <a:pt x="62603" y="113549"/>
                </a:lnTo>
                <a:lnTo>
                  <a:pt x="83820" y="66293"/>
                </a:lnTo>
                <a:lnTo>
                  <a:pt x="89916" y="56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70917" y="150113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4" y="3942"/>
                </a:lnTo>
                <a:lnTo>
                  <a:pt x="396073" y="15355"/>
                </a:lnTo>
                <a:lnTo>
                  <a:pt x="439253" y="33617"/>
                </a:lnTo>
                <a:lnTo>
                  <a:pt x="478693" y="58107"/>
                </a:lnTo>
                <a:lnTo>
                  <a:pt x="513770" y="88201"/>
                </a:lnTo>
                <a:lnTo>
                  <a:pt x="543863" y="123279"/>
                </a:lnTo>
                <a:lnTo>
                  <a:pt x="568351" y="162719"/>
                </a:lnTo>
                <a:lnTo>
                  <a:pt x="586612" y="205898"/>
                </a:lnTo>
                <a:lnTo>
                  <a:pt x="598025" y="252196"/>
                </a:lnTo>
                <a:lnTo>
                  <a:pt x="601967" y="300989"/>
                </a:lnTo>
                <a:lnTo>
                  <a:pt x="598025" y="349762"/>
                </a:lnTo>
                <a:lnTo>
                  <a:pt x="586612" y="396002"/>
                </a:lnTo>
                <a:lnTo>
                  <a:pt x="568351" y="439096"/>
                </a:lnTo>
                <a:lnTo>
                  <a:pt x="543863" y="478432"/>
                </a:lnTo>
                <a:lnTo>
                  <a:pt x="513770" y="513397"/>
                </a:lnTo>
                <a:lnTo>
                  <a:pt x="478693" y="543379"/>
                </a:lnTo>
                <a:lnTo>
                  <a:pt x="439253" y="567764"/>
                </a:lnTo>
                <a:lnTo>
                  <a:pt x="396073" y="585941"/>
                </a:lnTo>
                <a:lnTo>
                  <a:pt x="349774" y="597296"/>
                </a:lnTo>
                <a:lnTo>
                  <a:pt x="300977" y="601217"/>
                </a:lnTo>
                <a:lnTo>
                  <a:pt x="252186" y="597296"/>
                </a:lnTo>
                <a:lnTo>
                  <a:pt x="205891" y="585941"/>
                </a:lnTo>
                <a:lnTo>
                  <a:pt x="162714" y="567764"/>
                </a:lnTo>
                <a:lnTo>
                  <a:pt x="123276" y="543379"/>
                </a:lnTo>
                <a:lnTo>
                  <a:pt x="88199" y="513397"/>
                </a:lnTo>
                <a:lnTo>
                  <a:pt x="58106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11709" y="1695450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5">
                <a:moveTo>
                  <a:pt x="119634" y="88391"/>
                </a:moveTo>
                <a:lnTo>
                  <a:pt x="115449" y="46601"/>
                </a:lnTo>
                <a:lnTo>
                  <a:pt x="89903" y="9143"/>
                </a:lnTo>
                <a:lnTo>
                  <a:pt x="57150" y="0"/>
                </a:lnTo>
                <a:lnTo>
                  <a:pt x="46088" y="966"/>
                </a:lnTo>
                <a:lnTo>
                  <a:pt x="9001" y="25931"/>
                </a:lnTo>
                <a:lnTo>
                  <a:pt x="0" y="61721"/>
                </a:lnTo>
                <a:lnTo>
                  <a:pt x="1000" y="74283"/>
                </a:lnTo>
                <a:lnTo>
                  <a:pt x="4000" y="85629"/>
                </a:lnTo>
                <a:lnTo>
                  <a:pt x="9001" y="95690"/>
                </a:lnTo>
                <a:lnTo>
                  <a:pt x="16001" y="104393"/>
                </a:lnTo>
                <a:lnTo>
                  <a:pt x="22860" y="110782"/>
                </a:lnTo>
                <a:lnTo>
                  <a:pt x="22860" y="62483"/>
                </a:lnTo>
                <a:lnTo>
                  <a:pt x="23574" y="53197"/>
                </a:lnTo>
                <a:lnTo>
                  <a:pt x="46088" y="21240"/>
                </a:lnTo>
                <a:lnTo>
                  <a:pt x="59423" y="18364"/>
                </a:lnTo>
                <a:lnTo>
                  <a:pt x="61709" y="18442"/>
                </a:lnTo>
                <a:lnTo>
                  <a:pt x="92482" y="42957"/>
                </a:lnTo>
                <a:lnTo>
                  <a:pt x="95250" y="60197"/>
                </a:lnTo>
                <a:lnTo>
                  <a:pt x="95250" y="100573"/>
                </a:lnTo>
                <a:lnTo>
                  <a:pt x="97523" y="96773"/>
                </a:lnTo>
                <a:lnTo>
                  <a:pt x="97523" y="168352"/>
                </a:lnTo>
                <a:lnTo>
                  <a:pt x="102958" y="161924"/>
                </a:lnTo>
                <a:lnTo>
                  <a:pt x="117819" y="119348"/>
                </a:lnTo>
                <a:lnTo>
                  <a:pt x="119191" y="104691"/>
                </a:lnTo>
                <a:lnTo>
                  <a:pt x="119634" y="88391"/>
                </a:lnTo>
                <a:close/>
              </a:path>
              <a:path w="120014" h="186055">
                <a:moveTo>
                  <a:pt x="97523" y="168352"/>
                </a:moveTo>
                <a:lnTo>
                  <a:pt x="97523" y="101345"/>
                </a:lnTo>
                <a:lnTo>
                  <a:pt x="97368" y="108203"/>
                </a:lnTo>
                <a:lnTo>
                  <a:pt x="96858" y="115061"/>
                </a:lnTo>
                <a:lnTo>
                  <a:pt x="82296" y="155447"/>
                </a:lnTo>
                <a:lnTo>
                  <a:pt x="61709" y="167639"/>
                </a:lnTo>
                <a:lnTo>
                  <a:pt x="47244" y="167639"/>
                </a:lnTo>
                <a:lnTo>
                  <a:pt x="25146" y="138683"/>
                </a:lnTo>
                <a:lnTo>
                  <a:pt x="3048" y="140969"/>
                </a:lnTo>
                <a:lnTo>
                  <a:pt x="27108" y="179498"/>
                </a:lnTo>
                <a:lnTo>
                  <a:pt x="54863" y="185927"/>
                </a:lnTo>
                <a:lnTo>
                  <a:pt x="64410" y="185225"/>
                </a:lnTo>
                <a:lnTo>
                  <a:pt x="73526" y="183165"/>
                </a:lnTo>
                <a:lnTo>
                  <a:pt x="82070" y="179820"/>
                </a:lnTo>
                <a:lnTo>
                  <a:pt x="89903" y="175259"/>
                </a:lnTo>
                <a:lnTo>
                  <a:pt x="96897" y="169092"/>
                </a:lnTo>
                <a:lnTo>
                  <a:pt x="97523" y="168352"/>
                </a:lnTo>
                <a:close/>
              </a:path>
              <a:path w="120014" h="186055">
                <a:moveTo>
                  <a:pt x="95250" y="100573"/>
                </a:moveTo>
                <a:lnTo>
                  <a:pt x="95250" y="60197"/>
                </a:lnTo>
                <a:lnTo>
                  <a:pt x="94545" y="69402"/>
                </a:lnTo>
                <a:lnTo>
                  <a:pt x="92578" y="77438"/>
                </a:lnTo>
                <a:lnTo>
                  <a:pt x="59423" y="101345"/>
                </a:lnTo>
                <a:lnTo>
                  <a:pt x="52160" y="100643"/>
                </a:lnTo>
                <a:lnTo>
                  <a:pt x="23562" y="70639"/>
                </a:lnTo>
                <a:lnTo>
                  <a:pt x="22860" y="62483"/>
                </a:lnTo>
                <a:lnTo>
                  <a:pt x="22860" y="110782"/>
                </a:lnTo>
                <a:lnTo>
                  <a:pt x="54863" y="121108"/>
                </a:lnTo>
                <a:lnTo>
                  <a:pt x="60809" y="120729"/>
                </a:lnTo>
                <a:lnTo>
                  <a:pt x="92963" y="104393"/>
                </a:lnTo>
                <a:lnTo>
                  <a:pt x="95250" y="100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73875" y="150113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8" y="162719"/>
                </a:lnTo>
                <a:lnTo>
                  <a:pt x="58107" y="123279"/>
                </a:lnTo>
                <a:lnTo>
                  <a:pt x="88203" y="88201"/>
                </a:lnTo>
                <a:lnTo>
                  <a:pt x="123282" y="58107"/>
                </a:lnTo>
                <a:lnTo>
                  <a:pt x="162723" y="33617"/>
                </a:lnTo>
                <a:lnTo>
                  <a:pt x="205904" y="15355"/>
                </a:lnTo>
                <a:lnTo>
                  <a:pt x="252205" y="3942"/>
                </a:lnTo>
                <a:lnTo>
                  <a:pt x="301002" y="0"/>
                </a:lnTo>
                <a:lnTo>
                  <a:pt x="349796" y="3942"/>
                </a:lnTo>
                <a:lnTo>
                  <a:pt x="396094" y="15355"/>
                </a:lnTo>
                <a:lnTo>
                  <a:pt x="439273" y="33617"/>
                </a:lnTo>
                <a:lnTo>
                  <a:pt x="478713" y="58107"/>
                </a:lnTo>
                <a:lnTo>
                  <a:pt x="513791" y="88201"/>
                </a:lnTo>
                <a:lnTo>
                  <a:pt x="543885" y="123279"/>
                </a:lnTo>
                <a:lnTo>
                  <a:pt x="568374" y="162719"/>
                </a:lnTo>
                <a:lnTo>
                  <a:pt x="586636" y="205898"/>
                </a:lnTo>
                <a:lnTo>
                  <a:pt x="598050" y="252196"/>
                </a:lnTo>
                <a:lnTo>
                  <a:pt x="601992" y="300989"/>
                </a:lnTo>
                <a:lnTo>
                  <a:pt x="598050" y="349762"/>
                </a:lnTo>
                <a:lnTo>
                  <a:pt x="586636" y="396002"/>
                </a:lnTo>
                <a:lnTo>
                  <a:pt x="568374" y="439096"/>
                </a:lnTo>
                <a:lnTo>
                  <a:pt x="543885" y="478432"/>
                </a:lnTo>
                <a:lnTo>
                  <a:pt x="513791" y="513397"/>
                </a:lnTo>
                <a:lnTo>
                  <a:pt x="478713" y="543379"/>
                </a:lnTo>
                <a:lnTo>
                  <a:pt x="439273" y="567764"/>
                </a:lnTo>
                <a:lnTo>
                  <a:pt x="396094" y="585941"/>
                </a:lnTo>
                <a:lnTo>
                  <a:pt x="349796" y="597296"/>
                </a:lnTo>
                <a:lnTo>
                  <a:pt x="301002" y="601217"/>
                </a:lnTo>
                <a:lnTo>
                  <a:pt x="252205" y="597296"/>
                </a:lnTo>
                <a:lnTo>
                  <a:pt x="205904" y="585941"/>
                </a:lnTo>
                <a:lnTo>
                  <a:pt x="162723" y="567764"/>
                </a:lnTo>
                <a:lnTo>
                  <a:pt x="123282" y="543379"/>
                </a:lnTo>
                <a:lnTo>
                  <a:pt x="88203" y="513397"/>
                </a:lnTo>
                <a:lnTo>
                  <a:pt x="58107" y="478432"/>
                </a:lnTo>
                <a:lnTo>
                  <a:pt x="33618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0577" y="1695450"/>
            <a:ext cx="243840" cy="186055"/>
          </a:xfrm>
          <a:custGeom>
            <a:avLst/>
            <a:gdLst/>
            <a:ahLst/>
            <a:cxnLst/>
            <a:rect l="l" t="t" r="r" b="b"/>
            <a:pathLst>
              <a:path w="243840" h="186055">
                <a:moveTo>
                  <a:pt x="67043" y="182879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5845"/>
                </a:lnTo>
                <a:lnTo>
                  <a:pt x="44945" y="11915"/>
                </a:lnTo>
                <a:lnTo>
                  <a:pt x="9296" y="40993"/>
                </a:lnTo>
                <a:lnTo>
                  <a:pt x="0" y="45719"/>
                </a:lnTo>
                <a:lnTo>
                  <a:pt x="0" y="67055"/>
                </a:lnTo>
                <a:lnTo>
                  <a:pt x="35710" y="48005"/>
                </a:lnTo>
                <a:lnTo>
                  <a:pt x="44945" y="40385"/>
                </a:lnTo>
                <a:lnTo>
                  <a:pt x="44945" y="182879"/>
                </a:lnTo>
                <a:lnTo>
                  <a:pt x="67043" y="182879"/>
                </a:lnTo>
                <a:close/>
              </a:path>
              <a:path w="243840" h="186055">
                <a:moveTo>
                  <a:pt x="220218" y="174484"/>
                </a:moveTo>
                <a:lnTo>
                  <a:pt x="220218" y="129539"/>
                </a:lnTo>
                <a:lnTo>
                  <a:pt x="219513" y="137255"/>
                </a:lnTo>
                <a:lnTo>
                  <a:pt x="217450" y="144398"/>
                </a:lnTo>
                <a:lnTo>
                  <a:pt x="182879" y="167639"/>
                </a:lnTo>
                <a:lnTo>
                  <a:pt x="173723" y="167639"/>
                </a:lnTo>
                <a:lnTo>
                  <a:pt x="147065" y="131825"/>
                </a:lnTo>
                <a:lnTo>
                  <a:pt x="124968" y="134873"/>
                </a:lnTo>
                <a:lnTo>
                  <a:pt x="142494" y="171449"/>
                </a:lnTo>
                <a:lnTo>
                  <a:pt x="182118" y="185870"/>
                </a:lnTo>
                <a:lnTo>
                  <a:pt x="184403" y="185805"/>
                </a:lnTo>
                <a:lnTo>
                  <a:pt x="195457" y="184915"/>
                </a:lnTo>
                <a:lnTo>
                  <a:pt x="206968" y="181832"/>
                </a:lnTo>
                <a:lnTo>
                  <a:pt x="217484" y="176605"/>
                </a:lnTo>
                <a:lnTo>
                  <a:pt x="220218" y="174484"/>
                </a:lnTo>
                <a:close/>
              </a:path>
              <a:path w="243840" h="186055">
                <a:moveTo>
                  <a:pt x="235445" y="54863"/>
                </a:moveTo>
                <a:lnTo>
                  <a:pt x="235445" y="38861"/>
                </a:lnTo>
                <a:lnTo>
                  <a:pt x="233159" y="31241"/>
                </a:lnTo>
                <a:lnTo>
                  <a:pt x="203118" y="3536"/>
                </a:lnTo>
                <a:lnTo>
                  <a:pt x="180594" y="106"/>
                </a:lnTo>
                <a:lnTo>
                  <a:pt x="171686" y="726"/>
                </a:lnTo>
                <a:lnTo>
                  <a:pt x="133535" y="27146"/>
                </a:lnTo>
                <a:lnTo>
                  <a:pt x="127253" y="47243"/>
                </a:lnTo>
                <a:lnTo>
                  <a:pt x="149351" y="51053"/>
                </a:lnTo>
                <a:lnTo>
                  <a:pt x="150921" y="43493"/>
                </a:lnTo>
                <a:lnTo>
                  <a:pt x="153346" y="36861"/>
                </a:lnTo>
                <a:lnTo>
                  <a:pt x="156627" y="31230"/>
                </a:lnTo>
                <a:lnTo>
                  <a:pt x="160769" y="26669"/>
                </a:lnTo>
                <a:lnTo>
                  <a:pt x="166115" y="21335"/>
                </a:lnTo>
                <a:lnTo>
                  <a:pt x="173723" y="18287"/>
                </a:lnTo>
                <a:lnTo>
                  <a:pt x="191249" y="18287"/>
                </a:lnTo>
                <a:lnTo>
                  <a:pt x="198120" y="21335"/>
                </a:lnTo>
                <a:lnTo>
                  <a:pt x="204215" y="26669"/>
                </a:lnTo>
                <a:lnTo>
                  <a:pt x="209550" y="32003"/>
                </a:lnTo>
                <a:lnTo>
                  <a:pt x="211823" y="38861"/>
                </a:lnTo>
                <a:lnTo>
                  <a:pt x="211823" y="83128"/>
                </a:lnTo>
                <a:lnTo>
                  <a:pt x="218694" y="80009"/>
                </a:lnTo>
                <a:lnTo>
                  <a:pt x="224789" y="75437"/>
                </a:lnTo>
                <a:lnTo>
                  <a:pt x="228600" y="68579"/>
                </a:lnTo>
                <a:lnTo>
                  <a:pt x="233159" y="62483"/>
                </a:lnTo>
                <a:lnTo>
                  <a:pt x="235445" y="54863"/>
                </a:lnTo>
                <a:close/>
              </a:path>
              <a:path w="243840" h="186055">
                <a:moveTo>
                  <a:pt x="211823" y="83128"/>
                </a:moveTo>
                <a:lnTo>
                  <a:pt x="211823" y="46481"/>
                </a:lnTo>
                <a:lnTo>
                  <a:pt x="211110" y="53923"/>
                </a:lnTo>
                <a:lnTo>
                  <a:pt x="208970" y="60293"/>
                </a:lnTo>
                <a:lnTo>
                  <a:pt x="175247" y="76961"/>
                </a:lnTo>
                <a:lnTo>
                  <a:pt x="171450" y="76961"/>
                </a:lnTo>
                <a:lnTo>
                  <a:pt x="169163" y="96773"/>
                </a:lnTo>
                <a:lnTo>
                  <a:pt x="175247" y="95249"/>
                </a:lnTo>
                <a:lnTo>
                  <a:pt x="180594" y="94487"/>
                </a:lnTo>
                <a:lnTo>
                  <a:pt x="184403" y="94487"/>
                </a:lnTo>
                <a:lnTo>
                  <a:pt x="191982" y="95071"/>
                </a:lnTo>
                <a:lnTo>
                  <a:pt x="198780" y="96869"/>
                </a:lnTo>
                <a:lnTo>
                  <a:pt x="204863" y="99952"/>
                </a:lnTo>
                <a:lnTo>
                  <a:pt x="210299" y="104393"/>
                </a:lnTo>
                <a:lnTo>
                  <a:pt x="210299" y="83819"/>
                </a:lnTo>
                <a:lnTo>
                  <a:pt x="211823" y="83128"/>
                </a:lnTo>
                <a:close/>
              </a:path>
              <a:path w="243840" h="186055">
                <a:moveTo>
                  <a:pt x="243839" y="128777"/>
                </a:moveTo>
                <a:lnTo>
                  <a:pt x="224591" y="90106"/>
                </a:lnTo>
                <a:lnTo>
                  <a:pt x="210299" y="83819"/>
                </a:lnTo>
                <a:lnTo>
                  <a:pt x="210299" y="104393"/>
                </a:lnTo>
                <a:lnTo>
                  <a:pt x="214747" y="109501"/>
                </a:lnTo>
                <a:lnTo>
                  <a:pt x="217835" y="115538"/>
                </a:lnTo>
                <a:lnTo>
                  <a:pt x="219634" y="122289"/>
                </a:lnTo>
                <a:lnTo>
                  <a:pt x="220218" y="129539"/>
                </a:lnTo>
                <a:lnTo>
                  <a:pt x="220218" y="174484"/>
                </a:lnTo>
                <a:lnTo>
                  <a:pt x="227075" y="169163"/>
                </a:lnTo>
                <a:lnTo>
                  <a:pt x="234512" y="160603"/>
                </a:lnTo>
                <a:lnTo>
                  <a:pt x="239739" y="150971"/>
                </a:lnTo>
                <a:lnTo>
                  <a:pt x="242826" y="140338"/>
                </a:lnTo>
                <a:lnTo>
                  <a:pt x="243839" y="128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76095" y="150113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1" y="3942"/>
                </a:lnTo>
                <a:lnTo>
                  <a:pt x="396068" y="15355"/>
                </a:lnTo>
                <a:lnTo>
                  <a:pt x="439248" y="33617"/>
                </a:lnTo>
                <a:lnTo>
                  <a:pt x="478687" y="58107"/>
                </a:lnTo>
                <a:lnTo>
                  <a:pt x="513765" y="88201"/>
                </a:lnTo>
                <a:lnTo>
                  <a:pt x="543860" y="123279"/>
                </a:lnTo>
                <a:lnTo>
                  <a:pt x="568349" y="162719"/>
                </a:lnTo>
                <a:lnTo>
                  <a:pt x="586611" y="205898"/>
                </a:lnTo>
                <a:lnTo>
                  <a:pt x="598024" y="252196"/>
                </a:lnTo>
                <a:lnTo>
                  <a:pt x="601967" y="300990"/>
                </a:lnTo>
                <a:lnTo>
                  <a:pt x="598024" y="349762"/>
                </a:lnTo>
                <a:lnTo>
                  <a:pt x="586611" y="396002"/>
                </a:lnTo>
                <a:lnTo>
                  <a:pt x="568349" y="439096"/>
                </a:lnTo>
                <a:lnTo>
                  <a:pt x="543860" y="478432"/>
                </a:lnTo>
                <a:lnTo>
                  <a:pt x="513765" y="513397"/>
                </a:lnTo>
                <a:lnTo>
                  <a:pt x="478687" y="543379"/>
                </a:lnTo>
                <a:lnTo>
                  <a:pt x="439248" y="567764"/>
                </a:lnTo>
                <a:lnTo>
                  <a:pt x="396068" y="585941"/>
                </a:lnTo>
                <a:lnTo>
                  <a:pt x="349771" y="597296"/>
                </a:lnTo>
                <a:lnTo>
                  <a:pt x="300977" y="601218"/>
                </a:lnTo>
                <a:lnTo>
                  <a:pt x="252186" y="597296"/>
                </a:lnTo>
                <a:lnTo>
                  <a:pt x="205891" y="585941"/>
                </a:lnTo>
                <a:lnTo>
                  <a:pt x="162714" y="567764"/>
                </a:lnTo>
                <a:lnTo>
                  <a:pt x="123276" y="543379"/>
                </a:lnTo>
                <a:lnTo>
                  <a:pt x="88199" y="513397"/>
                </a:lnTo>
                <a:lnTo>
                  <a:pt x="58106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42974" y="1695450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5">
                <a:moveTo>
                  <a:pt x="97523" y="98489"/>
                </a:moveTo>
                <a:lnTo>
                  <a:pt x="97523" y="50291"/>
                </a:lnTo>
                <a:lnTo>
                  <a:pt x="96928" y="56602"/>
                </a:lnTo>
                <a:lnTo>
                  <a:pt x="95048" y="63055"/>
                </a:lnTo>
                <a:lnTo>
                  <a:pt x="71908" y="93535"/>
                </a:lnTo>
                <a:lnTo>
                  <a:pt x="38094" y="123110"/>
                </a:lnTo>
                <a:lnTo>
                  <a:pt x="30092" y="130111"/>
                </a:lnTo>
                <a:lnTo>
                  <a:pt x="5631" y="161365"/>
                </a:lnTo>
                <a:lnTo>
                  <a:pt x="3048" y="167639"/>
                </a:lnTo>
                <a:lnTo>
                  <a:pt x="749" y="172211"/>
                </a:lnTo>
                <a:lnTo>
                  <a:pt x="0" y="177545"/>
                </a:lnTo>
                <a:lnTo>
                  <a:pt x="0" y="182879"/>
                </a:lnTo>
                <a:lnTo>
                  <a:pt x="31241" y="182879"/>
                </a:lnTo>
                <a:lnTo>
                  <a:pt x="31241" y="161543"/>
                </a:lnTo>
                <a:lnTo>
                  <a:pt x="33515" y="156971"/>
                </a:lnTo>
                <a:lnTo>
                  <a:pt x="67055" y="126491"/>
                </a:lnTo>
                <a:lnTo>
                  <a:pt x="78198" y="116776"/>
                </a:lnTo>
                <a:lnTo>
                  <a:pt x="87625" y="108203"/>
                </a:lnTo>
                <a:lnTo>
                  <a:pt x="95339" y="100774"/>
                </a:lnTo>
                <a:lnTo>
                  <a:pt x="97523" y="98489"/>
                </a:lnTo>
                <a:close/>
              </a:path>
              <a:path w="264159" h="186055">
                <a:moveTo>
                  <a:pt x="120395" y="57911"/>
                </a:moveTo>
                <a:lnTo>
                  <a:pt x="120395" y="50291"/>
                </a:lnTo>
                <a:lnTo>
                  <a:pt x="119514" y="39981"/>
                </a:lnTo>
                <a:lnTo>
                  <a:pt x="97012" y="8036"/>
                </a:lnTo>
                <a:lnTo>
                  <a:pt x="64007" y="0"/>
                </a:lnTo>
                <a:lnTo>
                  <a:pt x="51564" y="857"/>
                </a:lnTo>
                <a:lnTo>
                  <a:pt x="15394" y="20966"/>
                </a:lnTo>
                <a:lnTo>
                  <a:pt x="4572" y="52577"/>
                </a:lnTo>
                <a:lnTo>
                  <a:pt x="27431" y="54863"/>
                </a:lnTo>
                <a:lnTo>
                  <a:pt x="28122" y="46732"/>
                </a:lnTo>
                <a:lnTo>
                  <a:pt x="30097" y="39528"/>
                </a:lnTo>
                <a:lnTo>
                  <a:pt x="63245" y="18287"/>
                </a:lnTo>
                <a:lnTo>
                  <a:pt x="70384" y="18859"/>
                </a:lnTo>
                <a:lnTo>
                  <a:pt x="97523" y="41147"/>
                </a:lnTo>
                <a:lnTo>
                  <a:pt x="97523" y="98489"/>
                </a:lnTo>
                <a:lnTo>
                  <a:pt x="101345" y="94487"/>
                </a:lnTo>
                <a:lnTo>
                  <a:pt x="118872" y="64769"/>
                </a:lnTo>
                <a:lnTo>
                  <a:pt x="120395" y="57911"/>
                </a:lnTo>
                <a:close/>
              </a:path>
              <a:path w="264159" h="186055">
                <a:moveTo>
                  <a:pt x="121157" y="182879"/>
                </a:moveTo>
                <a:lnTo>
                  <a:pt x="121157" y="161543"/>
                </a:lnTo>
                <a:lnTo>
                  <a:pt x="31241" y="161543"/>
                </a:lnTo>
                <a:lnTo>
                  <a:pt x="31241" y="182879"/>
                </a:lnTo>
                <a:lnTo>
                  <a:pt x="121157" y="182879"/>
                </a:lnTo>
                <a:close/>
              </a:path>
              <a:path w="264159" h="186055">
                <a:moveTo>
                  <a:pt x="263639" y="92963"/>
                </a:moveTo>
                <a:lnTo>
                  <a:pt x="259841" y="50291"/>
                </a:lnTo>
                <a:lnTo>
                  <a:pt x="243827" y="15239"/>
                </a:lnTo>
                <a:lnTo>
                  <a:pt x="204203" y="0"/>
                </a:lnTo>
                <a:lnTo>
                  <a:pt x="194799" y="702"/>
                </a:lnTo>
                <a:lnTo>
                  <a:pt x="159823" y="23621"/>
                </a:lnTo>
                <a:lnTo>
                  <a:pt x="146488" y="63912"/>
                </a:lnTo>
                <a:lnTo>
                  <a:pt x="144779" y="92963"/>
                </a:lnTo>
                <a:lnTo>
                  <a:pt x="145921" y="116836"/>
                </a:lnTo>
                <a:lnTo>
                  <a:pt x="149347" y="137064"/>
                </a:lnTo>
                <a:lnTo>
                  <a:pt x="155061" y="153721"/>
                </a:lnTo>
                <a:lnTo>
                  <a:pt x="163067" y="166877"/>
                </a:lnTo>
                <a:lnTo>
                  <a:pt x="167627" y="171605"/>
                </a:lnTo>
                <a:lnTo>
                  <a:pt x="167627" y="92963"/>
                </a:lnTo>
                <a:lnTo>
                  <a:pt x="168343" y="72389"/>
                </a:lnTo>
                <a:lnTo>
                  <a:pt x="179069" y="31241"/>
                </a:lnTo>
                <a:lnTo>
                  <a:pt x="204203" y="18287"/>
                </a:lnTo>
                <a:lnTo>
                  <a:pt x="211793" y="19276"/>
                </a:lnTo>
                <a:lnTo>
                  <a:pt x="238029" y="55816"/>
                </a:lnTo>
                <a:lnTo>
                  <a:pt x="240791" y="92963"/>
                </a:lnTo>
                <a:lnTo>
                  <a:pt x="240791" y="172288"/>
                </a:lnTo>
                <a:lnTo>
                  <a:pt x="243727" y="169425"/>
                </a:lnTo>
                <a:lnTo>
                  <a:pt x="260108" y="134219"/>
                </a:lnTo>
                <a:lnTo>
                  <a:pt x="263222" y="108239"/>
                </a:lnTo>
                <a:lnTo>
                  <a:pt x="263639" y="92963"/>
                </a:lnTo>
                <a:close/>
              </a:path>
              <a:path w="264159" h="186055">
                <a:moveTo>
                  <a:pt x="240791" y="172288"/>
                </a:moveTo>
                <a:lnTo>
                  <a:pt x="240791" y="92963"/>
                </a:lnTo>
                <a:lnTo>
                  <a:pt x="240089" y="113395"/>
                </a:lnTo>
                <a:lnTo>
                  <a:pt x="238029" y="130111"/>
                </a:lnTo>
                <a:lnTo>
                  <a:pt x="218592" y="163734"/>
                </a:lnTo>
                <a:lnTo>
                  <a:pt x="204203" y="167639"/>
                </a:lnTo>
                <a:lnTo>
                  <a:pt x="196940" y="166651"/>
                </a:lnTo>
                <a:lnTo>
                  <a:pt x="170395" y="130111"/>
                </a:lnTo>
                <a:lnTo>
                  <a:pt x="167627" y="92963"/>
                </a:lnTo>
                <a:lnTo>
                  <a:pt x="167627" y="171605"/>
                </a:lnTo>
                <a:lnTo>
                  <a:pt x="171209" y="175319"/>
                </a:lnTo>
                <a:lnTo>
                  <a:pt x="180778" y="181260"/>
                </a:lnTo>
                <a:lnTo>
                  <a:pt x="191775" y="184773"/>
                </a:lnTo>
                <a:lnTo>
                  <a:pt x="204203" y="185927"/>
                </a:lnTo>
                <a:lnTo>
                  <a:pt x="213949" y="185225"/>
                </a:lnTo>
                <a:lnTo>
                  <a:pt x="222692" y="183165"/>
                </a:lnTo>
                <a:lnTo>
                  <a:pt x="230576" y="179820"/>
                </a:lnTo>
                <a:lnTo>
                  <a:pt x="237743" y="175259"/>
                </a:lnTo>
                <a:lnTo>
                  <a:pt x="240791" y="172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55355" y="1693231"/>
            <a:ext cx="524510" cy="188595"/>
          </a:xfrm>
          <a:custGeom>
            <a:avLst/>
            <a:gdLst/>
            <a:ahLst/>
            <a:cxnLst/>
            <a:rect l="l" t="t" r="r" b="b"/>
            <a:pathLst>
              <a:path w="524510" h="188594">
                <a:moveTo>
                  <a:pt x="121919" y="175858"/>
                </a:moveTo>
                <a:lnTo>
                  <a:pt x="121919" y="140902"/>
                </a:lnTo>
                <a:lnTo>
                  <a:pt x="120395" y="146236"/>
                </a:lnTo>
                <a:lnTo>
                  <a:pt x="116585" y="151570"/>
                </a:lnTo>
                <a:lnTo>
                  <a:pt x="113537" y="156142"/>
                </a:lnTo>
                <a:lnTo>
                  <a:pt x="108203" y="159952"/>
                </a:lnTo>
                <a:lnTo>
                  <a:pt x="100583" y="162238"/>
                </a:lnTo>
                <a:lnTo>
                  <a:pt x="93725" y="165286"/>
                </a:lnTo>
                <a:lnTo>
                  <a:pt x="85343" y="166810"/>
                </a:lnTo>
                <a:lnTo>
                  <a:pt x="76200" y="166810"/>
                </a:lnTo>
                <a:lnTo>
                  <a:pt x="34289" y="153094"/>
                </a:lnTo>
                <a:lnTo>
                  <a:pt x="30480" y="146998"/>
                </a:lnTo>
                <a:lnTo>
                  <a:pt x="25907" y="140902"/>
                </a:lnTo>
                <a:lnTo>
                  <a:pt x="23621" y="134044"/>
                </a:lnTo>
                <a:lnTo>
                  <a:pt x="22859" y="124900"/>
                </a:lnTo>
                <a:lnTo>
                  <a:pt x="0" y="126424"/>
                </a:lnTo>
                <a:lnTo>
                  <a:pt x="15025" y="166072"/>
                </a:lnTo>
                <a:lnTo>
                  <a:pt x="54768" y="186432"/>
                </a:lnTo>
                <a:lnTo>
                  <a:pt x="76200" y="188092"/>
                </a:lnTo>
                <a:lnTo>
                  <a:pt x="80855" y="188004"/>
                </a:lnTo>
                <a:lnTo>
                  <a:pt x="120217" y="177109"/>
                </a:lnTo>
                <a:lnTo>
                  <a:pt x="121919" y="175858"/>
                </a:lnTo>
                <a:close/>
              </a:path>
              <a:path w="524510" h="188594">
                <a:moveTo>
                  <a:pt x="139445" y="54034"/>
                </a:moveTo>
                <a:lnTo>
                  <a:pt x="120491" y="14220"/>
                </a:lnTo>
                <a:lnTo>
                  <a:pt x="80855" y="349"/>
                </a:lnTo>
                <a:lnTo>
                  <a:pt x="68913" y="0"/>
                </a:lnTo>
                <a:lnTo>
                  <a:pt x="61817" y="249"/>
                </a:lnTo>
                <a:lnTo>
                  <a:pt x="24193" y="13458"/>
                </a:lnTo>
                <a:lnTo>
                  <a:pt x="6857" y="50224"/>
                </a:lnTo>
                <a:lnTo>
                  <a:pt x="6857" y="58606"/>
                </a:lnTo>
                <a:lnTo>
                  <a:pt x="29718" y="88060"/>
                </a:lnTo>
                <a:lnTo>
                  <a:pt x="29718" y="41080"/>
                </a:lnTo>
                <a:lnTo>
                  <a:pt x="33527" y="34222"/>
                </a:lnTo>
                <a:lnTo>
                  <a:pt x="70865" y="21332"/>
                </a:lnTo>
                <a:lnTo>
                  <a:pt x="73913" y="21356"/>
                </a:lnTo>
                <a:lnTo>
                  <a:pt x="112394" y="40604"/>
                </a:lnTo>
                <a:lnTo>
                  <a:pt x="116585" y="55558"/>
                </a:lnTo>
                <a:lnTo>
                  <a:pt x="139445" y="54034"/>
                </a:lnTo>
                <a:close/>
              </a:path>
              <a:path w="524510" h="188594">
                <a:moveTo>
                  <a:pt x="144780" y="133282"/>
                </a:moveTo>
                <a:lnTo>
                  <a:pt x="127730" y="97373"/>
                </a:lnTo>
                <a:lnTo>
                  <a:pt x="87165" y="80936"/>
                </a:lnTo>
                <a:lnTo>
                  <a:pt x="73913" y="77656"/>
                </a:lnTo>
                <a:lnTo>
                  <a:pt x="60483" y="74239"/>
                </a:lnTo>
                <a:lnTo>
                  <a:pt x="29718" y="54796"/>
                </a:lnTo>
                <a:lnTo>
                  <a:pt x="29718" y="88060"/>
                </a:lnTo>
                <a:lnTo>
                  <a:pt x="67818" y="101278"/>
                </a:lnTo>
                <a:lnTo>
                  <a:pt x="79259" y="103981"/>
                </a:lnTo>
                <a:lnTo>
                  <a:pt x="88487" y="106327"/>
                </a:lnTo>
                <a:lnTo>
                  <a:pt x="116585" y="120328"/>
                </a:lnTo>
                <a:lnTo>
                  <a:pt x="120395" y="124900"/>
                </a:lnTo>
                <a:lnTo>
                  <a:pt x="121919" y="130234"/>
                </a:lnTo>
                <a:lnTo>
                  <a:pt x="121919" y="175858"/>
                </a:lnTo>
                <a:lnTo>
                  <a:pt x="126587" y="172430"/>
                </a:lnTo>
                <a:lnTo>
                  <a:pt x="144327" y="140569"/>
                </a:lnTo>
                <a:lnTo>
                  <a:pt x="144780" y="133282"/>
                </a:lnTo>
                <a:close/>
              </a:path>
              <a:path w="524510" h="188594">
                <a:moveTo>
                  <a:pt x="179069" y="70798"/>
                </a:moveTo>
                <a:lnTo>
                  <a:pt x="179069" y="53272"/>
                </a:lnTo>
                <a:lnTo>
                  <a:pt x="163068" y="53272"/>
                </a:lnTo>
                <a:lnTo>
                  <a:pt x="163068" y="70798"/>
                </a:lnTo>
                <a:lnTo>
                  <a:pt x="179069" y="70798"/>
                </a:lnTo>
                <a:close/>
              </a:path>
              <a:path w="524510" h="188594">
                <a:moveTo>
                  <a:pt x="227075" y="185098"/>
                </a:moveTo>
                <a:lnTo>
                  <a:pt x="224027" y="165286"/>
                </a:lnTo>
                <a:lnTo>
                  <a:pt x="220218" y="166048"/>
                </a:lnTo>
                <a:lnTo>
                  <a:pt x="211074" y="166048"/>
                </a:lnTo>
                <a:lnTo>
                  <a:pt x="201168" y="153856"/>
                </a:lnTo>
                <a:lnTo>
                  <a:pt x="201168" y="6790"/>
                </a:lnTo>
                <a:lnTo>
                  <a:pt x="179069" y="20506"/>
                </a:lnTo>
                <a:lnTo>
                  <a:pt x="179069" y="146236"/>
                </a:lnTo>
                <a:lnTo>
                  <a:pt x="179224" y="155547"/>
                </a:lnTo>
                <a:lnTo>
                  <a:pt x="191262" y="182812"/>
                </a:lnTo>
                <a:lnTo>
                  <a:pt x="195833" y="185860"/>
                </a:lnTo>
                <a:lnTo>
                  <a:pt x="201168" y="186527"/>
                </a:lnTo>
                <a:lnTo>
                  <a:pt x="215645" y="186622"/>
                </a:lnTo>
                <a:lnTo>
                  <a:pt x="220980" y="185860"/>
                </a:lnTo>
                <a:lnTo>
                  <a:pt x="227075" y="185098"/>
                </a:lnTo>
                <a:close/>
              </a:path>
              <a:path w="524510" h="188594">
                <a:moveTo>
                  <a:pt x="224027" y="70798"/>
                </a:moveTo>
                <a:lnTo>
                  <a:pt x="224027" y="53272"/>
                </a:lnTo>
                <a:lnTo>
                  <a:pt x="201168" y="53272"/>
                </a:lnTo>
                <a:lnTo>
                  <a:pt x="201168" y="70798"/>
                </a:lnTo>
                <a:lnTo>
                  <a:pt x="224027" y="70798"/>
                </a:lnTo>
                <a:close/>
              </a:path>
              <a:path w="524510" h="188594">
                <a:moveTo>
                  <a:pt x="330707" y="170244"/>
                </a:moveTo>
                <a:lnTo>
                  <a:pt x="330707" y="98230"/>
                </a:lnTo>
                <a:lnTo>
                  <a:pt x="329945" y="101278"/>
                </a:lnTo>
                <a:lnTo>
                  <a:pt x="322790" y="103433"/>
                </a:lnTo>
                <a:lnTo>
                  <a:pt x="313848" y="105374"/>
                </a:lnTo>
                <a:lnTo>
                  <a:pt x="303049" y="107172"/>
                </a:lnTo>
                <a:lnTo>
                  <a:pt x="290321" y="108898"/>
                </a:lnTo>
                <a:lnTo>
                  <a:pt x="281177" y="110422"/>
                </a:lnTo>
                <a:lnTo>
                  <a:pt x="275081" y="111184"/>
                </a:lnTo>
                <a:lnTo>
                  <a:pt x="270509" y="112708"/>
                </a:lnTo>
                <a:lnTo>
                  <a:pt x="264413" y="114232"/>
                </a:lnTo>
                <a:lnTo>
                  <a:pt x="259080" y="116518"/>
                </a:lnTo>
                <a:lnTo>
                  <a:pt x="254507" y="119566"/>
                </a:lnTo>
                <a:lnTo>
                  <a:pt x="249174" y="122614"/>
                </a:lnTo>
                <a:lnTo>
                  <a:pt x="245363" y="127186"/>
                </a:lnTo>
                <a:lnTo>
                  <a:pt x="243077" y="132520"/>
                </a:lnTo>
                <a:lnTo>
                  <a:pt x="240030" y="137854"/>
                </a:lnTo>
                <a:lnTo>
                  <a:pt x="238506" y="143950"/>
                </a:lnTo>
                <a:lnTo>
                  <a:pt x="238506" y="150046"/>
                </a:lnTo>
                <a:lnTo>
                  <a:pt x="262127" y="184523"/>
                </a:lnTo>
                <a:lnTo>
                  <a:pt x="262127" y="145474"/>
                </a:lnTo>
                <a:lnTo>
                  <a:pt x="262889" y="142426"/>
                </a:lnTo>
                <a:lnTo>
                  <a:pt x="265175" y="139378"/>
                </a:lnTo>
                <a:lnTo>
                  <a:pt x="267462" y="135568"/>
                </a:lnTo>
                <a:lnTo>
                  <a:pt x="270509" y="133282"/>
                </a:lnTo>
                <a:lnTo>
                  <a:pt x="278130" y="130234"/>
                </a:lnTo>
                <a:lnTo>
                  <a:pt x="284225" y="128710"/>
                </a:lnTo>
                <a:lnTo>
                  <a:pt x="293465" y="127171"/>
                </a:lnTo>
                <a:lnTo>
                  <a:pt x="305085" y="125341"/>
                </a:lnTo>
                <a:lnTo>
                  <a:pt x="315087" y="123281"/>
                </a:lnTo>
                <a:lnTo>
                  <a:pt x="323373" y="121078"/>
                </a:lnTo>
                <a:lnTo>
                  <a:pt x="329945" y="118804"/>
                </a:lnTo>
                <a:lnTo>
                  <a:pt x="329945" y="170818"/>
                </a:lnTo>
                <a:lnTo>
                  <a:pt x="330707" y="170244"/>
                </a:lnTo>
                <a:close/>
              </a:path>
              <a:path w="524510" h="188594">
                <a:moveTo>
                  <a:pt x="359663" y="185098"/>
                </a:moveTo>
                <a:lnTo>
                  <a:pt x="352936" y="143915"/>
                </a:lnTo>
                <a:lnTo>
                  <a:pt x="352806" y="129472"/>
                </a:lnTo>
                <a:lnTo>
                  <a:pt x="352806" y="82990"/>
                </a:lnTo>
                <a:lnTo>
                  <a:pt x="352044" y="79180"/>
                </a:lnTo>
                <a:lnTo>
                  <a:pt x="350519" y="73084"/>
                </a:lnTo>
                <a:lnTo>
                  <a:pt x="348233" y="67750"/>
                </a:lnTo>
                <a:lnTo>
                  <a:pt x="344424" y="63940"/>
                </a:lnTo>
                <a:lnTo>
                  <a:pt x="341375" y="60130"/>
                </a:lnTo>
                <a:lnTo>
                  <a:pt x="300227" y="50277"/>
                </a:lnTo>
                <a:lnTo>
                  <a:pt x="293465" y="50510"/>
                </a:lnTo>
                <a:lnTo>
                  <a:pt x="256794" y="62416"/>
                </a:lnTo>
                <a:lnTo>
                  <a:pt x="242315" y="90610"/>
                </a:lnTo>
                <a:lnTo>
                  <a:pt x="264413" y="93658"/>
                </a:lnTo>
                <a:lnTo>
                  <a:pt x="266700" y="84514"/>
                </a:lnTo>
                <a:lnTo>
                  <a:pt x="270509" y="77656"/>
                </a:lnTo>
                <a:lnTo>
                  <a:pt x="275081" y="73846"/>
                </a:lnTo>
                <a:lnTo>
                  <a:pt x="280415" y="70798"/>
                </a:lnTo>
                <a:lnTo>
                  <a:pt x="288035" y="68512"/>
                </a:lnTo>
                <a:lnTo>
                  <a:pt x="300227" y="68596"/>
                </a:lnTo>
                <a:lnTo>
                  <a:pt x="330707" y="86038"/>
                </a:lnTo>
                <a:lnTo>
                  <a:pt x="330707" y="170244"/>
                </a:lnTo>
                <a:lnTo>
                  <a:pt x="332231" y="169096"/>
                </a:lnTo>
                <a:lnTo>
                  <a:pt x="332994" y="175192"/>
                </a:lnTo>
                <a:lnTo>
                  <a:pt x="334518" y="180526"/>
                </a:lnTo>
                <a:lnTo>
                  <a:pt x="336803" y="185098"/>
                </a:lnTo>
                <a:lnTo>
                  <a:pt x="359663" y="185098"/>
                </a:lnTo>
                <a:close/>
              </a:path>
              <a:path w="524510" h="188594">
                <a:moveTo>
                  <a:pt x="329945" y="170818"/>
                </a:moveTo>
                <a:lnTo>
                  <a:pt x="329945" y="137092"/>
                </a:lnTo>
                <a:lnTo>
                  <a:pt x="329183" y="144712"/>
                </a:lnTo>
                <a:lnTo>
                  <a:pt x="326897" y="149284"/>
                </a:lnTo>
                <a:lnTo>
                  <a:pt x="323850" y="156142"/>
                </a:lnTo>
                <a:lnTo>
                  <a:pt x="318515" y="161476"/>
                </a:lnTo>
                <a:lnTo>
                  <a:pt x="311657" y="164524"/>
                </a:lnTo>
                <a:lnTo>
                  <a:pt x="304800" y="168334"/>
                </a:lnTo>
                <a:lnTo>
                  <a:pt x="297180" y="170620"/>
                </a:lnTo>
                <a:lnTo>
                  <a:pt x="280415" y="170620"/>
                </a:lnTo>
                <a:lnTo>
                  <a:pt x="273557" y="168334"/>
                </a:lnTo>
                <a:lnTo>
                  <a:pt x="264413" y="160714"/>
                </a:lnTo>
                <a:lnTo>
                  <a:pt x="262127" y="155380"/>
                </a:lnTo>
                <a:lnTo>
                  <a:pt x="262127" y="184523"/>
                </a:lnTo>
                <a:lnTo>
                  <a:pt x="264128" y="185384"/>
                </a:lnTo>
                <a:lnTo>
                  <a:pt x="273188" y="187444"/>
                </a:lnTo>
                <a:lnTo>
                  <a:pt x="283463" y="188146"/>
                </a:lnTo>
                <a:lnTo>
                  <a:pt x="292607" y="188146"/>
                </a:lnTo>
                <a:lnTo>
                  <a:pt x="325957" y="173823"/>
                </a:lnTo>
                <a:lnTo>
                  <a:pt x="329945" y="170818"/>
                </a:lnTo>
                <a:close/>
              </a:path>
              <a:path w="524510" h="188594">
                <a:moveTo>
                  <a:pt x="459485" y="57082"/>
                </a:moveTo>
                <a:lnTo>
                  <a:pt x="451103" y="52510"/>
                </a:lnTo>
                <a:lnTo>
                  <a:pt x="443483" y="50224"/>
                </a:lnTo>
                <a:lnTo>
                  <a:pt x="430530" y="50224"/>
                </a:lnTo>
                <a:lnTo>
                  <a:pt x="407669" y="73084"/>
                </a:lnTo>
                <a:lnTo>
                  <a:pt x="407669" y="53272"/>
                </a:lnTo>
                <a:lnTo>
                  <a:pt x="387095" y="53272"/>
                </a:lnTo>
                <a:lnTo>
                  <a:pt x="387095" y="185098"/>
                </a:lnTo>
                <a:lnTo>
                  <a:pt x="409956" y="185098"/>
                </a:lnTo>
                <a:lnTo>
                  <a:pt x="409956" y="115756"/>
                </a:lnTo>
                <a:lnTo>
                  <a:pt x="410122" y="108922"/>
                </a:lnTo>
                <a:lnTo>
                  <a:pt x="410718" y="102231"/>
                </a:lnTo>
                <a:lnTo>
                  <a:pt x="411884" y="95825"/>
                </a:lnTo>
                <a:lnTo>
                  <a:pt x="413765" y="89848"/>
                </a:lnTo>
                <a:lnTo>
                  <a:pt x="415289" y="84514"/>
                </a:lnTo>
                <a:lnTo>
                  <a:pt x="417575" y="80704"/>
                </a:lnTo>
                <a:lnTo>
                  <a:pt x="422147" y="77656"/>
                </a:lnTo>
                <a:lnTo>
                  <a:pt x="425957" y="74608"/>
                </a:lnTo>
                <a:lnTo>
                  <a:pt x="429768" y="73084"/>
                </a:lnTo>
                <a:lnTo>
                  <a:pt x="440435" y="73084"/>
                </a:lnTo>
                <a:lnTo>
                  <a:pt x="445769" y="74608"/>
                </a:lnTo>
                <a:lnTo>
                  <a:pt x="451103" y="78418"/>
                </a:lnTo>
                <a:lnTo>
                  <a:pt x="459485" y="57082"/>
                </a:lnTo>
                <a:close/>
              </a:path>
              <a:path w="524510" h="188594">
                <a:moveTo>
                  <a:pt x="476250" y="70798"/>
                </a:moveTo>
                <a:lnTo>
                  <a:pt x="476250" y="53272"/>
                </a:lnTo>
                <a:lnTo>
                  <a:pt x="460247" y="53272"/>
                </a:lnTo>
                <a:lnTo>
                  <a:pt x="460247" y="70798"/>
                </a:lnTo>
                <a:lnTo>
                  <a:pt x="476250" y="70798"/>
                </a:lnTo>
                <a:close/>
              </a:path>
              <a:path w="524510" h="188594">
                <a:moveTo>
                  <a:pt x="524256" y="185098"/>
                </a:moveTo>
                <a:lnTo>
                  <a:pt x="521207" y="165286"/>
                </a:lnTo>
                <a:lnTo>
                  <a:pt x="517397" y="166048"/>
                </a:lnTo>
                <a:lnTo>
                  <a:pt x="508253" y="166048"/>
                </a:lnTo>
                <a:lnTo>
                  <a:pt x="503681" y="164524"/>
                </a:lnTo>
                <a:lnTo>
                  <a:pt x="500633" y="161476"/>
                </a:lnTo>
                <a:lnTo>
                  <a:pt x="499109" y="158428"/>
                </a:lnTo>
                <a:lnTo>
                  <a:pt x="499109" y="6790"/>
                </a:lnTo>
                <a:lnTo>
                  <a:pt x="476250" y="20506"/>
                </a:lnTo>
                <a:lnTo>
                  <a:pt x="476250" y="146236"/>
                </a:lnTo>
                <a:lnTo>
                  <a:pt x="476511" y="155547"/>
                </a:lnTo>
                <a:lnTo>
                  <a:pt x="488441" y="182812"/>
                </a:lnTo>
                <a:lnTo>
                  <a:pt x="493013" y="185860"/>
                </a:lnTo>
                <a:lnTo>
                  <a:pt x="499109" y="186538"/>
                </a:lnTo>
                <a:lnTo>
                  <a:pt x="512825" y="186622"/>
                </a:lnTo>
                <a:lnTo>
                  <a:pt x="518159" y="185860"/>
                </a:lnTo>
                <a:lnTo>
                  <a:pt x="524256" y="185098"/>
                </a:lnTo>
                <a:close/>
              </a:path>
              <a:path w="524510" h="188594">
                <a:moveTo>
                  <a:pt x="521207" y="70798"/>
                </a:moveTo>
                <a:lnTo>
                  <a:pt x="521207" y="53272"/>
                </a:lnTo>
                <a:lnTo>
                  <a:pt x="499109" y="53272"/>
                </a:lnTo>
                <a:lnTo>
                  <a:pt x="499109" y="70798"/>
                </a:lnTo>
                <a:lnTo>
                  <a:pt x="521207" y="70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79065" y="150113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90"/>
                </a:moveTo>
                <a:lnTo>
                  <a:pt x="3942" y="252196"/>
                </a:lnTo>
                <a:lnTo>
                  <a:pt x="15354" y="205898"/>
                </a:lnTo>
                <a:lnTo>
                  <a:pt x="33615" y="162719"/>
                </a:lnTo>
                <a:lnTo>
                  <a:pt x="58103" y="123279"/>
                </a:lnTo>
                <a:lnTo>
                  <a:pt x="88196" y="88201"/>
                </a:lnTo>
                <a:lnTo>
                  <a:pt x="123273" y="58107"/>
                </a:lnTo>
                <a:lnTo>
                  <a:pt x="162713" y="33617"/>
                </a:lnTo>
                <a:lnTo>
                  <a:pt x="205893" y="15355"/>
                </a:lnTo>
                <a:lnTo>
                  <a:pt x="252193" y="3942"/>
                </a:lnTo>
                <a:lnTo>
                  <a:pt x="300990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80" y="300990"/>
                </a:lnTo>
                <a:lnTo>
                  <a:pt x="598037" y="349762"/>
                </a:lnTo>
                <a:lnTo>
                  <a:pt x="586624" y="396002"/>
                </a:lnTo>
                <a:lnTo>
                  <a:pt x="568362" y="439096"/>
                </a:lnTo>
                <a:lnTo>
                  <a:pt x="543872" y="478432"/>
                </a:lnTo>
                <a:lnTo>
                  <a:pt x="513778" y="513397"/>
                </a:lnTo>
                <a:lnTo>
                  <a:pt x="478700" y="543379"/>
                </a:lnTo>
                <a:lnTo>
                  <a:pt x="439260" y="567764"/>
                </a:lnTo>
                <a:lnTo>
                  <a:pt x="396081" y="585941"/>
                </a:lnTo>
                <a:lnTo>
                  <a:pt x="349783" y="597296"/>
                </a:lnTo>
                <a:lnTo>
                  <a:pt x="300990" y="601218"/>
                </a:lnTo>
                <a:lnTo>
                  <a:pt x="252193" y="597296"/>
                </a:lnTo>
                <a:lnTo>
                  <a:pt x="205893" y="585941"/>
                </a:lnTo>
                <a:lnTo>
                  <a:pt x="162713" y="567764"/>
                </a:lnTo>
                <a:lnTo>
                  <a:pt x="123273" y="543379"/>
                </a:lnTo>
                <a:lnTo>
                  <a:pt x="88196" y="513397"/>
                </a:lnTo>
                <a:lnTo>
                  <a:pt x="58103" y="478432"/>
                </a:lnTo>
                <a:lnTo>
                  <a:pt x="33615" y="439096"/>
                </a:lnTo>
                <a:lnTo>
                  <a:pt x="15354" y="396002"/>
                </a:lnTo>
                <a:lnTo>
                  <a:pt x="3942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848991" y="1695450"/>
            <a:ext cx="226060" cy="186055"/>
          </a:xfrm>
          <a:custGeom>
            <a:avLst/>
            <a:gdLst/>
            <a:ahLst/>
            <a:cxnLst/>
            <a:rect l="l" t="t" r="r" b="b"/>
            <a:pathLst>
              <a:path w="226059" h="186055">
                <a:moveTo>
                  <a:pt x="95250" y="174673"/>
                </a:moveTo>
                <a:lnTo>
                  <a:pt x="95250" y="129539"/>
                </a:lnTo>
                <a:lnTo>
                  <a:pt x="94654" y="137255"/>
                </a:lnTo>
                <a:lnTo>
                  <a:pt x="92773" y="144398"/>
                </a:lnTo>
                <a:lnTo>
                  <a:pt x="57912" y="167639"/>
                </a:lnTo>
                <a:lnTo>
                  <a:pt x="48755" y="167639"/>
                </a:lnTo>
                <a:lnTo>
                  <a:pt x="22085" y="131825"/>
                </a:lnTo>
                <a:lnTo>
                  <a:pt x="0" y="134874"/>
                </a:lnTo>
                <a:lnTo>
                  <a:pt x="18288" y="171450"/>
                </a:lnTo>
                <a:lnTo>
                  <a:pt x="57912" y="185927"/>
                </a:lnTo>
                <a:lnTo>
                  <a:pt x="70604" y="184915"/>
                </a:lnTo>
                <a:lnTo>
                  <a:pt x="82296" y="181832"/>
                </a:lnTo>
                <a:lnTo>
                  <a:pt x="92773" y="176640"/>
                </a:lnTo>
                <a:lnTo>
                  <a:pt x="92909" y="176553"/>
                </a:lnTo>
                <a:lnTo>
                  <a:pt x="95250" y="174673"/>
                </a:lnTo>
                <a:close/>
              </a:path>
              <a:path w="226059" h="186055">
                <a:moveTo>
                  <a:pt x="110490" y="54863"/>
                </a:moveTo>
                <a:lnTo>
                  <a:pt x="110490" y="38862"/>
                </a:lnTo>
                <a:lnTo>
                  <a:pt x="108204" y="31242"/>
                </a:lnTo>
                <a:lnTo>
                  <a:pt x="78152" y="3536"/>
                </a:lnTo>
                <a:lnTo>
                  <a:pt x="55625" y="106"/>
                </a:lnTo>
                <a:lnTo>
                  <a:pt x="46714" y="726"/>
                </a:lnTo>
                <a:lnTo>
                  <a:pt x="8853" y="27146"/>
                </a:lnTo>
                <a:lnTo>
                  <a:pt x="2286" y="47243"/>
                </a:lnTo>
                <a:lnTo>
                  <a:pt x="24384" y="51054"/>
                </a:lnTo>
                <a:lnTo>
                  <a:pt x="25953" y="43493"/>
                </a:lnTo>
                <a:lnTo>
                  <a:pt x="28379" y="36861"/>
                </a:lnTo>
                <a:lnTo>
                  <a:pt x="31665" y="31230"/>
                </a:lnTo>
                <a:lnTo>
                  <a:pt x="35814" y="26669"/>
                </a:lnTo>
                <a:lnTo>
                  <a:pt x="41897" y="21336"/>
                </a:lnTo>
                <a:lnTo>
                  <a:pt x="48755" y="18287"/>
                </a:lnTo>
                <a:lnTo>
                  <a:pt x="66281" y="18287"/>
                </a:lnTo>
                <a:lnTo>
                  <a:pt x="73151" y="21336"/>
                </a:lnTo>
                <a:lnTo>
                  <a:pt x="79235" y="26669"/>
                </a:lnTo>
                <a:lnTo>
                  <a:pt x="84582" y="32004"/>
                </a:lnTo>
                <a:lnTo>
                  <a:pt x="87630" y="38862"/>
                </a:lnTo>
                <a:lnTo>
                  <a:pt x="87630" y="82776"/>
                </a:lnTo>
                <a:lnTo>
                  <a:pt x="93725" y="80010"/>
                </a:lnTo>
                <a:lnTo>
                  <a:pt x="99809" y="75437"/>
                </a:lnTo>
                <a:lnTo>
                  <a:pt x="104381" y="68580"/>
                </a:lnTo>
                <a:lnTo>
                  <a:pt x="108204" y="62483"/>
                </a:lnTo>
                <a:lnTo>
                  <a:pt x="110490" y="54863"/>
                </a:lnTo>
                <a:close/>
              </a:path>
              <a:path w="226059" h="186055">
                <a:moveTo>
                  <a:pt x="87630" y="82776"/>
                </a:moveTo>
                <a:lnTo>
                  <a:pt x="87630" y="46481"/>
                </a:lnTo>
                <a:lnTo>
                  <a:pt x="86913" y="53923"/>
                </a:lnTo>
                <a:lnTo>
                  <a:pt x="84767" y="60293"/>
                </a:lnTo>
                <a:lnTo>
                  <a:pt x="50279" y="76962"/>
                </a:lnTo>
                <a:lnTo>
                  <a:pt x="46482" y="76962"/>
                </a:lnTo>
                <a:lnTo>
                  <a:pt x="44183" y="96774"/>
                </a:lnTo>
                <a:lnTo>
                  <a:pt x="50279" y="95250"/>
                </a:lnTo>
                <a:lnTo>
                  <a:pt x="55625" y="94487"/>
                </a:lnTo>
                <a:lnTo>
                  <a:pt x="60185" y="94487"/>
                </a:lnTo>
                <a:lnTo>
                  <a:pt x="67336" y="95071"/>
                </a:lnTo>
                <a:lnTo>
                  <a:pt x="73910" y="96869"/>
                </a:lnTo>
                <a:lnTo>
                  <a:pt x="79909" y="99952"/>
                </a:lnTo>
                <a:lnTo>
                  <a:pt x="85331" y="104393"/>
                </a:lnTo>
                <a:lnTo>
                  <a:pt x="85331" y="83819"/>
                </a:lnTo>
                <a:lnTo>
                  <a:pt x="87630" y="82776"/>
                </a:lnTo>
                <a:close/>
              </a:path>
              <a:path w="226059" h="186055">
                <a:moveTo>
                  <a:pt x="119634" y="128777"/>
                </a:moveTo>
                <a:lnTo>
                  <a:pt x="99625" y="90106"/>
                </a:lnTo>
                <a:lnTo>
                  <a:pt x="85331" y="83819"/>
                </a:lnTo>
                <a:lnTo>
                  <a:pt x="85331" y="104393"/>
                </a:lnTo>
                <a:lnTo>
                  <a:pt x="89779" y="109501"/>
                </a:lnTo>
                <a:lnTo>
                  <a:pt x="92867" y="115538"/>
                </a:lnTo>
                <a:lnTo>
                  <a:pt x="94666" y="122289"/>
                </a:lnTo>
                <a:lnTo>
                  <a:pt x="95250" y="129539"/>
                </a:lnTo>
                <a:lnTo>
                  <a:pt x="95250" y="174673"/>
                </a:lnTo>
                <a:lnTo>
                  <a:pt x="102108" y="169163"/>
                </a:lnTo>
                <a:lnTo>
                  <a:pt x="109668" y="160603"/>
                </a:lnTo>
                <a:lnTo>
                  <a:pt x="115157" y="150971"/>
                </a:lnTo>
                <a:lnTo>
                  <a:pt x="118502" y="140338"/>
                </a:lnTo>
                <a:lnTo>
                  <a:pt x="119634" y="128777"/>
                </a:lnTo>
                <a:close/>
              </a:path>
              <a:path w="226059" h="186055">
                <a:moveTo>
                  <a:pt x="225551" y="182880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5845"/>
                </a:lnTo>
                <a:lnTo>
                  <a:pt x="203449" y="11906"/>
                </a:lnTo>
                <a:lnTo>
                  <a:pt x="167787" y="40993"/>
                </a:lnTo>
                <a:lnTo>
                  <a:pt x="158483" y="45719"/>
                </a:lnTo>
                <a:lnTo>
                  <a:pt x="158483" y="67056"/>
                </a:lnTo>
                <a:lnTo>
                  <a:pt x="194208" y="48006"/>
                </a:lnTo>
                <a:lnTo>
                  <a:pt x="203454" y="40386"/>
                </a:lnTo>
                <a:lnTo>
                  <a:pt x="203454" y="182880"/>
                </a:lnTo>
                <a:lnTo>
                  <a:pt x="225551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63531" y="240334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207" y="3942"/>
                </a:lnTo>
                <a:lnTo>
                  <a:pt x="395612" y="15355"/>
                </a:lnTo>
                <a:lnTo>
                  <a:pt x="438835" y="33617"/>
                </a:lnTo>
                <a:lnTo>
                  <a:pt x="478267" y="58107"/>
                </a:lnTo>
                <a:lnTo>
                  <a:pt x="513302" y="88201"/>
                </a:lnTo>
                <a:lnTo>
                  <a:pt x="543330" y="123279"/>
                </a:lnTo>
                <a:lnTo>
                  <a:pt x="567744" y="162719"/>
                </a:lnTo>
                <a:lnTo>
                  <a:pt x="585935" y="205898"/>
                </a:lnTo>
                <a:lnTo>
                  <a:pt x="597295" y="252196"/>
                </a:lnTo>
                <a:lnTo>
                  <a:pt x="601217" y="300989"/>
                </a:lnTo>
                <a:lnTo>
                  <a:pt x="597295" y="349762"/>
                </a:lnTo>
                <a:lnTo>
                  <a:pt x="585935" y="396002"/>
                </a:lnTo>
                <a:lnTo>
                  <a:pt x="567744" y="439096"/>
                </a:lnTo>
                <a:lnTo>
                  <a:pt x="543330" y="478432"/>
                </a:lnTo>
                <a:lnTo>
                  <a:pt x="513302" y="513397"/>
                </a:lnTo>
                <a:lnTo>
                  <a:pt x="478267" y="543379"/>
                </a:lnTo>
                <a:lnTo>
                  <a:pt x="438835" y="567764"/>
                </a:lnTo>
                <a:lnTo>
                  <a:pt x="395612" y="585941"/>
                </a:lnTo>
                <a:lnTo>
                  <a:pt x="349207" y="597296"/>
                </a:lnTo>
                <a:lnTo>
                  <a:pt x="300227" y="601217"/>
                </a:lnTo>
                <a:lnTo>
                  <a:pt x="251455" y="597296"/>
                </a:lnTo>
                <a:lnTo>
                  <a:pt x="205215" y="585941"/>
                </a:lnTo>
                <a:lnTo>
                  <a:pt x="162121" y="567764"/>
                </a:lnTo>
                <a:lnTo>
                  <a:pt x="122785" y="543379"/>
                </a:lnTo>
                <a:lnTo>
                  <a:pt x="87820" y="513397"/>
                </a:lnTo>
                <a:lnTo>
                  <a:pt x="57838" y="478432"/>
                </a:lnTo>
                <a:lnTo>
                  <a:pt x="33453" y="439096"/>
                </a:lnTo>
                <a:lnTo>
                  <a:pt x="15276" y="396002"/>
                </a:lnTo>
                <a:lnTo>
                  <a:pt x="3921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21087" y="2597657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80">
                <a:moveTo>
                  <a:pt x="67056" y="182880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19"/>
                </a:lnTo>
                <a:lnTo>
                  <a:pt x="0" y="67056"/>
                </a:lnTo>
                <a:lnTo>
                  <a:pt x="35433" y="47720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65739" y="2403348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79" y="300989"/>
                </a:lnTo>
                <a:lnTo>
                  <a:pt x="598037" y="349762"/>
                </a:lnTo>
                <a:lnTo>
                  <a:pt x="586624" y="396002"/>
                </a:lnTo>
                <a:lnTo>
                  <a:pt x="568362" y="439096"/>
                </a:lnTo>
                <a:lnTo>
                  <a:pt x="543872" y="478432"/>
                </a:lnTo>
                <a:lnTo>
                  <a:pt x="513778" y="513397"/>
                </a:lnTo>
                <a:lnTo>
                  <a:pt x="478700" y="543379"/>
                </a:lnTo>
                <a:lnTo>
                  <a:pt x="439260" y="567764"/>
                </a:lnTo>
                <a:lnTo>
                  <a:pt x="396081" y="585941"/>
                </a:lnTo>
                <a:lnTo>
                  <a:pt x="349783" y="597296"/>
                </a:lnTo>
                <a:lnTo>
                  <a:pt x="300989" y="601217"/>
                </a:lnTo>
                <a:lnTo>
                  <a:pt x="252196" y="597296"/>
                </a:lnTo>
                <a:lnTo>
                  <a:pt x="205898" y="585941"/>
                </a:lnTo>
                <a:lnTo>
                  <a:pt x="162719" y="567764"/>
                </a:lnTo>
                <a:lnTo>
                  <a:pt x="123279" y="543379"/>
                </a:lnTo>
                <a:lnTo>
                  <a:pt x="88201" y="513397"/>
                </a:lnTo>
                <a:lnTo>
                  <a:pt x="58107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06531" y="2597764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5">
                <a:moveTo>
                  <a:pt x="96012" y="173954"/>
                </a:moveTo>
                <a:lnTo>
                  <a:pt x="96012" y="129433"/>
                </a:lnTo>
                <a:lnTo>
                  <a:pt x="95297" y="137137"/>
                </a:lnTo>
                <a:lnTo>
                  <a:pt x="93154" y="144197"/>
                </a:lnTo>
                <a:lnTo>
                  <a:pt x="57912" y="167533"/>
                </a:lnTo>
                <a:lnTo>
                  <a:pt x="49529" y="167533"/>
                </a:lnTo>
                <a:lnTo>
                  <a:pt x="22098" y="131719"/>
                </a:lnTo>
                <a:lnTo>
                  <a:pt x="0" y="134767"/>
                </a:lnTo>
                <a:lnTo>
                  <a:pt x="18287" y="171343"/>
                </a:lnTo>
                <a:lnTo>
                  <a:pt x="57912" y="185821"/>
                </a:lnTo>
                <a:lnTo>
                  <a:pt x="70604" y="184809"/>
                </a:lnTo>
                <a:lnTo>
                  <a:pt x="82296" y="181726"/>
                </a:lnTo>
                <a:lnTo>
                  <a:pt x="92844" y="176499"/>
                </a:lnTo>
                <a:lnTo>
                  <a:pt x="96012" y="173954"/>
                </a:lnTo>
                <a:close/>
              </a:path>
              <a:path w="120014" h="186055">
                <a:moveTo>
                  <a:pt x="110489" y="54757"/>
                </a:moveTo>
                <a:lnTo>
                  <a:pt x="110489" y="38755"/>
                </a:lnTo>
                <a:lnTo>
                  <a:pt x="108203" y="31135"/>
                </a:lnTo>
                <a:lnTo>
                  <a:pt x="78152" y="3429"/>
                </a:lnTo>
                <a:lnTo>
                  <a:pt x="55625" y="0"/>
                </a:lnTo>
                <a:lnTo>
                  <a:pt x="46732" y="620"/>
                </a:lnTo>
                <a:lnTo>
                  <a:pt x="9239" y="27040"/>
                </a:lnTo>
                <a:lnTo>
                  <a:pt x="2286" y="47137"/>
                </a:lnTo>
                <a:lnTo>
                  <a:pt x="24384" y="50947"/>
                </a:lnTo>
                <a:lnTo>
                  <a:pt x="26277" y="43387"/>
                </a:lnTo>
                <a:lnTo>
                  <a:pt x="28670" y="36755"/>
                </a:lnTo>
                <a:lnTo>
                  <a:pt x="31777" y="31123"/>
                </a:lnTo>
                <a:lnTo>
                  <a:pt x="35813" y="26563"/>
                </a:lnTo>
                <a:lnTo>
                  <a:pt x="41910" y="20467"/>
                </a:lnTo>
                <a:lnTo>
                  <a:pt x="48767" y="18181"/>
                </a:lnTo>
                <a:lnTo>
                  <a:pt x="66293" y="18181"/>
                </a:lnTo>
                <a:lnTo>
                  <a:pt x="73913" y="20467"/>
                </a:lnTo>
                <a:lnTo>
                  <a:pt x="79248" y="25801"/>
                </a:lnTo>
                <a:lnTo>
                  <a:pt x="84581" y="31897"/>
                </a:lnTo>
                <a:lnTo>
                  <a:pt x="87629" y="37993"/>
                </a:lnTo>
                <a:lnTo>
                  <a:pt x="87629" y="82674"/>
                </a:lnTo>
                <a:lnTo>
                  <a:pt x="93725" y="79903"/>
                </a:lnTo>
                <a:lnTo>
                  <a:pt x="99822" y="75331"/>
                </a:lnTo>
                <a:lnTo>
                  <a:pt x="104393" y="68473"/>
                </a:lnTo>
                <a:lnTo>
                  <a:pt x="108203" y="62377"/>
                </a:lnTo>
                <a:lnTo>
                  <a:pt x="110489" y="54757"/>
                </a:lnTo>
                <a:close/>
              </a:path>
              <a:path w="120014" h="186055">
                <a:moveTo>
                  <a:pt x="87629" y="82674"/>
                </a:moveTo>
                <a:lnTo>
                  <a:pt x="87629" y="46375"/>
                </a:lnTo>
                <a:lnTo>
                  <a:pt x="86915" y="53805"/>
                </a:lnTo>
                <a:lnTo>
                  <a:pt x="84772" y="60091"/>
                </a:lnTo>
                <a:lnTo>
                  <a:pt x="50291" y="76855"/>
                </a:lnTo>
                <a:lnTo>
                  <a:pt x="46470" y="76958"/>
                </a:lnTo>
                <a:lnTo>
                  <a:pt x="44196" y="96667"/>
                </a:lnTo>
                <a:lnTo>
                  <a:pt x="50291" y="94381"/>
                </a:lnTo>
                <a:lnTo>
                  <a:pt x="55625" y="93619"/>
                </a:lnTo>
                <a:lnTo>
                  <a:pt x="60198" y="93619"/>
                </a:lnTo>
                <a:lnTo>
                  <a:pt x="67448" y="94322"/>
                </a:lnTo>
                <a:lnTo>
                  <a:pt x="74199" y="96382"/>
                </a:lnTo>
                <a:lnTo>
                  <a:pt x="80236" y="99727"/>
                </a:lnTo>
                <a:lnTo>
                  <a:pt x="85343" y="104287"/>
                </a:lnTo>
                <a:lnTo>
                  <a:pt x="85343" y="83713"/>
                </a:lnTo>
                <a:lnTo>
                  <a:pt x="87629" y="82674"/>
                </a:lnTo>
                <a:close/>
              </a:path>
              <a:path w="120014" h="186055">
                <a:moveTo>
                  <a:pt x="119634" y="128671"/>
                </a:moveTo>
                <a:lnTo>
                  <a:pt x="99631" y="89714"/>
                </a:lnTo>
                <a:lnTo>
                  <a:pt x="85343" y="83713"/>
                </a:lnTo>
                <a:lnTo>
                  <a:pt x="85343" y="104287"/>
                </a:lnTo>
                <a:lnTo>
                  <a:pt x="89904" y="109288"/>
                </a:lnTo>
                <a:lnTo>
                  <a:pt x="93249" y="115146"/>
                </a:lnTo>
                <a:lnTo>
                  <a:pt x="95309" y="121861"/>
                </a:lnTo>
                <a:lnTo>
                  <a:pt x="96012" y="129433"/>
                </a:lnTo>
                <a:lnTo>
                  <a:pt x="96012" y="173954"/>
                </a:lnTo>
                <a:lnTo>
                  <a:pt x="102108" y="169057"/>
                </a:lnTo>
                <a:lnTo>
                  <a:pt x="109668" y="160497"/>
                </a:lnTo>
                <a:lnTo>
                  <a:pt x="115157" y="150865"/>
                </a:lnTo>
                <a:lnTo>
                  <a:pt x="118502" y="140232"/>
                </a:lnTo>
                <a:lnTo>
                  <a:pt x="119634" y="128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68709" y="2403348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62" y="3942"/>
                </a:lnTo>
                <a:lnTo>
                  <a:pt x="396002" y="15355"/>
                </a:lnTo>
                <a:lnTo>
                  <a:pt x="439096" y="33617"/>
                </a:lnTo>
                <a:lnTo>
                  <a:pt x="478432" y="58107"/>
                </a:lnTo>
                <a:lnTo>
                  <a:pt x="513397" y="88201"/>
                </a:lnTo>
                <a:lnTo>
                  <a:pt x="543379" y="123279"/>
                </a:lnTo>
                <a:lnTo>
                  <a:pt x="567764" y="162719"/>
                </a:lnTo>
                <a:lnTo>
                  <a:pt x="585941" y="205898"/>
                </a:lnTo>
                <a:lnTo>
                  <a:pt x="597296" y="252196"/>
                </a:lnTo>
                <a:lnTo>
                  <a:pt x="601218" y="300989"/>
                </a:lnTo>
                <a:lnTo>
                  <a:pt x="597296" y="349762"/>
                </a:lnTo>
                <a:lnTo>
                  <a:pt x="585941" y="396002"/>
                </a:lnTo>
                <a:lnTo>
                  <a:pt x="567764" y="439096"/>
                </a:lnTo>
                <a:lnTo>
                  <a:pt x="543379" y="478432"/>
                </a:lnTo>
                <a:lnTo>
                  <a:pt x="513397" y="513397"/>
                </a:lnTo>
                <a:lnTo>
                  <a:pt x="478432" y="543379"/>
                </a:lnTo>
                <a:lnTo>
                  <a:pt x="439096" y="567764"/>
                </a:lnTo>
                <a:lnTo>
                  <a:pt x="396002" y="585941"/>
                </a:lnTo>
                <a:lnTo>
                  <a:pt x="349762" y="597296"/>
                </a:lnTo>
                <a:lnTo>
                  <a:pt x="300989" y="601217"/>
                </a:lnTo>
                <a:lnTo>
                  <a:pt x="252196" y="597296"/>
                </a:lnTo>
                <a:lnTo>
                  <a:pt x="205898" y="585941"/>
                </a:lnTo>
                <a:lnTo>
                  <a:pt x="162719" y="567764"/>
                </a:lnTo>
                <a:lnTo>
                  <a:pt x="123279" y="543379"/>
                </a:lnTo>
                <a:lnTo>
                  <a:pt x="88201" y="513397"/>
                </a:lnTo>
                <a:lnTo>
                  <a:pt x="58107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10263" y="2600705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7525"/>
                </a:moveTo>
                <a:lnTo>
                  <a:pt x="118110" y="0"/>
                </a:lnTo>
                <a:lnTo>
                  <a:pt x="0" y="0"/>
                </a:lnTo>
                <a:lnTo>
                  <a:pt x="0" y="21336"/>
                </a:lnTo>
                <a:lnTo>
                  <a:pt x="89916" y="21336"/>
                </a:lnTo>
                <a:lnTo>
                  <a:pt x="89916" y="55922"/>
                </a:lnTo>
                <a:lnTo>
                  <a:pt x="92392" y="51708"/>
                </a:lnTo>
                <a:lnTo>
                  <a:pt x="100964" y="38766"/>
                </a:lnTo>
                <a:lnTo>
                  <a:pt x="109537" y="27396"/>
                </a:lnTo>
                <a:lnTo>
                  <a:pt x="118110" y="17525"/>
                </a:lnTo>
                <a:close/>
              </a:path>
              <a:path w="118110" h="180339">
                <a:moveTo>
                  <a:pt x="89916" y="55922"/>
                </a:moveTo>
                <a:lnTo>
                  <a:pt x="89916" y="21336"/>
                </a:lnTo>
                <a:lnTo>
                  <a:pt x="81474" y="31622"/>
                </a:lnTo>
                <a:lnTo>
                  <a:pt x="57150" y="69342"/>
                </a:lnTo>
                <a:lnTo>
                  <a:pt x="38719" y="112740"/>
                </a:lnTo>
                <a:lnTo>
                  <a:pt x="28098" y="155924"/>
                </a:lnTo>
                <a:lnTo>
                  <a:pt x="25908" y="179831"/>
                </a:lnTo>
                <a:lnTo>
                  <a:pt x="48768" y="179831"/>
                </a:lnTo>
                <a:lnTo>
                  <a:pt x="50077" y="166401"/>
                </a:lnTo>
                <a:lnTo>
                  <a:pt x="51816" y="153543"/>
                </a:lnTo>
                <a:lnTo>
                  <a:pt x="62603" y="113549"/>
                </a:lnTo>
                <a:lnTo>
                  <a:pt x="83820" y="66293"/>
                </a:lnTo>
                <a:lnTo>
                  <a:pt x="89916" y="559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70917" y="2403348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4" y="3942"/>
                </a:lnTo>
                <a:lnTo>
                  <a:pt x="396073" y="15355"/>
                </a:lnTo>
                <a:lnTo>
                  <a:pt x="439253" y="33617"/>
                </a:lnTo>
                <a:lnTo>
                  <a:pt x="478693" y="58107"/>
                </a:lnTo>
                <a:lnTo>
                  <a:pt x="513770" y="88201"/>
                </a:lnTo>
                <a:lnTo>
                  <a:pt x="543863" y="123279"/>
                </a:lnTo>
                <a:lnTo>
                  <a:pt x="568351" y="162719"/>
                </a:lnTo>
                <a:lnTo>
                  <a:pt x="586612" y="205898"/>
                </a:lnTo>
                <a:lnTo>
                  <a:pt x="598025" y="252196"/>
                </a:lnTo>
                <a:lnTo>
                  <a:pt x="601967" y="300989"/>
                </a:lnTo>
                <a:lnTo>
                  <a:pt x="598025" y="349762"/>
                </a:lnTo>
                <a:lnTo>
                  <a:pt x="586612" y="396002"/>
                </a:lnTo>
                <a:lnTo>
                  <a:pt x="568351" y="439096"/>
                </a:lnTo>
                <a:lnTo>
                  <a:pt x="543863" y="478432"/>
                </a:lnTo>
                <a:lnTo>
                  <a:pt x="513770" y="513397"/>
                </a:lnTo>
                <a:lnTo>
                  <a:pt x="478693" y="543379"/>
                </a:lnTo>
                <a:lnTo>
                  <a:pt x="439253" y="567764"/>
                </a:lnTo>
                <a:lnTo>
                  <a:pt x="396073" y="585941"/>
                </a:lnTo>
                <a:lnTo>
                  <a:pt x="349774" y="597296"/>
                </a:lnTo>
                <a:lnTo>
                  <a:pt x="300977" y="601217"/>
                </a:lnTo>
                <a:lnTo>
                  <a:pt x="252186" y="597296"/>
                </a:lnTo>
                <a:lnTo>
                  <a:pt x="205891" y="585941"/>
                </a:lnTo>
                <a:lnTo>
                  <a:pt x="162714" y="567764"/>
                </a:lnTo>
                <a:lnTo>
                  <a:pt x="123276" y="543379"/>
                </a:lnTo>
                <a:lnTo>
                  <a:pt x="88199" y="513397"/>
                </a:lnTo>
                <a:lnTo>
                  <a:pt x="58106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11709" y="2597657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5">
                <a:moveTo>
                  <a:pt x="119634" y="87630"/>
                </a:moveTo>
                <a:lnTo>
                  <a:pt x="115449" y="46589"/>
                </a:lnTo>
                <a:lnTo>
                  <a:pt x="89903" y="9143"/>
                </a:lnTo>
                <a:lnTo>
                  <a:pt x="57150" y="0"/>
                </a:lnTo>
                <a:lnTo>
                  <a:pt x="46088" y="966"/>
                </a:lnTo>
                <a:lnTo>
                  <a:pt x="9001" y="25919"/>
                </a:lnTo>
                <a:lnTo>
                  <a:pt x="0" y="60960"/>
                </a:lnTo>
                <a:lnTo>
                  <a:pt x="1000" y="73961"/>
                </a:lnTo>
                <a:lnTo>
                  <a:pt x="4000" y="85534"/>
                </a:lnTo>
                <a:lnTo>
                  <a:pt x="9001" y="95678"/>
                </a:lnTo>
                <a:lnTo>
                  <a:pt x="16001" y="104393"/>
                </a:lnTo>
                <a:lnTo>
                  <a:pt x="22860" y="110782"/>
                </a:lnTo>
                <a:lnTo>
                  <a:pt x="22860" y="61722"/>
                </a:lnTo>
                <a:lnTo>
                  <a:pt x="23574" y="52554"/>
                </a:lnTo>
                <a:lnTo>
                  <a:pt x="46088" y="21240"/>
                </a:lnTo>
                <a:lnTo>
                  <a:pt x="59423" y="18364"/>
                </a:lnTo>
                <a:lnTo>
                  <a:pt x="61709" y="18442"/>
                </a:lnTo>
                <a:lnTo>
                  <a:pt x="92482" y="42957"/>
                </a:lnTo>
                <a:lnTo>
                  <a:pt x="95250" y="60198"/>
                </a:lnTo>
                <a:lnTo>
                  <a:pt x="95250" y="100573"/>
                </a:lnTo>
                <a:lnTo>
                  <a:pt x="97523" y="96774"/>
                </a:lnTo>
                <a:lnTo>
                  <a:pt x="97523" y="168332"/>
                </a:lnTo>
                <a:lnTo>
                  <a:pt x="102958" y="161829"/>
                </a:lnTo>
                <a:lnTo>
                  <a:pt x="117819" y="119157"/>
                </a:lnTo>
                <a:lnTo>
                  <a:pt x="119191" y="104358"/>
                </a:lnTo>
                <a:lnTo>
                  <a:pt x="119634" y="87630"/>
                </a:lnTo>
                <a:close/>
              </a:path>
              <a:path w="120014" h="186055">
                <a:moveTo>
                  <a:pt x="97523" y="168332"/>
                </a:moveTo>
                <a:lnTo>
                  <a:pt x="97523" y="101346"/>
                </a:lnTo>
                <a:lnTo>
                  <a:pt x="97368" y="108204"/>
                </a:lnTo>
                <a:lnTo>
                  <a:pt x="96858" y="115062"/>
                </a:lnTo>
                <a:lnTo>
                  <a:pt x="82296" y="155448"/>
                </a:lnTo>
                <a:lnTo>
                  <a:pt x="61709" y="167640"/>
                </a:lnTo>
                <a:lnTo>
                  <a:pt x="47244" y="167640"/>
                </a:lnTo>
                <a:lnTo>
                  <a:pt x="25146" y="138684"/>
                </a:lnTo>
                <a:lnTo>
                  <a:pt x="3048" y="140969"/>
                </a:lnTo>
                <a:lnTo>
                  <a:pt x="27108" y="179177"/>
                </a:lnTo>
                <a:lnTo>
                  <a:pt x="54863" y="185928"/>
                </a:lnTo>
                <a:lnTo>
                  <a:pt x="64410" y="185225"/>
                </a:lnTo>
                <a:lnTo>
                  <a:pt x="73526" y="183165"/>
                </a:lnTo>
                <a:lnTo>
                  <a:pt x="82070" y="179820"/>
                </a:lnTo>
                <a:lnTo>
                  <a:pt x="89903" y="175260"/>
                </a:lnTo>
                <a:lnTo>
                  <a:pt x="96897" y="169080"/>
                </a:lnTo>
                <a:lnTo>
                  <a:pt x="97523" y="168332"/>
                </a:lnTo>
                <a:close/>
              </a:path>
              <a:path w="120014" h="186055">
                <a:moveTo>
                  <a:pt x="95250" y="100573"/>
                </a:moveTo>
                <a:lnTo>
                  <a:pt x="95250" y="60198"/>
                </a:lnTo>
                <a:lnTo>
                  <a:pt x="94545" y="69402"/>
                </a:lnTo>
                <a:lnTo>
                  <a:pt x="92578" y="77438"/>
                </a:lnTo>
                <a:lnTo>
                  <a:pt x="59423" y="101346"/>
                </a:lnTo>
                <a:lnTo>
                  <a:pt x="52160" y="100643"/>
                </a:lnTo>
                <a:lnTo>
                  <a:pt x="23562" y="70318"/>
                </a:lnTo>
                <a:lnTo>
                  <a:pt x="22860" y="61722"/>
                </a:lnTo>
                <a:lnTo>
                  <a:pt x="22860" y="110782"/>
                </a:lnTo>
                <a:lnTo>
                  <a:pt x="54863" y="121108"/>
                </a:lnTo>
                <a:lnTo>
                  <a:pt x="60809" y="120729"/>
                </a:lnTo>
                <a:lnTo>
                  <a:pt x="92963" y="104393"/>
                </a:lnTo>
                <a:lnTo>
                  <a:pt x="95250" y="10057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73875" y="2403348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8" y="162719"/>
                </a:lnTo>
                <a:lnTo>
                  <a:pt x="58107" y="123279"/>
                </a:lnTo>
                <a:lnTo>
                  <a:pt x="88203" y="88201"/>
                </a:lnTo>
                <a:lnTo>
                  <a:pt x="123282" y="58107"/>
                </a:lnTo>
                <a:lnTo>
                  <a:pt x="162723" y="33617"/>
                </a:lnTo>
                <a:lnTo>
                  <a:pt x="205904" y="15355"/>
                </a:lnTo>
                <a:lnTo>
                  <a:pt x="252205" y="3942"/>
                </a:lnTo>
                <a:lnTo>
                  <a:pt x="301002" y="0"/>
                </a:lnTo>
                <a:lnTo>
                  <a:pt x="349796" y="3942"/>
                </a:lnTo>
                <a:lnTo>
                  <a:pt x="396094" y="15355"/>
                </a:lnTo>
                <a:lnTo>
                  <a:pt x="439273" y="33617"/>
                </a:lnTo>
                <a:lnTo>
                  <a:pt x="478713" y="58107"/>
                </a:lnTo>
                <a:lnTo>
                  <a:pt x="513791" y="88201"/>
                </a:lnTo>
                <a:lnTo>
                  <a:pt x="543885" y="123279"/>
                </a:lnTo>
                <a:lnTo>
                  <a:pt x="568374" y="162719"/>
                </a:lnTo>
                <a:lnTo>
                  <a:pt x="586636" y="205898"/>
                </a:lnTo>
                <a:lnTo>
                  <a:pt x="598050" y="252196"/>
                </a:lnTo>
                <a:lnTo>
                  <a:pt x="601992" y="300989"/>
                </a:lnTo>
                <a:lnTo>
                  <a:pt x="598050" y="349762"/>
                </a:lnTo>
                <a:lnTo>
                  <a:pt x="586636" y="396002"/>
                </a:lnTo>
                <a:lnTo>
                  <a:pt x="568374" y="439096"/>
                </a:lnTo>
                <a:lnTo>
                  <a:pt x="543885" y="478432"/>
                </a:lnTo>
                <a:lnTo>
                  <a:pt x="513791" y="513397"/>
                </a:lnTo>
                <a:lnTo>
                  <a:pt x="478713" y="543379"/>
                </a:lnTo>
                <a:lnTo>
                  <a:pt x="439273" y="567764"/>
                </a:lnTo>
                <a:lnTo>
                  <a:pt x="396094" y="585941"/>
                </a:lnTo>
                <a:lnTo>
                  <a:pt x="349796" y="597296"/>
                </a:lnTo>
                <a:lnTo>
                  <a:pt x="301002" y="601217"/>
                </a:lnTo>
                <a:lnTo>
                  <a:pt x="252205" y="597296"/>
                </a:lnTo>
                <a:lnTo>
                  <a:pt x="205904" y="585941"/>
                </a:lnTo>
                <a:lnTo>
                  <a:pt x="162723" y="567764"/>
                </a:lnTo>
                <a:lnTo>
                  <a:pt x="123282" y="543379"/>
                </a:lnTo>
                <a:lnTo>
                  <a:pt x="88203" y="513397"/>
                </a:lnTo>
                <a:lnTo>
                  <a:pt x="58107" y="478432"/>
                </a:lnTo>
                <a:lnTo>
                  <a:pt x="33618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60577" y="2597657"/>
            <a:ext cx="243840" cy="186055"/>
          </a:xfrm>
          <a:custGeom>
            <a:avLst/>
            <a:gdLst/>
            <a:ahLst/>
            <a:cxnLst/>
            <a:rect l="l" t="t" r="r" b="b"/>
            <a:pathLst>
              <a:path w="243840" h="186055">
                <a:moveTo>
                  <a:pt x="67043" y="182880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5845"/>
                </a:lnTo>
                <a:lnTo>
                  <a:pt x="44945" y="11915"/>
                </a:lnTo>
                <a:lnTo>
                  <a:pt x="9296" y="40993"/>
                </a:lnTo>
                <a:lnTo>
                  <a:pt x="0" y="45719"/>
                </a:lnTo>
                <a:lnTo>
                  <a:pt x="0" y="67056"/>
                </a:lnTo>
                <a:lnTo>
                  <a:pt x="35710" y="47720"/>
                </a:lnTo>
                <a:lnTo>
                  <a:pt x="44945" y="40386"/>
                </a:lnTo>
                <a:lnTo>
                  <a:pt x="44945" y="182880"/>
                </a:lnTo>
                <a:lnTo>
                  <a:pt x="67043" y="182880"/>
                </a:lnTo>
                <a:close/>
              </a:path>
              <a:path w="243840" h="186055">
                <a:moveTo>
                  <a:pt x="220218" y="174484"/>
                </a:moveTo>
                <a:lnTo>
                  <a:pt x="220218" y="129540"/>
                </a:lnTo>
                <a:lnTo>
                  <a:pt x="219513" y="137243"/>
                </a:lnTo>
                <a:lnTo>
                  <a:pt x="217450" y="144303"/>
                </a:lnTo>
                <a:lnTo>
                  <a:pt x="182879" y="167640"/>
                </a:lnTo>
                <a:lnTo>
                  <a:pt x="173723" y="167640"/>
                </a:lnTo>
                <a:lnTo>
                  <a:pt x="147065" y="131825"/>
                </a:lnTo>
                <a:lnTo>
                  <a:pt x="124968" y="134874"/>
                </a:lnTo>
                <a:lnTo>
                  <a:pt x="142494" y="171450"/>
                </a:lnTo>
                <a:lnTo>
                  <a:pt x="182118" y="185870"/>
                </a:lnTo>
                <a:lnTo>
                  <a:pt x="184403" y="185805"/>
                </a:lnTo>
                <a:lnTo>
                  <a:pt x="195457" y="184915"/>
                </a:lnTo>
                <a:lnTo>
                  <a:pt x="206968" y="181832"/>
                </a:lnTo>
                <a:lnTo>
                  <a:pt x="217484" y="176605"/>
                </a:lnTo>
                <a:lnTo>
                  <a:pt x="220218" y="174484"/>
                </a:lnTo>
                <a:close/>
              </a:path>
              <a:path w="243840" h="186055">
                <a:moveTo>
                  <a:pt x="235445" y="54864"/>
                </a:moveTo>
                <a:lnTo>
                  <a:pt x="235445" y="38862"/>
                </a:lnTo>
                <a:lnTo>
                  <a:pt x="233159" y="31242"/>
                </a:lnTo>
                <a:lnTo>
                  <a:pt x="203118" y="3536"/>
                </a:lnTo>
                <a:lnTo>
                  <a:pt x="180594" y="106"/>
                </a:lnTo>
                <a:lnTo>
                  <a:pt x="171686" y="726"/>
                </a:lnTo>
                <a:lnTo>
                  <a:pt x="133535" y="27146"/>
                </a:lnTo>
                <a:lnTo>
                  <a:pt x="127253" y="47243"/>
                </a:lnTo>
                <a:lnTo>
                  <a:pt x="149351" y="51054"/>
                </a:lnTo>
                <a:lnTo>
                  <a:pt x="150921" y="43493"/>
                </a:lnTo>
                <a:lnTo>
                  <a:pt x="153346" y="36861"/>
                </a:lnTo>
                <a:lnTo>
                  <a:pt x="156627" y="31230"/>
                </a:lnTo>
                <a:lnTo>
                  <a:pt x="160769" y="26669"/>
                </a:lnTo>
                <a:lnTo>
                  <a:pt x="166115" y="20574"/>
                </a:lnTo>
                <a:lnTo>
                  <a:pt x="173723" y="18287"/>
                </a:lnTo>
                <a:lnTo>
                  <a:pt x="191249" y="18287"/>
                </a:lnTo>
                <a:lnTo>
                  <a:pt x="198120" y="20574"/>
                </a:lnTo>
                <a:lnTo>
                  <a:pt x="204215" y="25908"/>
                </a:lnTo>
                <a:lnTo>
                  <a:pt x="209550" y="32004"/>
                </a:lnTo>
                <a:lnTo>
                  <a:pt x="211823" y="38100"/>
                </a:lnTo>
                <a:lnTo>
                  <a:pt x="211823" y="83128"/>
                </a:lnTo>
                <a:lnTo>
                  <a:pt x="218694" y="80010"/>
                </a:lnTo>
                <a:lnTo>
                  <a:pt x="224789" y="75437"/>
                </a:lnTo>
                <a:lnTo>
                  <a:pt x="228600" y="68580"/>
                </a:lnTo>
                <a:lnTo>
                  <a:pt x="233159" y="62484"/>
                </a:lnTo>
                <a:lnTo>
                  <a:pt x="235445" y="54864"/>
                </a:lnTo>
                <a:close/>
              </a:path>
              <a:path w="243840" h="186055">
                <a:moveTo>
                  <a:pt x="211823" y="83128"/>
                </a:moveTo>
                <a:lnTo>
                  <a:pt x="211823" y="46481"/>
                </a:lnTo>
                <a:lnTo>
                  <a:pt x="211110" y="53911"/>
                </a:lnTo>
                <a:lnTo>
                  <a:pt x="208970" y="60198"/>
                </a:lnTo>
                <a:lnTo>
                  <a:pt x="175247" y="76962"/>
                </a:lnTo>
                <a:lnTo>
                  <a:pt x="171450" y="76962"/>
                </a:lnTo>
                <a:lnTo>
                  <a:pt x="169163" y="96774"/>
                </a:lnTo>
                <a:lnTo>
                  <a:pt x="175247" y="94487"/>
                </a:lnTo>
                <a:lnTo>
                  <a:pt x="180594" y="93725"/>
                </a:lnTo>
                <a:lnTo>
                  <a:pt x="184403" y="93725"/>
                </a:lnTo>
                <a:lnTo>
                  <a:pt x="191982" y="94428"/>
                </a:lnTo>
                <a:lnTo>
                  <a:pt x="198780" y="96488"/>
                </a:lnTo>
                <a:lnTo>
                  <a:pt x="204863" y="99833"/>
                </a:lnTo>
                <a:lnTo>
                  <a:pt x="210299" y="104393"/>
                </a:lnTo>
                <a:lnTo>
                  <a:pt x="210299" y="83819"/>
                </a:lnTo>
                <a:lnTo>
                  <a:pt x="211823" y="83128"/>
                </a:lnTo>
                <a:close/>
              </a:path>
              <a:path w="243840" h="186055">
                <a:moveTo>
                  <a:pt x="243839" y="128778"/>
                </a:moveTo>
                <a:lnTo>
                  <a:pt x="224591" y="89820"/>
                </a:lnTo>
                <a:lnTo>
                  <a:pt x="210299" y="83819"/>
                </a:lnTo>
                <a:lnTo>
                  <a:pt x="210299" y="104393"/>
                </a:lnTo>
                <a:lnTo>
                  <a:pt x="214747" y="109394"/>
                </a:lnTo>
                <a:lnTo>
                  <a:pt x="217835" y="115252"/>
                </a:lnTo>
                <a:lnTo>
                  <a:pt x="219634" y="121967"/>
                </a:lnTo>
                <a:lnTo>
                  <a:pt x="220218" y="129540"/>
                </a:lnTo>
                <a:lnTo>
                  <a:pt x="220218" y="174484"/>
                </a:lnTo>
                <a:lnTo>
                  <a:pt x="227075" y="169164"/>
                </a:lnTo>
                <a:lnTo>
                  <a:pt x="234512" y="160603"/>
                </a:lnTo>
                <a:lnTo>
                  <a:pt x="239739" y="150971"/>
                </a:lnTo>
                <a:lnTo>
                  <a:pt x="242826" y="140338"/>
                </a:lnTo>
                <a:lnTo>
                  <a:pt x="243839" y="128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76095" y="2403348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89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1" y="3942"/>
                </a:lnTo>
                <a:lnTo>
                  <a:pt x="396068" y="15355"/>
                </a:lnTo>
                <a:lnTo>
                  <a:pt x="439248" y="33617"/>
                </a:lnTo>
                <a:lnTo>
                  <a:pt x="478687" y="58107"/>
                </a:lnTo>
                <a:lnTo>
                  <a:pt x="513765" y="88201"/>
                </a:lnTo>
                <a:lnTo>
                  <a:pt x="543860" y="123279"/>
                </a:lnTo>
                <a:lnTo>
                  <a:pt x="568349" y="162719"/>
                </a:lnTo>
                <a:lnTo>
                  <a:pt x="586611" y="205898"/>
                </a:lnTo>
                <a:lnTo>
                  <a:pt x="598024" y="252196"/>
                </a:lnTo>
                <a:lnTo>
                  <a:pt x="601967" y="300989"/>
                </a:lnTo>
                <a:lnTo>
                  <a:pt x="598024" y="349762"/>
                </a:lnTo>
                <a:lnTo>
                  <a:pt x="586611" y="396002"/>
                </a:lnTo>
                <a:lnTo>
                  <a:pt x="568349" y="439096"/>
                </a:lnTo>
                <a:lnTo>
                  <a:pt x="543860" y="478432"/>
                </a:lnTo>
                <a:lnTo>
                  <a:pt x="513765" y="513397"/>
                </a:lnTo>
                <a:lnTo>
                  <a:pt x="478687" y="543379"/>
                </a:lnTo>
                <a:lnTo>
                  <a:pt x="439248" y="567764"/>
                </a:lnTo>
                <a:lnTo>
                  <a:pt x="396068" y="585941"/>
                </a:lnTo>
                <a:lnTo>
                  <a:pt x="349771" y="597296"/>
                </a:lnTo>
                <a:lnTo>
                  <a:pt x="300977" y="601217"/>
                </a:lnTo>
                <a:lnTo>
                  <a:pt x="252186" y="597296"/>
                </a:lnTo>
                <a:lnTo>
                  <a:pt x="205891" y="585941"/>
                </a:lnTo>
                <a:lnTo>
                  <a:pt x="162714" y="567764"/>
                </a:lnTo>
                <a:lnTo>
                  <a:pt x="123276" y="543379"/>
                </a:lnTo>
                <a:lnTo>
                  <a:pt x="88199" y="513397"/>
                </a:lnTo>
                <a:lnTo>
                  <a:pt x="58106" y="478432"/>
                </a:lnTo>
                <a:lnTo>
                  <a:pt x="33617" y="439096"/>
                </a:lnTo>
                <a:lnTo>
                  <a:pt x="15355" y="396002"/>
                </a:lnTo>
                <a:lnTo>
                  <a:pt x="3942" y="349762"/>
                </a:lnTo>
                <a:lnTo>
                  <a:pt x="0" y="300989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942974" y="2597657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5">
                <a:moveTo>
                  <a:pt x="97523" y="98489"/>
                </a:moveTo>
                <a:lnTo>
                  <a:pt x="97523" y="49530"/>
                </a:lnTo>
                <a:lnTo>
                  <a:pt x="96928" y="56280"/>
                </a:lnTo>
                <a:lnTo>
                  <a:pt x="95048" y="62960"/>
                </a:lnTo>
                <a:lnTo>
                  <a:pt x="71908" y="93440"/>
                </a:lnTo>
                <a:lnTo>
                  <a:pt x="38094" y="122789"/>
                </a:lnTo>
                <a:lnTo>
                  <a:pt x="30092" y="130016"/>
                </a:lnTo>
                <a:lnTo>
                  <a:pt x="5631" y="161043"/>
                </a:lnTo>
                <a:lnTo>
                  <a:pt x="0" y="177546"/>
                </a:lnTo>
                <a:lnTo>
                  <a:pt x="0" y="182880"/>
                </a:lnTo>
                <a:lnTo>
                  <a:pt x="31241" y="182880"/>
                </a:lnTo>
                <a:lnTo>
                  <a:pt x="31241" y="161544"/>
                </a:lnTo>
                <a:lnTo>
                  <a:pt x="33515" y="156972"/>
                </a:lnTo>
                <a:lnTo>
                  <a:pt x="41148" y="149352"/>
                </a:lnTo>
                <a:lnTo>
                  <a:pt x="44872" y="145351"/>
                </a:lnTo>
                <a:lnTo>
                  <a:pt x="50382" y="140208"/>
                </a:lnTo>
                <a:lnTo>
                  <a:pt x="57751" y="133921"/>
                </a:lnTo>
                <a:lnTo>
                  <a:pt x="67055" y="126492"/>
                </a:lnTo>
                <a:lnTo>
                  <a:pt x="78198" y="116776"/>
                </a:lnTo>
                <a:lnTo>
                  <a:pt x="87625" y="108204"/>
                </a:lnTo>
                <a:lnTo>
                  <a:pt x="95339" y="100774"/>
                </a:lnTo>
                <a:lnTo>
                  <a:pt x="97523" y="98489"/>
                </a:lnTo>
                <a:close/>
              </a:path>
              <a:path w="264159" h="186055">
                <a:moveTo>
                  <a:pt x="120395" y="57912"/>
                </a:moveTo>
                <a:lnTo>
                  <a:pt x="120395" y="50292"/>
                </a:lnTo>
                <a:lnTo>
                  <a:pt x="119514" y="39981"/>
                </a:lnTo>
                <a:lnTo>
                  <a:pt x="97012" y="8036"/>
                </a:lnTo>
                <a:lnTo>
                  <a:pt x="64007" y="0"/>
                </a:lnTo>
                <a:lnTo>
                  <a:pt x="51564" y="845"/>
                </a:lnTo>
                <a:lnTo>
                  <a:pt x="15394" y="20538"/>
                </a:lnTo>
                <a:lnTo>
                  <a:pt x="4572" y="52578"/>
                </a:lnTo>
                <a:lnTo>
                  <a:pt x="27431" y="54864"/>
                </a:lnTo>
                <a:lnTo>
                  <a:pt x="28122" y="46732"/>
                </a:lnTo>
                <a:lnTo>
                  <a:pt x="30097" y="39528"/>
                </a:lnTo>
                <a:lnTo>
                  <a:pt x="63245" y="18287"/>
                </a:lnTo>
                <a:lnTo>
                  <a:pt x="70384" y="18859"/>
                </a:lnTo>
                <a:lnTo>
                  <a:pt x="97523" y="41148"/>
                </a:lnTo>
                <a:lnTo>
                  <a:pt x="97523" y="98489"/>
                </a:lnTo>
                <a:lnTo>
                  <a:pt x="101345" y="94487"/>
                </a:lnTo>
                <a:lnTo>
                  <a:pt x="118872" y="64769"/>
                </a:lnTo>
                <a:lnTo>
                  <a:pt x="120395" y="57912"/>
                </a:lnTo>
                <a:close/>
              </a:path>
              <a:path w="264159" h="186055">
                <a:moveTo>
                  <a:pt x="121157" y="182880"/>
                </a:moveTo>
                <a:lnTo>
                  <a:pt x="121157" y="161544"/>
                </a:lnTo>
                <a:lnTo>
                  <a:pt x="31241" y="161544"/>
                </a:lnTo>
                <a:lnTo>
                  <a:pt x="31241" y="182880"/>
                </a:lnTo>
                <a:lnTo>
                  <a:pt x="121157" y="182880"/>
                </a:lnTo>
                <a:close/>
              </a:path>
              <a:path w="264159" h="186055">
                <a:moveTo>
                  <a:pt x="263639" y="92964"/>
                </a:moveTo>
                <a:lnTo>
                  <a:pt x="259841" y="49530"/>
                </a:lnTo>
                <a:lnTo>
                  <a:pt x="237743" y="9906"/>
                </a:lnTo>
                <a:lnTo>
                  <a:pt x="204203" y="0"/>
                </a:lnTo>
                <a:lnTo>
                  <a:pt x="194799" y="595"/>
                </a:lnTo>
                <a:lnTo>
                  <a:pt x="159823" y="23336"/>
                </a:lnTo>
                <a:lnTo>
                  <a:pt x="146488" y="63912"/>
                </a:lnTo>
                <a:lnTo>
                  <a:pt x="144779" y="92964"/>
                </a:lnTo>
                <a:lnTo>
                  <a:pt x="145921" y="116836"/>
                </a:lnTo>
                <a:lnTo>
                  <a:pt x="149347" y="137064"/>
                </a:lnTo>
                <a:lnTo>
                  <a:pt x="155061" y="153721"/>
                </a:lnTo>
                <a:lnTo>
                  <a:pt x="163067" y="166878"/>
                </a:lnTo>
                <a:lnTo>
                  <a:pt x="167627" y="171605"/>
                </a:lnTo>
                <a:lnTo>
                  <a:pt x="167627" y="92964"/>
                </a:lnTo>
                <a:lnTo>
                  <a:pt x="168343" y="72390"/>
                </a:lnTo>
                <a:lnTo>
                  <a:pt x="179069" y="31242"/>
                </a:lnTo>
                <a:lnTo>
                  <a:pt x="204203" y="18287"/>
                </a:lnTo>
                <a:lnTo>
                  <a:pt x="211793" y="19264"/>
                </a:lnTo>
                <a:lnTo>
                  <a:pt x="238029" y="55435"/>
                </a:lnTo>
                <a:lnTo>
                  <a:pt x="240791" y="92964"/>
                </a:lnTo>
                <a:lnTo>
                  <a:pt x="240791" y="172124"/>
                </a:lnTo>
                <a:lnTo>
                  <a:pt x="243727" y="169104"/>
                </a:lnTo>
                <a:lnTo>
                  <a:pt x="260108" y="134219"/>
                </a:lnTo>
                <a:lnTo>
                  <a:pt x="263222" y="108239"/>
                </a:lnTo>
                <a:lnTo>
                  <a:pt x="263639" y="92964"/>
                </a:lnTo>
                <a:close/>
              </a:path>
              <a:path w="264159" h="186055">
                <a:moveTo>
                  <a:pt x="240791" y="172124"/>
                </a:moveTo>
                <a:lnTo>
                  <a:pt x="240791" y="92964"/>
                </a:lnTo>
                <a:lnTo>
                  <a:pt x="240089" y="113395"/>
                </a:lnTo>
                <a:lnTo>
                  <a:pt x="238029" y="130111"/>
                </a:lnTo>
                <a:lnTo>
                  <a:pt x="218592" y="163734"/>
                </a:lnTo>
                <a:lnTo>
                  <a:pt x="204203" y="167640"/>
                </a:lnTo>
                <a:lnTo>
                  <a:pt x="196940" y="166651"/>
                </a:lnTo>
                <a:lnTo>
                  <a:pt x="170395" y="130111"/>
                </a:lnTo>
                <a:lnTo>
                  <a:pt x="167627" y="92964"/>
                </a:lnTo>
                <a:lnTo>
                  <a:pt x="167627" y="171605"/>
                </a:lnTo>
                <a:lnTo>
                  <a:pt x="171209" y="175319"/>
                </a:lnTo>
                <a:lnTo>
                  <a:pt x="180778" y="181260"/>
                </a:lnTo>
                <a:lnTo>
                  <a:pt x="191775" y="184773"/>
                </a:lnTo>
                <a:lnTo>
                  <a:pt x="204203" y="185928"/>
                </a:lnTo>
                <a:lnTo>
                  <a:pt x="213949" y="185225"/>
                </a:lnTo>
                <a:lnTo>
                  <a:pt x="222692" y="183165"/>
                </a:lnTo>
                <a:lnTo>
                  <a:pt x="230576" y="179820"/>
                </a:lnTo>
                <a:lnTo>
                  <a:pt x="237743" y="175260"/>
                </a:lnTo>
                <a:lnTo>
                  <a:pt x="240791" y="172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79065" y="2403348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4">
                <a:moveTo>
                  <a:pt x="0" y="300990"/>
                </a:moveTo>
                <a:lnTo>
                  <a:pt x="3942" y="252196"/>
                </a:lnTo>
                <a:lnTo>
                  <a:pt x="15354" y="205898"/>
                </a:lnTo>
                <a:lnTo>
                  <a:pt x="33615" y="162719"/>
                </a:lnTo>
                <a:lnTo>
                  <a:pt x="58103" y="123279"/>
                </a:lnTo>
                <a:lnTo>
                  <a:pt x="88196" y="88201"/>
                </a:lnTo>
                <a:lnTo>
                  <a:pt x="123273" y="58107"/>
                </a:lnTo>
                <a:lnTo>
                  <a:pt x="162713" y="33617"/>
                </a:lnTo>
                <a:lnTo>
                  <a:pt x="205893" y="15355"/>
                </a:lnTo>
                <a:lnTo>
                  <a:pt x="252193" y="3942"/>
                </a:lnTo>
                <a:lnTo>
                  <a:pt x="300990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80" y="300989"/>
                </a:lnTo>
                <a:lnTo>
                  <a:pt x="598037" y="349762"/>
                </a:lnTo>
                <a:lnTo>
                  <a:pt x="586624" y="396002"/>
                </a:lnTo>
                <a:lnTo>
                  <a:pt x="568362" y="439096"/>
                </a:lnTo>
                <a:lnTo>
                  <a:pt x="543872" y="478432"/>
                </a:lnTo>
                <a:lnTo>
                  <a:pt x="513778" y="513397"/>
                </a:lnTo>
                <a:lnTo>
                  <a:pt x="478700" y="543379"/>
                </a:lnTo>
                <a:lnTo>
                  <a:pt x="439260" y="567764"/>
                </a:lnTo>
                <a:lnTo>
                  <a:pt x="396081" y="585941"/>
                </a:lnTo>
                <a:lnTo>
                  <a:pt x="349783" y="597296"/>
                </a:lnTo>
                <a:lnTo>
                  <a:pt x="300990" y="601218"/>
                </a:lnTo>
                <a:lnTo>
                  <a:pt x="252193" y="597296"/>
                </a:lnTo>
                <a:lnTo>
                  <a:pt x="205893" y="585941"/>
                </a:lnTo>
                <a:lnTo>
                  <a:pt x="162713" y="567764"/>
                </a:lnTo>
                <a:lnTo>
                  <a:pt x="123273" y="543379"/>
                </a:lnTo>
                <a:lnTo>
                  <a:pt x="88196" y="513397"/>
                </a:lnTo>
                <a:lnTo>
                  <a:pt x="58103" y="478432"/>
                </a:lnTo>
                <a:lnTo>
                  <a:pt x="33615" y="439096"/>
                </a:lnTo>
                <a:lnTo>
                  <a:pt x="15354" y="396002"/>
                </a:lnTo>
                <a:lnTo>
                  <a:pt x="3942" y="349762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48991" y="2597657"/>
            <a:ext cx="226060" cy="186055"/>
          </a:xfrm>
          <a:custGeom>
            <a:avLst/>
            <a:gdLst/>
            <a:ahLst/>
            <a:cxnLst/>
            <a:rect l="l" t="t" r="r" b="b"/>
            <a:pathLst>
              <a:path w="226059" h="186055">
                <a:moveTo>
                  <a:pt x="95250" y="174673"/>
                </a:moveTo>
                <a:lnTo>
                  <a:pt x="95250" y="129539"/>
                </a:lnTo>
                <a:lnTo>
                  <a:pt x="94654" y="137243"/>
                </a:lnTo>
                <a:lnTo>
                  <a:pt x="92773" y="144303"/>
                </a:lnTo>
                <a:lnTo>
                  <a:pt x="57912" y="167639"/>
                </a:lnTo>
                <a:lnTo>
                  <a:pt x="48755" y="167639"/>
                </a:lnTo>
                <a:lnTo>
                  <a:pt x="22085" y="131825"/>
                </a:lnTo>
                <a:lnTo>
                  <a:pt x="0" y="134873"/>
                </a:lnTo>
                <a:lnTo>
                  <a:pt x="18288" y="171449"/>
                </a:lnTo>
                <a:lnTo>
                  <a:pt x="57912" y="185927"/>
                </a:lnTo>
                <a:lnTo>
                  <a:pt x="70604" y="184915"/>
                </a:lnTo>
                <a:lnTo>
                  <a:pt x="82296" y="181832"/>
                </a:lnTo>
                <a:lnTo>
                  <a:pt x="92773" y="176640"/>
                </a:lnTo>
                <a:lnTo>
                  <a:pt x="92909" y="176553"/>
                </a:lnTo>
                <a:lnTo>
                  <a:pt x="95250" y="174673"/>
                </a:lnTo>
                <a:close/>
              </a:path>
              <a:path w="226059" h="186055">
                <a:moveTo>
                  <a:pt x="110490" y="54863"/>
                </a:moveTo>
                <a:lnTo>
                  <a:pt x="110490" y="38861"/>
                </a:lnTo>
                <a:lnTo>
                  <a:pt x="108204" y="31241"/>
                </a:lnTo>
                <a:lnTo>
                  <a:pt x="78152" y="3536"/>
                </a:lnTo>
                <a:lnTo>
                  <a:pt x="55625" y="106"/>
                </a:lnTo>
                <a:lnTo>
                  <a:pt x="46714" y="726"/>
                </a:lnTo>
                <a:lnTo>
                  <a:pt x="8853" y="27146"/>
                </a:lnTo>
                <a:lnTo>
                  <a:pt x="2286" y="47243"/>
                </a:lnTo>
                <a:lnTo>
                  <a:pt x="24384" y="51053"/>
                </a:lnTo>
                <a:lnTo>
                  <a:pt x="25953" y="43493"/>
                </a:lnTo>
                <a:lnTo>
                  <a:pt x="28379" y="36861"/>
                </a:lnTo>
                <a:lnTo>
                  <a:pt x="31665" y="31230"/>
                </a:lnTo>
                <a:lnTo>
                  <a:pt x="35814" y="26669"/>
                </a:lnTo>
                <a:lnTo>
                  <a:pt x="41897" y="20573"/>
                </a:lnTo>
                <a:lnTo>
                  <a:pt x="48755" y="18287"/>
                </a:lnTo>
                <a:lnTo>
                  <a:pt x="66281" y="18287"/>
                </a:lnTo>
                <a:lnTo>
                  <a:pt x="73151" y="20573"/>
                </a:lnTo>
                <a:lnTo>
                  <a:pt x="79235" y="25907"/>
                </a:lnTo>
                <a:lnTo>
                  <a:pt x="84582" y="32003"/>
                </a:lnTo>
                <a:lnTo>
                  <a:pt x="87630" y="38099"/>
                </a:lnTo>
                <a:lnTo>
                  <a:pt x="87630" y="82776"/>
                </a:lnTo>
                <a:lnTo>
                  <a:pt x="93725" y="80009"/>
                </a:lnTo>
                <a:lnTo>
                  <a:pt x="99809" y="75437"/>
                </a:lnTo>
                <a:lnTo>
                  <a:pt x="104381" y="68579"/>
                </a:lnTo>
                <a:lnTo>
                  <a:pt x="108204" y="62483"/>
                </a:lnTo>
                <a:lnTo>
                  <a:pt x="110490" y="54863"/>
                </a:lnTo>
                <a:close/>
              </a:path>
              <a:path w="226059" h="186055">
                <a:moveTo>
                  <a:pt x="87630" y="82776"/>
                </a:moveTo>
                <a:lnTo>
                  <a:pt x="87630" y="46481"/>
                </a:lnTo>
                <a:lnTo>
                  <a:pt x="86913" y="53911"/>
                </a:lnTo>
                <a:lnTo>
                  <a:pt x="84767" y="60197"/>
                </a:lnTo>
                <a:lnTo>
                  <a:pt x="50279" y="76961"/>
                </a:lnTo>
                <a:lnTo>
                  <a:pt x="46482" y="76961"/>
                </a:lnTo>
                <a:lnTo>
                  <a:pt x="44183" y="96773"/>
                </a:lnTo>
                <a:lnTo>
                  <a:pt x="50279" y="94487"/>
                </a:lnTo>
                <a:lnTo>
                  <a:pt x="55625" y="93725"/>
                </a:lnTo>
                <a:lnTo>
                  <a:pt x="60185" y="93725"/>
                </a:lnTo>
                <a:lnTo>
                  <a:pt x="67336" y="94428"/>
                </a:lnTo>
                <a:lnTo>
                  <a:pt x="73910" y="96488"/>
                </a:lnTo>
                <a:lnTo>
                  <a:pt x="79909" y="99833"/>
                </a:lnTo>
                <a:lnTo>
                  <a:pt x="85331" y="104393"/>
                </a:lnTo>
                <a:lnTo>
                  <a:pt x="85331" y="83819"/>
                </a:lnTo>
                <a:lnTo>
                  <a:pt x="87630" y="82776"/>
                </a:lnTo>
                <a:close/>
              </a:path>
              <a:path w="226059" h="186055">
                <a:moveTo>
                  <a:pt x="119634" y="128777"/>
                </a:moveTo>
                <a:lnTo>
                  <a:pt x="99625" y="89820"/>
                </a:lnTo>
                <a:lnTo>
                  <a:pt x="85331" y="83819"/>
                </a:lnTo>
                <a:lnTo>
                  <a:pt x="85331" y="104393"/>
                </a:lnTo>
                <a:lnTo>
                  <a:pt x="89779" y="109394"/>
                </a:lnTo>
                <a:lnTo>
                  <a:pt x="92867" y="115252"/>
                </a:lnTo>
                <a:lnTo>
                  <a:pt x="94666" y="121967"/>
                </a:lnTo>
                <a:lnTo>
                  <a:pt x="95250" y="129539"/>
                </a:lnTo>
                <a:lnTo>
                  <a:pt x="95250" y="174673"/>
                </a:lnTo>
                <a:lnTo>
                  <a:pt x="102108" y="169163"/>
                </a:lnTo>
                <a:lnTo>
                  <a:pt x="109668" y="160603"/>
                </a:lnTo>
                <a:lnTo>
                  <a:pt x="115157" y="150971"/>
                </a:lnTo>
                <a:lnTo>
                  <a:pt x="118502" y="140338"/>
                </a:lnTo>
                <a:lnTo>
                  <a:pt x="119634" y="128777"/>
                </a:lnTo>
                <a:close/>
              </a:path>
              <a:path w="226059" h="186055">
                <a:moveTo>
                  <a:pt x="225551" y="182879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5845"/>
                </a:lnTo>
                <a:lnTo>
                  <a:pt x="203449" y="11906"/>
                </a:lnTo>
                <a:lnTo>
                  <a:pt x="167787" y="40993"/>
                </a:lnTo>
                <a:lnTo>
                  <a:pt x="158483" y="45719"/>
                </a:lnTo>
                <a:lnTo>
                  <a:pt x="158483" y="67055"/>
                </a:lnTo>
                <a:lnTo>
                  <a:pt x="194208" y="47720"/>
                </a:lnTo>
                <a:lnTo>
                  <a:pt x="203454" y="40385"/>
                </a:lnTo>
                <a:lnTo>
                  <a:pt x="203454" y="182879"/>
                </a:lnTo>
                <a:lnTo>
                  <a:pt x="225551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63531" y="330555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90"/>
                </a:moveTo>
                <a:lnTo>
                  <a:pt x="3921" y="252196"/>
                </a:lnTo>
                <a:lnTo>
                  <a:pt x="15276" y="205898"/>
                </a:lnTo>
                <a:lnTo>
                  <a:pt x="33453" y="162719"/>
                </a:lnTo>
                <a:lnTo>
                  <a:pt x="57838" y="123279"/>
                </a:lnTo>
                <a:lnTo>
                  <a:pt x="87820" y="88201"/>
                </a:lnTo>
                <a:lnTo>
                  <a:pt x="122785" y="58107"/>
                </a:lnTo>
                <a:lnTo>
                  <a:pt x="162121" y="33617"/>
                </a:lnTo>
                <a:lnTo>
                  <a:pt x="205215" y="15355"/>
                </a:lnTo>
                <a:lnTo>
                  <a:pt x="251455" y="3942"/>
                </a:lnTo>
                <a:lnTo>
                  <a:pt x="300227" y="0"/>
                </a:lnTo>
                <a:lnTo>
                  <a:pt x="349207" y="3942"/>
                </a:lnTo>
                <a:lnTo>
                  <a:pt x="395612" y="15355"/>
                </a:lnTo>
                <a:lnTo>
                  <a:pt x="438835" y="33617"/>
                </a:lnTo>
                <a:lnTo>
                  <a:pt x="478267" y="58107"/>
                </a:lnTo>
                <a:lnTo>
                  <a:pt x="513302" y="88201"/>
                </a:lnTo>
                <a:lnTo>
                  <a:pt x="543330" y="123279"/>
                </a:lnTo>
                <a:lnTo>
                  <a:pt x="567744" y="162719"/>
                </a:lnTo>
                <a:lnTo>
                  <a:pt x="585935" y="205898"/>
                </a:lnTo>
                <a:lnTo>
                  <a:pt x="597295" y="252196"/>
                </a:lnTo>
                <a:lnTo>
                  <a:pt x="601217" y="300990"/>
                </a:lnTo>
                <a:lnTo>
                  <a:pt x="597295" y="349577"/>
                </a:lnTo>
                <a:lnTo>
                  <a:pt x="585935" y="395709"/>
                </a:lnTo>
                <a:lnTo>
                  <a:pt x="567744" y="438760"/>
                </a:lnTo>
                <a:lnTo>
                  <a:pt x="543330" y="478103"/>
                </a:lnTo>
                <a:lnTo>
                  <a:pt x="513302" y="513111"/>
                </a:lnTo>
                <a:lnTo>
                  <a:pt x="478267" y="543159"/>
                </a:lnTo>
                <a:lnTo>
                  <a:pt x="438835" y="567620"/>
                </a:lnTo>
                <a:lnTo>
                  <a:pt x="395612" y="585868"/>
                </a:lnTo>
                <a:lnTo>
                  <a:pt x="349207" y="597276"/>
                </a:lnTo>
                <a:lnTo>
                  <a:pt x="300227" y="601218"/>
                </a:lnTo>
                <a:lnTo>
                  <a:pt x="251455" y="597276"/>
                </a:lnTo>
                <a:lnTo>
                  <a:pt x="205215" y="585868"/>
                </a:lnTo>
                <a:lnTo>
                  <a:pt x="162121" y="567620"/>
                </a:lnTo>
                <a:lnTo>
                  <a:pt x="122785" y="543159"/>
                </a:lnTo>
                <a:lnTo>
                  <a:pt x="87820" y="513111"/>
                </a:lnTo>
                <a:lnTo>
                  <a:pt x="57838" y="478103"/>
                </a:lnTo>
                <a:lnTo>
                  <a:pt x="33453" y="438760"/>
                </a:lnTo>
                <a:lnTo>
                  <a:pt x="15276" y="395709"/>
                </a:lnTo>
                <a:lnTo>
                  <a:pt x="3921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21087" y="3499865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79">
                <a:moveTo>
                  <a:pt x="67056" y="182880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8977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433" y="47720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165739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79" y="300990"/>
                </a:lnTo>
                <a:lnTo>
                  <a:pt x="598037" y="349577"/>
                </a:lnTo>
                <a:lnTo>
                  <a:pt x="586624" y="395709"/>
                </a:lnTo>
                <a:lnTo>
                  <a:pt x="568362" y="438760"/>
                </a:lnTo>
                <a:lnTo>
                  <a:pt x="543872" y="478103"/>
                </a:lnTo>
                <a:lnTo>
                  <a:pt x="513778" y="513111"/>
                </a:lnTo>
                <a:lnTo>
                  <a:pt x="478700" y="543159"/>
                </a:lnTo>
                <a:lnTo>
                  <a:pt x="439260" y="567620"/>
                </a:lnTo>
                <a:lnTo>
                  <a:pt x="396081" y="585868"/>
                </a:lnTo>
                <a:lnTo>
                  <a:pt x="349783" y="597276"/>
                </a:lnTo>
                <a:lnTo>
                  <a:pt x="300989" y="601218"/>
                </a:lnTo>
                <a:lnTo>
                  <a:pt x="252196" y="597276"/>
                </a:lnTo>
                <a:lnTo>
                  <a:pt x="205898" y="585868"/>
                </a:lnTo>
                <a:lnTo>
                  <a:pt x="162719" y="567620"/>
                </a:lnTo>
                <a:lnTo>
                  <a:pt x="123279" y="543159"/>
                </a:lnTo>
                <a:lnTo>
                  <a:pt x="88201" y="513111"/>
                </a:lnTo>
                <a:lnTo>
                  <a:pt x="58107" y="478103"/>
                </a:lnTo>
                <a:lnTo>
                  <a:pt x="33617" y="438760"/>
                </a:lnTo>
                <a:lnTo>
                  <a:pt x="15355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06531" y="3499972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4">
                <a:moveTo>
                  <a:pt x="96012" y="173954"/>
                </a:moveTo>
                <a:lnTo>
                  <a:pt x="96012" y="129433"/>
                </a:lnTo>
                <a:lnTo>
                  <a:pt x="95297" y="137137"/>
                </a:lnTo>
                <a:lnTo>
                  <a:pt x="93154" y="144197"/>
                </a:lnTo>
                <a:lnTo>
                  <a:pt x="57912" y="167533"/>
                </a:lnTo>
                <a:lnTo>
                  <a:pt x="49529" y="167533"/>
                </a:lnTo>
                <a:lnTo>
                  <a:pt x="22098" y="131719"/>
                </a:lnTo>
                <a:lnTo>
                  <a:pt x="0" y="134767"/>
                </a:lnTo>
                <a:lnTo>
                  <a:pt x="18287" y="171343"/>
                </a:lnTo>
                <a:lnTo>
                  <a:pt x="57912" y="185821"/>
                </a:lnTo>
                <a:lnTo>
                  <a:pt x="70604" y="184809"/>
                </a:lnTo>
                <a:lnTo>
                  <a:pt x="82296" y="181726"/>
                </a:lnTo>
                <a:lnTo>
                  <a:pt x="92844" y="176499"/>
                </a:lnTo>
                <a:lnTo>
                  <a:pt x="96012" y="173954"/>
                </a:lnTo>
                <a:close/>
              </a:path>
              <a:path w="120014" h="186054">
                <a:moveTo>
                  <a:pt x="110489" y="54757"/>
                </a:moveTo>
                <a:lnTo>
                  <a:pt x="110489" y="38755"/>
                </a:lnTo>
                <a:lnTo>
                  <a:pt x="108203" y="31135"/>
                </a:lnTo>
                <a:lnTo>
                  <a:pt x="78152" y="3108"/>
                </a:lnTo>
                <a:lnTo>
                  <a:pt x="55625" y="0"/>
                </a:lnTo>
                <a:lnTo>
                  <a:pt x="46732" y="620"/>
                </a:lnTo>
                <a:lnTo>
                  <a:pt x="9239" y="27040"/>
                </a:lnTo>
                <a:lnTo>
                  <a:pt x="2286" y="47137"/>
                </a:lnTo>
                <a:lnTo>
                  <a:pt x="24384" y="50947"/>
                </a:lnTo>
                <a:lnTo>
                  <a:pt x="26277" y="43065"/>
                </a:lnTo>
                <a:lnTo>
                  <a:pt x="28670" y="36469"/>
                </a:lnTo>
                <a:lnTo>
                  <a:pt x="31777" y="31016"/>
                </a:lnTo>
                <a:lnTo>
                  <a:pt x="35813" y="26563"/>
                </a:lnTo>
                <a:lnTo>
                  <a:pt x="41910" y="20467"/>
                </a:lnTo>
                <a:lnTo>
                  <a:pt x="48767" y="18181"/>
                </a:lnTo>
                <a:lnTo>
                  <a:pt x="66293" y="18181"/>
                </a:lnTo>
                <a:lnTo>
                  <a:pt x="73913" y="20467"/>
                </a:lnTo>
                <a:lnTo>
                  <a:pt x="84581" y="31135"/>
                </a:lnTo>
                <a:lnTo>
                  <a:pt x="87629" y="37993"/>
                </a:lnTo>
                <a:lnTo>
                  <a:pt x="87629" y="82674"/>
                </a:lnTo>
                <a:lnTo>
                  <a:pt x="93725" y="79903"/>
                </a:lnTo>
                <a:lnTo>
                  <a:pt x="99822" y="74569"/>
                </a:lnTo>
                <a:lnTo>
                  <a:pt x="104393" y="68473"/>
                </a:lnTo>
                <a:lnTo>
                  <a:pt x="108203" y="62377"/>
                </a:lnTo>
                <a:lnTo>
                  <a:pt x="110489" y="54757"/>
                </a:lnTo>
                <a:close/>
              </a:path>
              <a:path w="120014" h="186054">
                <a:moveTo>
                  <a:pt x="87629" y="82674"/>
                </a:moveTo>
                <a:lnTo>
                  <a:pt x="87629" y="46375"/>
                </a:lnTo>
                <a:lnTo>
                  <a:pt x="86915" y="53805"/>
                </a:lnTo>
                <a:lnTo>
                  <a:pt x="84772" y="60091"/>
                </a:lnTo>
                <a:lnTo>
                  <a:pt x="50291" y="76855"/>
                </a:lnTo>
                <a:lnTo>
                  <a:pt x="46470" y="76958"/>
                </a:lnTo>
                <a:lnTo>
                  <a:pt x="44196" y="96667"/>
                </a:lnTo>
                <a:lnTo>
                  <a:pt x="50291" y="94381"/>
                </a:lnTo>
                <a:lnTo>
                  <a:pt x="55625" y="93619"/>
                </a:lnTo>
                <a:lnTo>
                  <a:pt x="60198" y="93619"/>
                </a:lnTo>
                <a:lnTo>
                  <a:pt x="67448" y="94310"/>
                </a:lnTo>
                <a:lnTo>
                  <a:pt x="74199" y="96286"/>
                </a:lnTo>
                <a:lnTo>
                  <a:pt x="80236" y="99406"/>
                </a:lnTo>
                <a:lnTo>
                  <a:pt x="85343" y="103525"/>
                </a:lnTo>
                <a:lnTo>
                  <a:pt x="85343" y="83713"/>
                </a:lnTo>
                <a:lnTo>
                  <a:pt x="87629" y="82674"/>
                </a:lnTo>
                <a:close/>
              </a:path>
              <a:path w="120014" h="186054">
                <a:moveTo>
                  <a:pt x="119634" y="128671"/>
                </a:moveTo>
                <a:lnTo>
                  <a:pt x="99631" y="89428"/>
                </a:lnTo>
                <a:lnTo>
                  <a:pt x="85343" y="83713"/>
                </a:lnTo>
                <a:lnTo>
                  <a:pt x="85343" y="103525"/>
                </a:lnTo>
                <a:lnTo>
                  <a:pt x="89904" y="108966"/>
                </a:lnTo>
                <a:lnTo>
                  <a:pt x="93249" y="115051"/>
                </a:lnTo>
                <a:lnTo>
                  <a:pt x="95309" y="121849"/>
                </a:lnTo>
                <a:lnTo>
                  <a:pt x="96012" y="129433"/>
                </a:lnTo>
                <a:lnTo>
                  <a:pt x="96012" y="173954"/>
                </a:lnTo>
                <a:lnTo>
                  <a:pt x="102108" y="169057"/>
                </a:lnTo>
                <a:lnTo>
                  <a:pt x="109668" y="160497"/>
                </a:lnTo>
                <a:lnTo>
                  <a:pt x="115157" y="150865"/>
                </a:lnTo>
                <a:lnTo>
                  <a:pt x="118502" y="140232"/>
                </a:lnTo>
                <a:lnTo>
                  <a:pt x="119634" y="128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68709" y="3305555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7" y="123279"/>
                </a:lnTo>
                <a:lnTo>
                  <a:pt x="88201" y="88201"/>
                </a:lnTo>
                <a:lnTo>
                  <a:pt x="123279" y="58107"/>
                </a:lnTo>
                <a:lnTo>
                  <a:pt x="162719" y="33617"/>
                </a:lnTo>
                <a:lnTo>
                  <a:pt x="205898" y="15355"/>
                </a:lnTo>
                <a:lnTo>
                  <a:pt x="252196" y="3942"/>
                </a:lnTo>
                <a:lnTo>
                  <a:pt x="300989" y="0"/>
                </a:lnTo>
                <a:lnTo>
                  <a:pt x="349762" y="3942"/>
                </a:lnTo>
                <a:lnTo>
                  <a:pt x="396002" y="15355"/>
                </a:lnTo>
                <a:lnTo>
                  <a:pt x="439096" y="33617"/>
                </a:lnTo>
                <a:lnTo>
                  <a:pt x="478432" y="58107"/>
                </a:lnTo>
                <a:lnTo>
                  <a:pt x="513397" y="88201"/>
                </a:lnTo>
                <a:lnTo>
                  <a:pt x="543379" y="123279"/>
                </a:lnTo>
                <a:lnTo>
                  <a:pt x="567764" y="162719"/>
                </a:lnTo>
                <a:lnTo>
                  <a:pt x="585941" y="205898"/>
                </a:lnTo>
                <a:lnTo>
                  <a:pt x="597296" y="252196"/>
                </a:lnTo>
                <a:lnTo>
                  <a:pt x="601218" y="300990"/>
                </a:lnTo>
                <a:lnTo>
                  <a:pt x="597296" y="349577"/>
                </a:lnTo>
                <a:lnTo>
                  <a:pt x="585941" y="395709"/>
                </a:lnTo>
                <a:lnTo>
                  <a:pt x="567764" y="438760"/>
                </a:lnTo>
                <a:lnTo>
                  <a:pt x="543379" y="478103"/>
                </a:lnTo>
                <a:lnTo>
                  <a:pt x="513397" y="513111"/>
                </a:lnTo>
                <a:lnTo>
                  <a:pt x="478432" y="543159"/>
                </a:lnTo>
                <a:lnTo>
                  <a:pt x="439096" y="567620"/>
                </a:lnTo>
                <a:lnTo>
                  <a:pt x="396002" y="585868"/>
                </a:lnTo>
                <a:lnTo>
                  <a:pt x="349762" y="597276"/>
                </a:lnTo>
                <a:lnTo>
                  <a:pt x="300989" y="601218"/>
                </a:lnTo>
                <a:lnTo>
                  <a:pt x="252196" y="597276"/>
                </a:lnTo>
                <a:lnTo>
                  <a:pt x="205898" y="585868"/>
                </a:lnTo>
                <a:lnTo>
                  <a:pt x="162719" y="567620"/>
                </a:lnTo>
                <a:lnTo>
                  <a:pt x="123279" y="543159"/>
                </a:lnTo>
                <a:lnTo>
                  <a:pt x="88201" y="513111"/>
                </a:lnTo>
                <a:lnTo>
                  <a:pt x="58107" y="478103"/>
                </a:lnTo>
                <a:lnTo>
                  <a:pt x="33617" y="438760"/>
                </a:lnTo>
                <a:lnTo>
                  <a:pt x="15355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10263" y="3502914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7525"/>
                </a:moveTo>
                <a:lnTo>
                  <a:pt x="118110" y="0"/>
                </a:lnTo>
                <a:lnTo>
                  <a:pt x="0" y="0"/>
                </a:lnTo>
                <a:lnTo>
                  <a:pt x="0" y="21336"/>
                </a:lnTo>
                <a:lnTo>
                  <a:pt x="89916" y="21336"/>
                </a:lnTo>
                <a:lnTo>
                  <a:pt x="89916" y="55922"/>
                </a:lnTo>
                <a:lnTo>
                  <a:pt x="92392" y="51708"/>
                </a:lnTo>
                <a:lnTo>
                  <a:pt x="100964" y="38766"/>
                </a:lnTo>
                <a:lnTo>
                  <a:pt x="109537" y="27396"/>
                </a:lnTo>
                <a:lnTo>
                  <a:pt x="118110" y="17525"/>
                </a:lnTo>
                <a:close/>
              </a:path>
              <a:path w="118110" h="180339">
                <a:moveTo>
                  <a:pt x="89916" y="55922"/>
                </a:moveTo>
                <a:lnTo>
                  <a:pt x="89916" y="21336"/>
                </a:lnTo>
                <a:lnTo>
                  <a:pt x="81474" y="31611"/>
                </a:lnTo>
                <a:lnTo>
                  <a:pt x="57150" y="68580"/>
                </a:lnTo>
                <a:lnTo>
                  <a:pt x="38719" y="112728"/>
                </a:lnTo>
                <a:lnTo>
                  <a:pt x="28098" y="155924"/>
                </a:lnTo>
                <a:lnTo>
                  <a:pt x="25908" y="179832"/>
                </a:lnTo>
                <a:lnTo>
                  <a:pt x="48768" y="179832"/>
                </a:lnTo>
                <a:lnTo>
                  <a:pt x="50077" y="166401"/>
                </a:lnTo>
                <a:lnTo>
                  <a:pt x="51816" y="153543"/>
                </a:lnTo>
                <a:lnTo>
                  <a:pt x="62603" y="113549"/>
                </a:lnTo>
                <a:lnTo>
                  <a:pt x="83820" y="66294"/>
                </a:lnTo>
                <a:lnTo>
                  <a:pt x="89916" y="559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70917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990"/>
                </a:moveTo>
                <a:lnTo>
                  <a:pt x="598025" y="252196"/>
                </a:lnTo>
                <a:lnTo>
                  <a:pt x="586612" y="205898"/>
                </a:lnTo>
                <a:lnTo>
                  <a:pt x="568351" y="162719"/>
                </a:lnTo>
                <a:lnTo>
                  <a:pt x="543863" y="123279"/>
                </a:lnTo>
                <a:lnTo>
                  <a:pt x="513770" y="88201"/>
                </a:lnTo>
                <a:lnTo>
                  <a:pt x="478693" y="58107"/>
                </a:lnTo>
                <a:lnTo>
                  <a:pt x="439253" y="33617"/>
                </a:lnTo>
                <a:lnTo>
                  <a:pt x="396073" y="15355"/>
                </a:lnTo>
                <a:lnTo>
                  <a:pt x="349774" y="3942"/>
                </a:lnTo>
                <a:lnTo>
                  <a:pt x="300977" y="0"/>
                </a:lnTo>
                <a:lnTo>
                  <a:pt x="252186" y="3942"/>
                </a:lnTo>
                <a:lnTo>
                  <a:pt x="205891" y="15355"/>
                </a:lnTo>
                <a:lnTo>
                  <a:pt x="162714" y="33617"/>
                </a:lnTo>
                <a:lnTo>
                  <a:pt x="123276" y="58107"/>
                </a:lnTo>
                <a:lnTo>
                  <a:pt x="88199" y="88201"/>
                </a:lnTo>
                <a:lnTo>
                  <a:pt x="58106" y="123279"/>
                </a:lnTo>
                <a:lnTo>
                  <a:pt x="33617" y="162719"/>
                </a:lnTo>
                <a:lnTo>
                  <a:pt x="15355" y="205898"/>
                </a:lnTo>
                <a:lnTo>
                  <a:pt x="3942" y="252196"/>
                </a:lnTo>
                <a:lnTo>
                  <a:pt x="0" y="300990"/>
                </a:lnTo>
                <a:lnTo>
                  <a:pt x="3942" y="349577"/>
                </a:lnTo>
                <a:lnTo>
                  <a:pt x="15355" y="395709"/>
                </a:lnTo>
                <a:lnTo>
                  <a:pt x="33617" y="438760"/>
                </a:lnTo>
                <a:lnTo>
                  <a:pt x="58106" y="478103"/>
                </a:lnTo>
                <a:lnTo>
                  <a:pt x="88199" y="513111"/>
                </a:lnTo>
                <a:lnTo>
                  <a:pt x="123276" y="543159"/>
                </a:lnTo>
                <a:lnTo>
                  <a:pt x="162714" y="567620"/>
                </a:lnTo>
                <a:lnTo>
                  <a:pt x="205891" y="585868"/>
                </a:lnTo>
                <a:lnTo>
                  <a:pt x="252186" y="597276"/>
                </a:lnTo>
                <a:lnTo>
                  <a:pt x="300977" y="601218"/>
                </a:lnTo>
                <a:lnTo>
                  <a:pt x="349774" y="597276"/>
                </a:lnTo>
                <a:lnTo>
                  <a:pt x="396073" y="585868"/>
                </a:lnTo>
                <a:lnTo>
                  <a:pt x="439253" y="567620"/>
                </a:lnTo>
                <a:lnTo>
                  <a:pt x="478693" y="543159"/>
                </a:lnTo>
                <a:lnTo>
                  <a:pt x="513770" y="513111"/>
                </a:lnTo>
                <a:lnTo>
                  <a:pt x="543863" y="478103"/>
                </a:lnTo>
                <a:lnTo>
                  <a:pt x="568351" y="438760"/>
                </a:lnTo>
                <a:lnTo>
                  <a:pt x="586612" y="395709"/>
                </a:lnTo>
                <a:lnTo>
                  <a:pt x="598025" y="349577"/>
                </a:lnTo>
                <a:lnTo>
                  <a:pt x="601967" y="30099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70917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4" y="3942"/>
                </a:lnTo>
                <a:lnTo>
                  <a:pt x="396073" y="15355"/>
                </a:lnTo>
                <a:lnTo>
                  <a:pt x="439253" y="33617"/>
                </a:lnTo>
                <a:lnTo>
                  <a:pt x="478693" y="58107"/>
                </a:lnTo>
                <a:lnTo>
                  <a:pt x="513770" y="88201"/>
                </a:lnTo>
                <a:lnTo>
                  <a:pt x="543863" y="123279"/>
                </a:lnTo>
                <a:lnTo>
                  <a:pt x="568351" y="162719"/>
                </a:lnTo>
                <a:lnTo>
                  <a:pt x="586612" y="205898"/>
                </a:lnTo>
                <a:lnTo>
                  <a:pt x="598025" y="252196"/>
                </a:lnTo>
                <a:lnTo>
                  <a:pt x="601967" y="300990"/>
                </a:lnTo>
                <a:lnTo>
                  <a:pt x="598025" y="349577"/>
                </a:lnTo>
                <a:lnTo>
                  <a:pt x="586612" y="395709"/>
                </a:lnTo>
                <a:lnTo>
                  <a:pt x="568351" y="438760"/>
                </a:lnTo>
                <a:lnTo>
                  <a:pt x="543863" y="478103"/>
                </a:lnTo>
                <a:lnTo>
                  <a:pt x="513770" y="513111"/>
                </a:lnTo>
                <a:lnTo>
                  <a:pt x="478693" y="543159"/>
                </a:lnTo>
                <a:lnTo>
                  <a:pt x="439253" y="567620"/>
                </a:lnTo>
                <a:lnTo>
                  <a:pt x="396073" y="585868"/>
                </a:lnTo>
                <a:lnTo>
                  <a:pt x="349774" y="597276"/>
                </a:lnTo>
                <a:lnTo>
                  <a:pt x="300977" y="601218"/>
                </a:lnTo>
                <a:lnTo>
                  <a:pt x="252186" y="597276"/>
                </a:lnTo>
                <a:lnTo>
                  <a:pt x="205891" y="585868"/>
                </a:lnTo>
                <a:lnTo>
                  <a:pt x="162714" y="567620"/>
                </a:lnTo>
                <a:lnTo>
                  <a:pt x="123276" y="543159"/>
                </a:lnTo>
                <a:lnTo>
                  <a:pt x="88199" y="513111"/>
                </a:lnTo>
                <a:lnTo>
                  <a:pt x="58106" y="478103"/>
                </a:lnTo>
                <a:lnTo>
                  <a:pt x="33617" y="438760"/>
                </a:lnTo>
                <a:lnTo>
                  <a:pt x="15355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11709" y="3499865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4">
                <a:moveTo>
                  <a:pt x="119634" y="87630"/>
                </a:moveTo>
                <a:lnTo>
                  <a:pt x="115449" y="46267"/>
                </a:lnTo>
                <a:lnTo>
                  <a:pt x="89903" y="9144"/>
                </a:lnTo>
                <a:lnTo>
                  <a:pt x="57150" y="0"/>
                </a:lnTo>
                <a:lnTo>
                  <a:pt x="46088" y="966"/>
                </a:lnTo>
                <a:lnTo>
                  <a:pt x="9001" y="25919"/>
                </a:lnTo>
                <a:lnTo>
                  <a:pt x="0" y="60960"/>
                </a:lnTo>
                <a:lnTo>
                  <a:pt x="1000" y="73961"/>
                </a:lnTo>
                <a:lnTo>
                  <a:pt x="4000" y="85534"/>
                </a:lnTo>
                <a:lnTo>
                  <a:pt x="9001" y="95678"/>
                </a:lnTo>
                <a:lnTo>
                  <a:pt x="16001" y="104394"/>
                </a:lnTo>
                <a:lnTo>
                  <a:pt x="22860" y="110506"/>
                </a:lnTo>
                <a:lnTo>
                  <a:pt x="22860" y="61722"/>
                </a:lnTo>
                <a:lnTo>
                  <a:pt x="23574" y="52554"/>
                </a:lnTo>
                <a:lnTo>
                  <a:pt x="46088" y="21240"/>
                </a:lnTo>
                <a:lnTo>
                  <a:pt x="59423" y="18364"/>
                </a:lnTo>
                <a:lnTo>
                  <a:pt x="61709" y="18442"/>
                </a:lnTo>
                <a:lnTo>
                  <a:pt x="92482" y="42957"/>
                </a:lnTo>
                <a:lnTo>
                  <a:pt x="95250" y="60198"/>
                </a:lnTo>
                <a:lnTo>
                  <a:pt x="95250" y="100573"/>
                </a:lnTo>
                <a:lnTo>
                  <a:pt x="97523" y="96774"/>
                </a:lnTo>
                <a:lnTo>
                  <a:pt x="97523" y="168206"/>
                </a:lnTo>
                <a:lnTo>
                  <a:pt x="102958" y="161544"/>
                </a:lnTo>
                <a:lnTo>
                  <a:pt x="117819" y="119157"/>
                </a:lnTo>
                <a:lnTo>
                  <a:pt x="119191" y="104358"/>
                </a:lnTo>
                <a:lnTo>
                  <a:pt x="119634" y="87630"/>
                </a:lnTo>
                <a:close/>
              </a:path>
              <a:path w="120014" h="186054">
                <a:moveTo>
                  <a:pt x="97523" y="168206"/>
                </a:moveTo>
                <a:lnTo>
                  <a:pt x="97523" y="101346"/>
                </a:lnTo>
                <a:lnTo>
                  <a:pt x="97368" y="108203"/>
                </a:lnTo>
                <a:lnTo>
                  <a:pt x="96858" y="115062"/>
                </a:lnTo>
                <a:lnTo>
                  <a:pt x="82296" y="155448"/>
                </a:lnTo>
                <a:lnTo>
                  <a:pt x="73139" y="162306"/>
                </a:lnTo>
                <a:lnTo>
                  <a:pt x="67818" y="166116"/>
                </a:lnTo>
                <a:lnTo>
                  <a:pt x="61709" y="167639"/>
                </a:lnTo>
                <a:lnTo>
                  <a:pt x="47244" y="167639"/>
                </a:lnTo>
                <a:lnTo>
                  <a:pt x="25146" y="138684"/>
                </a:lnTo>
                <a:lnTo>
                  <a:pt x="3048" y="140208"/>
                </a:lnTo>
                <a:lnTo>
                  <a:pt x="27108" y="179177"/>
                </a:lnTo>
                <a:lnTo>
                  <a:pt x="54863" y="185928"/>
                </a:lnTo>
                <a:lnTo>
                  <a:pt x="64410" y="185225"/>
                </a:lnTo>
                <a:lnTo>
                  <a:pt x="73526" y="183165"/>
                </a:lnTo>
                <a:lnTo>
                  <a:pt x="82070" y="179820"/>
                </a:lnTo>
                <a:lnTo>
                  <a:pt x="89903" y="175260"/>
                </a:lnTo>
                <a:lnTo>
                  <a:pt x="96897" y="168973"/>
                </a:lnTo>
                <a:lnTo>
                  <a:pt x="97523" y="168206"/>
                </a:lnTo>
                <a:close/>
              </a:path>
              <a:path w="120014" h="186054">
                <a:moveTo>
                  <a:pt x="95250" y="100573"/>
                </a:moveTo>
                <a:lnTo>
                  <a:pt x="95250" y="60198"/>
                </a:lnTo>
                <a:lnTo>
                  <a:pt x="94545" y="69390"/>
                </a:lnTo>
                <a:lnTo>
                  <a:pt x="92578" y="77343"/>
                </a:lnTo>
                <a:lnTo>
                  <a:pt x="59423" y="101346"/>
                </a:lnTo>
                <a:lnTo>
                  <a:pt x="52160" y="100631"/>
                </a:lnTo>
                <a:lnTo>
                  <a:pt x="23562" y="70306"/>
                </a:lnTo>
                <a:lnTo>
                  <a:pt x="22860" y="61722"/>
                </a:lnTo>
                <a:lnTo>
                  <a:pt x="22860" y="110506"/>
                </a:lnTo>
                <a:lnTo>
                  <a:pt x="54863" y="121108"/>
                </a:lnTo>
                <a:lnTo>
                  <a:pt x="60809" y="120729"/>
                </a:lnTo>
                <a:lnTo>
                  <a:pt x="92963" y="104394"/>
                </a:lnTo>
                <a:lnTo>
                  <a:pt x="95250" y="100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7387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92" y="300990"/>
                </a:moveTo>
                <a:lnTo>
                  <a:pt x="598050" y="252196"/>
                </a:lnTo>
                <a:lnTo>
                  <a:pt x="586636" y="205898"/>
                </a:lnTo>
                <a:lnTo>
                  <a:pt x="568374" y="162719"/>
                </a:lnTo>
                <a:lnTo>
                  <a:pt x="543885" y="123279"/>
                </a:lnTo>
                <a:lnTo>
                  <a:pt x="513791" y="88201"/>
                </a:lnTo>
                <a:lnTo>
                  <a:pt x="478713" y="58107"/>
                </a:lnTo>
                <a:lnTo>
                  <a:pt x="439273" y="33617"/>
                </a:lnTo>
                <a:lnTo>
                  <a:pt x="396094" y="15355"/>
                </a:lnTo>
                <a:lnTo>
                  <a:pt x="349796" y="3942"/>
                </a:lnTo>
                <a:lnTo>
                  <a:pt x="301002" y="0"/>
                </a:lnTo>
                <a:lnTo>
                  <a:pt x="252205" y="3942"/>
                </a:lnTo>
                <a:lnTo>
                  <a:pt x="205904" y="15355"/>
                </a:lnTo>
                <a:lnTo>
                  <a:pt x="162723" y="33617"/>
                </a:lnTo>
                <a:lnTo>
                  <a:pt x="123282" y="58107"/>
                </a:lnTo>
                <a:lnTo>
                  <a:pt x="88203" y="88201"/>
                </a:lnTo>
                <a:lnTo>
                  <a:pt x="58107" y="123279"/>
                </a:lnTo>
                <a:lnTo>
                  <a:pt x="33618" y="162719"/>
                </a:lnTo>
                <a:lnTo>
                  <a:pt x="15355" y="205898"/>
                </a:lnTo>
                <a:lnTo>
                  <a:pt x="3942" y="252196"/>
                </a:lnTo>
                <a:lnTo>
                  <a:pt x="0" y="300990"/>
                </a:lnTo>
                <a:lnTo>
                  <a:pt x="3942" y="349577"/>
                </a:lnTo>
                <a:lnTo>
                  <a:pt x="15355" y="395709"/>
                </a:lnTo>
                <a:lnTo>
                  <a:pt x="33618" y="438760"/>
                </a:lnTo>
                <a:lnTo>
                  <a:pt x="58107" y="478103"/>
                </a:lnTo>
                <a:lnTo>
                  <a:pt x="88203" y="513111"/>
                </a:lnTo>
                <a:lnTo>
                  <a:pt x="123282" y="543159"/>
                </a:lnTo>
                <a:lnTo>
                  <a:pt x="162723" y="567620"/>
                </a:lnTo>
                <a:lnTo>
                  <a:pt x="205904" y="585868"/>
                </a:lnTo>
                <a:lnTo>
                  <a:pt x="252205" y="597276"/>
                </a:lnTo>
                <a:lnTo>
                  <a:pt x="301002" y="601218"/>
                </a:lnTo>
                <a:lnTo>
                  <a:pt x="349796" y="597276"/>
                </a:lnTo>
                <a:lnTo>
                  <a:pt x="396094" y="585868"/>
                </a:lnTo>
                <a:lnTo>
                  <a:pt x="439273" y="567620"/>
                </a:lnTo>
                <a:lnTo>
                  <a:pt x="478713" y="543159"/>
                </a:lnTo>
                <a:lnTo>
                  <a:pt x="513791" y="513111"/>
                </a:lnTo>
                <a:lnTo>
                  <a:pt x="543885" y="478103"/>
                </a:lnTo>
                <a:lnTo>
                  <a:pt x="568374" y="438760"/>
                </a:lnTo>
                <a:lnTo>
                  <a:pt x="586636" y="395709"/>
                </a:lnTo>
                <a:lnTo>
                  <a:pt x="598050" y="349577"/>
                </a:lnTo>
                <a:lnTo>
                  <a:pt x="601992" y="30099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7387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8" y="162719"/>
                </a:lnTo>
                <a:lnTo>
                  <a:pt x="58107" y="123279"/>
                </a:lnTo>
                <a:lnTo>
                  <a:pt x="88203" y="88201"/>
                </a:lnTo>
                <a:lnTo>
                  <a:pt x="123282" y="58107"/>
                </a:lnTo>
                <a:lnTo>
                  <a:pt x="162723" y="33617"/>
                </a:lnTo>
                <a:lnTo>
                  <a:pt x="205904" y="15355"/>
                </a:lnTo>
                <a:lnTo>
                  <a:pt x="252205" y="3942"/>
                </a:lnTo>
                <a:lnTo>
                  <a:pt x="301002" y="0"/>
                </a:lnTo>
                <a:lnTo>
                  <a:pt x="349796" y="3942"/>
                </a:lnTo>
                <a:lnTo>
                  <a:pt x="396094" y="15355"/>
                </a:lnTo>
                <a:lnTo>
                  <a:pt x="439273" y="33617"/>
                </a:lnTo>
                <a:lnTo>
                  <a:pt x="478713" y="58107"/>
                </a:lnTo>
                <a:lnTo>
                  <a:pt x="513791" y="88201"/>
                </a:lnTo>
                <a:lnTo>
                  <a:pt x="543885" y="123279"/>
                </a:lnTo>
                <a:lnTo>
                  <a:pt x="568374" y="162719"/>
                </a:lnTo>
                <a:lnTo>
                  <a:pt x="586636" y="205898"/>
                </a:lnTo>
                <a:lnTo>
                  <a:pt x="598050" y="252196"/>
                </a:lnTo>
                <a:lnTo>
                  <a:pt x="601992" y="300990"/>
                </a:lnTo>
                <a:lnTo>
                  <a:pt x="598050" y="349577"/>
                </a:lnTo>
                <a:lnTo>
                  <a:pt x="586636" y="395709"/>
                </a:lnTo>
                <a:lnTo>
                  <a:pt x="568374" y="438760"/>
                </a:lnTo>
                <a:lnTo>
                  <a:pt x="543885" y="478103"/>
                </a:lnTo>
                <a:lnTo>
                  <a:pt x="513791" y="513111"/>
                </a:lnTo>
                <a:lnTo>
                  <a:pt x="478713" y="543159"/>
                </a:lnTo>
                <a:lnTo>
                  <a:pt x="439273" y="567620"/>
                </a:lnTo>
                <a:lnTo>
                  <a:pt x="396094" y="585868"/>
                </a:lnTo>
                <a:lnTo>
                  <a:pt x="349796" y="597276"/>
                </a:lnTo>
                <a:lnTo>
                  <a:pt x="301002" y="601218"/>
                </a:lnTo>
                <a:lnTo>
                  <a:pt x="252205" y="597276"/>
                </a:lnTo>
                <a:lnTo>
                  <a:pt x="205904" y="585868"/>
                </a:lnTo>
                <a:lnTo>
                  <a:pt x="162723" y="567620"/>
                </a:lnTo>
                <a:lnTo>
                  <a:pt x="123282" y="543159"/>
                </a:lnTo>
                <a:lnTo>
                  <a:pt x="88203" y="513111"/>
                </a:lnTo>
                <a:lnTo>
                  <a:pt x="58107" y="478103"/>
                </a:lnTo>
                <a:lnTo>
                  <a:pt x="33618" y="438760"/>
                </a:lnTo>
                <a:lnTo>
                  <a:pt x="15355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60577" y="3499865"/>
            <a:ext cx="243840" cy="186055"/>
          </a:xfrm>
          <a:custGeom>
            <a:avLst/>
            <a:gdLst/>
            <a:ahLst/>
            <a:cxnLst/>
            <a:rect l="l" t="t" r="r" b="b"/>
            <a:pathLst>
              <a:path w="243840" h="186054">
                <a:moveTo>
                  <a:pt x="67043" y="182880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5845"/>
                </a:lnTo>
                <a:lnTo>
                  <a:pt x="44945" y="11915"/>
                </a:lnTo>
                <a:lnTo>
                  <a:pt x="9296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710" y="47720"/>
                </a:lnTo>
                <a:lnTo>
                  <a:pt x="44945" y="40386"/>
                </a:lnTo>
                <a:lnTo>
                  <a:pt x="44945" y="182880"/>
                </a:lnTo>
                <a:lnTo>
                  <a:pt x="67043" y="182880"/>
                </a:lnTo>
                <a:close/>
              </a:path>
              <a:path w="243840" h="186054">
                <a:moveTo>
                  <a:pt x="220218" y="174484"/>
                </a:moveTo>
                <a:lnTo>
                  <a:pt x="220218" y="129539"/>
                </a:lnTo>
                <a:lnTo>
                  <a:pt x="219513" y="137243"/>
                </a:lnTo>
                <a:lnTo>
                  <a:pt x="217450" y="144303"/>
                </a:lnTo>
                <a:lnTo>
                  <a:pt x="182879" y="167639"/>
                </a:lnTo>
                <a:lnTo>
                  <a:pt x="173723" y="167639"/>
                </a:lnTo>
                <a:lnTo>
                  <a:pt x="147065" y="131825"/>
                </a:lnTo>
                <a:lnTo>
                  <a:pt x="124968" y="134874"/>
                </a:lnTo>
                <a:lnTo>
                  <a:pt x="142494" y="171450"/>
                </a:lnTo>
                <a:lnTo>
                  <a:pt x="182118" y="185870"/>
                </a:lnTo>
                <a:lnTo>
                  <a:pt x="184403" y="185805"/>
                </a:lnTo>
                <a:lnTo>
                  <a:pt x="195457" y="184915"/>
                </a:lnTo>
                <a:lnTo>
                  <a:pt x="206968" y="181832"/>
                </a:lnTo>
                <a:lnTo>
                  <a:pt x="217484" y="176605"/>
                </a:lnTo>
                <a:lnTo>
                  <a:pt x="220218" y="174484"/>
                </a:lnTo>
                <a:close/>
              </a:path>
              <a:path w="243840" h="186054">
                <a:moveTo>
                  <a:pt x="235445" y="54863"/>
                </a:moveTo>
                <a:lnTo>
                  <a:pt x="235445" y="38862"/>
                </a:lnTo>
                <a:lnTo>
                  <a:pt x="233159" y="31242"/>
                </a:lnTo>
                <a:lnTo>
                  <a:pt x="203118" y="3214"/>
                </a:lnTo>
                <a:lnTo>
                  <a:pt x="184403" y="97"/>
                </a:lnTo>
                <a:lnTo>
                  <a:pt x="180594" y="106"/>
                </a:lnTo>
                <a:lnTo>
                  <a:pt x="138821" y="19061"/>
                </a:lnTo>
                <a:lnTo>
                  <a:pt x="127253" y="47244"/>
                </a:lnTo>
                <a:lnTo>
                  <a:pt x="149351" y="51054"/>
                </a:lnTo>
                <a:lnTo>
                  <a:pt x="150921" y="43172"/>
                </a:lnTo>
                <a:lnTo>
                  <a:pt x="153346" y="36575"/>
                </a:lnTo>
                <a:lnTo>
                  <a:pt x="156627" y="31122"/>
                </a:lnTo>
                <a:lnTo>
                  <a:pt x="160769" y="26670"/>
                </a:lnTo>
                <a:lnTo>
                  <a:pt x="166115" y="20574"/>
                </a:lnTo>
                <a:lnTo>
                  <a:pt x="173723" y="18287"/>
                </a:lnTo>
                <a:lnTo>
                  <a:pt x="191249" y="18287"/>
                </a:lnTo>
                <a:lnTo>
                  <a:pt x="198120" y="20574"/>
                </a:lnTo>
                <a:lnTo>
                  <a:pt x="204215" y="25908"/>
                </a:lnTo>
                <a:lnTo>
                  <a:pt x="209550" y="31242"/>
                </a:lnTo>
                <a:lnTo>
                  <a:pt x="211823" y="38100"/>
                </a:lnTo>
                <a:lnTo>
                  <a:pt x="211823" y="83128"/>
                </a:lnTo>
                <a:lnTo>
                  <a:pt x="218694" y="80010"/>
                </a:lnTo>
                <a:lnTo>
                  <a:pt x="224789" y="74675"/>
                </a:lnTo>
                <a:lnTo>
                  <a:pt x="228600" y="68580"/>
                </a:lnTo>
                <a:lnTo>
                  <a:pt x="233159" y="62484"/>
                </a:lnTo>
                <a:lnTo>
                  <a:pt x="235445" y="54863"/>
                </a:lnTo>
                <a:close/>
              </a:path>
              <a:path w="243840" h="186054">
                <a:moveTo>
                  <a:pt x="211823" y="83128"/>
                </a:moveTo>
                <a:lnTo>
                  <a:pt x="211823" y="46482"/>
                </a:lnTo>
                <a:lnTo>
                  <a:pt x="211110" y="53911"/>
                </a:lnTo>
                <a:lnTo>
                  <a:pt x="208970" y="60198"/>
                </a:lnTo>
                <a:lnTo>
                  <a:pt x="175247" y="76962"/>
                </a:lnTo>
                <a:lnTo>
                  <a:pt x="171450" y="76962"/>
                </a:lnTo>
                <a:lnTo>
                  <a:pt x="169163" y="96774"/>
                </a:lnTo>
                <a:lnTo>
                  <a:pt x="175247" y="94487"/>
                </a:lnTo>
                <a:lnTo>
                  <a:pt x="180594" y="93725"/>
                </a:lnTo>
                <a:lnTo>
                  <a:pt x="184403" y="93725"/>
                </a:lnTo>
                <a:lnTo>
                  <a:pt x="191982" y="94416"/>
                </a:lnTo>
                <a:lnTo>
                  <a:pt x="198780" y="96392"/>
                </a:lnTo>
                <a:lnTo>
                  <a:pt x="204863" y="99512"/>
                </a:lnTo>
                <a:lnTo>
                  <a:pt x="210299" y="103632"/>
                </a:lnTo>
                <a:lnTo>
                  <a:pt x="210299" y="83820"/>
                </a:lnTo>
                <a:lnTo>
                  <a:pt x="211823" y="83128"/>
                </a:lnTo>
                <a:close/>
              </a:path>
              <a:path w="243840" h="186054">
                <a:moveTo>
                  <a:pt x="243839" y="128778"/>
                </a:moveTo>
                <a:lnTo>
                  <a:pt x="224591" y="89535"/>
                </a:lnTo>
                <a:lnTo>
                  <a:pt x="210299" y="83820"/>
                </a:lnTo>
                <a:lnTo>
                  <a:pt x="210299" y="103632"/>
                </a:lnTo>
                <a:lnTo>
                  <a:pt x="214747" y="109073"/>
                </a:lnTo>
                <a:lnTo>
                  <a:pt x="217835" y="115157"/>
                </a:lnTo>
                <a:lnTo>
                  <a:pt x="219634" y="121955"/>
                </a:lnTo>
                <a:lnTo>
                  <a:pt x="220218" y="129539"/>
                </a:lnTo>
                <a:lnTo>
                  <a:pt x="220218" y="174484"/>
                </a:lnTo>
                <a:lnTo>
                  <a:pt x="227075" y="169163"/>
                </a:lnTo>
                <a:lnTo>
                  <a:pt x="234512" y="160603"/>
                </a:lnTo>
                <a:lnTo>
                  <a:pt x="239739" y="150971"/>
                </a:lnTo>
                <a:lnTo>
                  <a:pt x="242826" y="140338"/>
                </a:lnTo>
                <a:lnTo>
                  <a:pt x="243839" y="1287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77609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990"/>
                </a:moveTo>
                <a:lnTo>
                  <a:pt x="598024" y="252196"/>
                </a:lnTo>
                <a:lnTo>
                  <a:pt x="586611" y="205898"/>
                </a:lnTo>
                <a:lnTo>
                  <a:pt x="568349" y="162719"/>
                </a:lnTo>
                <a:lnTo>
                  <a:pt x="543860" y="123279"/>
                </a:lnTo>
                <a:lnTo>
                  <a:pt x="513765" y="88201"/>
                </a:lnTo>
                <a:lnTo>
                  <a:pt x="478687" y="58107"/>
                </a:lnTo>
                <a:lnTo>
                  <a:pt x="439248" y="33617"/>
                </a:lnTo>
                <a:lnTo>
                  <a:pt x="396068" y="15355"/>
                </a:lnTo>
                <a:lnTo>
                  <a:pt x="349771" y="3942"/>
                </a:lnTo>
                <a:lnTo>
                  <a:pt x="300977" y="0"/>
                </a:lnTo>
                <a:lnTo>
                  <a:pt x="252186" y="3942"/>
                </a:lnTo>
                <a:lnTo>
                  <a:pt x="205891" y="15355"/>
                </a:lnTo>
                <a:lnTo>
                  <a:pt x="162714" y="33617"/>
                </a:lnTo>
                <a:lnTo>
                  <a:pt x="123276" y="58107"/>
                </a:lnTo>
                <a:lnTo>
                  <a:pt x="88199" y="88201"/>
                </a:lnTo>
                <a:lnTo>
                  <a:pt x="58106" y="123279"/>
                </a:lnTo>
                <a:lnTo>
                  <a:pt x="33617" y="162719"/>
                </a:lnTo>
                <a:lnTo>
                  <a:pt x="15355" y="205898"/>
                </a:lnTo>
                <a:lnTo>
                  <a:pt x="3942" y="252196"/>
                </a:lnTo>
                <a:lnTo>
                  <a:pt x="0" y="300990"/>
                </a:lnTo>
                <a:lnTo>
                  <a:pt x="3942" y="349577"/>
                </a:lnTo>
                <a:lnTo>
                  <a:pt x="15355" y="395709"/>
                </a:lnTo>
                <a:lnTo>
                  <a:pt x="33617" y="438760"/>
                </a:lnTo>
                <a:lnTo>
                  <a:pt x="58106" y="478103"/>
                </a:lnTo>
                <a:lnTo>
                  <a:pt x="88199" y="513111"/>
                </a:lnTo>
                <a:lnTo>
                  <a:pt x="123276" y="543159"/>
                </a:lnTo>
                <a:lnTo>
                  <a:pt x="162714" y="567620"/>
                </a:lnTo>
                <a:lnTo>
                  <a:pt x="205891" y="585868"/>
                </a:lnTo>
                <a:lnTo>
                  <a:pt x="252186" y="597276"/>
                </a:lnTo>
                <a:lnTo>
                  <a:pt x="300977" y="601218"/>
                </a:lnTo>
                <a:lnTo>
                  <a:pt x="349771" y="597276"/>
                </a:lnTo>
                <a:lnTo>
                  <a:pt x="396068" y="585868"/>
                </a:lnTo>
                <a:lnTo>
                  <a:pt x="439248" y="567620"/>
                </a:lnTo>
                <a:lnTo>
                  <a:pt x="478687" y="543159"/>
                </a:lnTo>
                <a:lnTo>
                  <a:pt x="513765" y="513111"/>
                </a:lnTo>
                <a:lnTo>
                  <a:pt x="543860" y="478103"/>
                </a:lnTo>
                <a:lnTo>
                  <a:pt x="568349" y="438760"/>
                </a:lnTo>
                <a:lnTo>
                  <a:pt x="586611" y="395709"/>
                </a:lnTo>
                <a:lnTo>
                  <a:pt x="598024" y="349577"/>
                </a:lnTo>
                <a:lnTo>
                  <a:pt x="601967" y="30099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7609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990"/>
                </a:moveTo>
                <a:lnTo>
                  <a:pt x="3942" y="252196"/>
                </a:lnTo>
                <a:lnTo>
                  <a:pt x="15355" y="205898"/>
                </a:lnTo>
                <a:lnTo>
                  <a:pt x="33617" y="162719"/>
                </a:lnTo>
                <a:lnTo>
                  <a:pt x="58106" y="123279"/>
                </a:lnTo>
                <a:lnTo>
                  <a:pt x="88199" y="88201"/>
                </a:lnTo>
                <a:lnTo>
                  <a:pt x="123276" y="58107"/>
                </a:lnTo>
                <a:lnTo>
                  <a:pt x="162714" y="33617"/>
                </a:lnTo>
                <a:lnTo>
                  <a:pt x="205891" y="15355"/>
                </a:lnTo>
                <a:lnTo>
                  <a:pt x="252186" y="3942"/>
                </a:lnTo>
                <a:lnTo>
                  <a:pt x="300977" y="0"/>
                </a:lnTo>
                <a:lnTo>
                  <a:pt x="349771" y="3942"/>
                </a:lnTo>
                <a:lnTo>
                  <a:pt x="396068" y="15355"/>
                </a:lnTo>
                <a:lnTo>
                  <a:pt x="439248" y="33617"/>
                </a:lnTo>
                <a:lnTo>
                  <a:pt x="478687" y="58107"/>
                </a:lnTo>
                <a:lnTo>
                  <a:pt x="513765" y="88201"/>
                </a:lnTo>
                <a:lnTo>
                  <a:pt x="543860" y="123279"/>
                </a:lnTo>
                <a:lnTo>
                  <a:pt x="568349" y="162719"/>
                </a:lnTo>
                <a:lnTo>
                  <a:pt x="586611" y="205898"/>
                </a:lnTo>
                <a:lnTo>
                  <a:pt x="598024" y="252196"/>
                </a:lnTo>
                <a:lnTo>
                  <a:pt x="601967" y="300990"/>
                </a:lnTo>
                <a:lnTo>
                  <a:pt x="598024" y="349577"/>
                </a:lnTo>
                <a:lnTo>
                  <a:pt x="586611" y="395709"/>
                </a:lnTo>
                <a:lnTo>
                  <a:pt x="568349" y="438760"/>
                </a:lnTo>
                <a:lnTo>
                  <a:pt x="543860" y="478103"/>
                </a:lnTo>
                <a:lnTo>
                  <a:pt x="513765" y="513111"/>
                </a:lnTo>
                <a:lnTo>
                  <a:pt x="478687" y="543159"/>
                </a:lnTo>
                <a:lnTo>
                  <a:pt x="439248" y="567620"/>
                </a:lnTo>
                <a:lnTo>
                  <a:pt x="396068" y="585868"/>
                </a:lnTo>
                <a:lnTo>
                  <a:pt x="349771" y="597276"/>
                </a:lnTo>
                <a:lnTo>
                  <a:pt x="300977" y="601218"/>
                </a:lnTo>
                <a:lnTo>
                  <a:pt x="252186" y="597276"/>
                </a:lnTo>
                <a:lnTo>
                  <a:pt x="205891" y="585868"/>
                </a:lnTo>
                <a:lnTo>
                  <a:pt x="162714" y="567620"/>
                </a:lnTo>
                <a:lnTo>
                  <a:pt x="123276" y="543159"/>
                </a:lnTo>
                <a:lnTo>
                  <a:pt x="88199" y="513111"/>
                </a:lnTo>
                <a:lnTo>
                  <a:pt x="58106" y="478103"/>
                </a:lnTo>
                <a:lnTo>
                  <a:pt x="33617" y="438760"/>
                </a:lnTo>
                <a:lnTo>
                  <a:pt x="15355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42974" y="3499865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4">
                <a:moveTo>
                  <a:pt x="97523" y="98007"/>
                </a:moveTo>
                <a:lnTo>
                  <a:pt x="97523" y="49530"/>
                </a:lnTo>
                <a:lnTo>
                  <a:pt x="96928" y="55959"/>
                </a:lnTo>
                <a:lnTo>
                  <a:pt x="95048" y="62674"/>
                </a:lnTo>
                <a:lnTo>
                  <a:pt x="71908" y="93440"/>
                </a:lnTo>
                <a:lnTo>
                  <a:pt x="38094" y="122789"/>
                </a:lnTo>
                <a:lnTo>
                  <a:pt x="30092" y="130016"/>
                </a:lnTo>
                <a:lnTo>
                  <a:pt x="5631" y="161043"/>
                </a:lnTo>
                <a:lnTo>
                  <a:pt x="0" y="177546"/>
                </a:lnTo>
                <a:lnTo>
                  <a:pt x="0" y="182880"/>
                </a:lnTo>
                <a:lnTo>
                  <a:pt x="31241" y="182880"/>
                </a:lnTo>
                <a:lnTo>
                  <a:pt x="31241" y="161544"/>
                </a:lnTo>
                <a:lnTo>
                  <a:pt x="33515" y="156972"/>
                </a:lnTo>
                <a:lnTo>
                  <a:pt x="41148" y="149351"/>
                </a:lnTo>
                <a:lnTo>
                  <a:pt x="44872" y="145351"/>
                </a:lnTo>
                <a:lnTo>
                  <a:pt x="50382" y="140208"/>
                </a:lnTo>
                <a:lnTo>
                  <a:pt x="57751" y="133921"/>
                </a:lnTo>
                <a:lnTo>
                  <a:pt x="67055" y="126492"/>
                </a:lnTo>
                <a:lnTo>
                  <a:pt x="78198" y="116764"/>
                </a:lnTo>
                <a:lnTo>
                  <a:pt x="87625" y="108108"/>
                </a:lnTo>
                <a:lnTo>
                  <a:pt x="95339" y="100453"/>
                </a:lnTo>
                <a:lnTo>
                  <a:pt x="97523" y="98007"/>
                </a:lnTo>
                <a:close/>
              </a:path>
              <a:path w="264159" h="186054">
                <a:moveTo>
                  <a:pt x="120395" y="57912"/>
                </a:moveTo>
                <a:lnTo>
                  <a:pt x="120395" y="50292"/>
                </a:lnTo>
                <a:lnTo>
                  <a:pt x="119514" y="39874"/>
                </a:lnTo>
                <a:lnTo>
                  <a:pt x="97012" y="8036"/>
                </a:lnTo>
                <a:lnTo>
                  <a:pt x="64007" y="0"/>
                </a:lnTo>
                <a:lnTo>
                  <a:pt x="51564" y="845"/>
                </a:lnTo>
                <a:lnTo>
                  <a:pt x="15394" y="20538"/>
                </a:lnTo>
                <a:lnTo>
                  <a:pt x="4572" y="52578"/>
                </a:lnTo>
                <a:lnTo>
                  <a:pt x="27431" y="54863"/>
                </a:lnTo>
                <a:lnTo>
                  <a:pt x="28122" y="46732"/>
                </a:lnTo>
                <a:lnTo>
                  <a:pt x="30097" y="39528"/>
                </a:lnTo>
                <a:lnTo>
                  <a:pt x="63245" y="18287"/>
                </a:lnTo>
                <a:lnTo>
                  <a:pt x="70384" y="18859"/>
                </a:lnTo>
                <a:lnTo>
                  <a:pt x="97523" y="41148"/>
                </a:lnTo>
                <a:lnTo>
                  <a:pt x="97523" y="98007"/>
                </a:lnTo>
                <a:lnTo>
                  <a:pt x="101345" y="93725"/>
                </a:lnTo>
                <a:lnTo>
                  <a:pt x="118872" y="64770"/>
                </a:lnTo>
                <a:lnTo>
                  <a:pt x="120395" y="57912"/>
                </a:lnTo>
                <a:close/>
              </a:path>
              <a:path w="264159" h="186054">
                <a:moveTo>
                  <a:pt x="121157" y="182880"/>
                </a:moveTo>
                <a:lnTo>
                  <a:pt x="121157" y="161544"/>
                </a:lnTo>
                <a:lnTo>
                  <a:pt x="31241" y="161544"/>
                </a:lnTo>
                <a:lnTo>
                  <a:pt x="31241" y="182880"/>
                </a:lnTo>
                <a:lnTo>
                  <a:pt x="121157" y="182880"/>
                </a:lnTo>
                <a:close/>
              </a:path>
              <a:path w="264159" h="186054">
                <a:moveTo>
                  <a:pt x="263639" y="92963"/>
                </a:moveTo>
                <a:lnTo>
                  <a:pt x="259841" y="49530"/>
                </a:lnTo>
                <a:lnTo>
                  <a:pt x="237743" y="9906"/>
                </a:lnTo>
                <a:lnTo>
                  <a:pt x="204203" y="0"/>
                </a:lnTo>
                <a:lnTo>
                  <a:pt x="194799" y="595"/>
                </a:lnTo>
                <a:lnTo>
                  <a:pt x="159823" y="23336"/>
                </a:lnTo>
                <a:lnTo>
                  <a:pt x="146488" y="63912"/>
                </a:lnTo>
                <a:lnTo>
                  <a:pt x="144779" y="92963"/>
                </a:lnTo>
                <a:lnTo>
                  <a:pt x="145921" y="116836"/>
                </a:lnTo>
                <a:lnTo>
                  <a:pt x="149347" y="137064"/>
                </a:lnTo>
                <a:lnTo>
                  <a:pt x="155061" y="153721"/>
                </a:lnTo>
                <a:lnTo>
                  <a:pt x="163067" y="166878"/>
                </a:lnTo>
                <a:lnTo>
                  <a:pt x="167627" y="171605"/>
                </a:lnTo>
                <a:lnTo>
                  <a:pt x="167627" y="92963"/>
                </a:lnTo>
                <a:lnTo>
                  <a:pt x="168343" y="72389"/>
                </a:lnTo>
                <a:lnTo>
                  <a:pt x="179069" y="31242"/>
                </a:lnTo>
                <a:lnTo>
                  <a:pt x="204203" y="18287"/>
                </a:lnTo>
                <a:lnTo>
                  <a:pt x="211793" y="19157"/>
                </a:lnTo>
                <a:lnTo>
                  <a:pt x="238029" y="55149"/>
                </a:lnTo>
                <a:lnTo>
                  <a:pt x="240791" y="92963"/>
                </a:lnTo>
                <a:lnTo>
                  <a:pt x="240791" y="172124"/>
                </a:lnTo>
                <a:lnTo>
                  <a:pt x="243727" y="169104"/>
                </a:lnTo>
                <a:lnTo>
                  <a:pt x="260108" y="134219"/>
                </a:lnTo>
                <a:lnTo>
                  <a:pt x="263222" y="108239"/>
                </a:lnTo>
                <a:lnTo>
                  <a:pt x="263639" y="92963"/>
                </a:lnTo>
                <a:close/>
              </a:path>
              <a:path w="264159" h="186054">
                <a:moveTo>
                  <a:pt x="240791" y="172124"/>
                </a:moveTo>
                <a:lnTo>
                  <a:pt x="240791" y="92963"/>
                </a:lnTo>
                <a:lnTo>
                  <a:pt x="240089" y="113395"/>
                </a:lnTo>
                <a:lnTo>
                  <a:pt x="238029" y="130111"/>
                </a:lnTo>
                <a:lnTo>
                  <a:pt x="218592" y="163734"/>
                </a:lnTo>
                <a:lnTo>
                  <a:pt x="204203" y="167639"/>
                </a:lnTo>
                <a:lnTo>
                  <a:pt x="196940" y="166651"/>
                </a:lnTo>
                <a:lnTo>
                  <a:pt x="170395" y="130111"/>
                </a:lnTo>
                <a:lnTo>
                  <a:pt x="167627" y="92963"/>
                </a:lnTo>
                <a:lnTo>
                  <a:pt x="167627" y="171605"/>
                </a:lnTo>
                <a:lnTo>
                  <a:pt x="171209" y="175319"/>
                </a:lnTo>
                <a:lnTo>
                  <a:pt x="180778" y="181260"/>
                </a:lnTo>
                <a:lnTo>
                  <a:pt x="191775" y="184773"/>
                </a:lnTo>
                <a:lnTo>
                  <a:pt x="204203" y="185928"/>
                </a:lnTo>
                <a:lnTo>
                  <a:pt x="213949" y="185225"/>
                </a:lnTo>
                <a:lnTo>
                  <a:pt x="222692" y="183165"/>
                </a:lnTo>
                <a:lnTo>
                  <a:pt x="230576" y="179820"/>
                </a:lnTo>
                <a:lnTo>
                  <a:pt x="237743" y="175260"/>
                </a:lnTo>
                <a:lnTo>
                  <a:pt x="240791" y="172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67906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80" y="300990"/>
                </a:moveTo>
                <a:lnTo>
                  <a:pt x="598037" y="252196"/>
                </a:lnTo>
                <a:lnTo>
                  <a:pt x="586624" y="205898"/>
                </a:lnTo>
                <a:lnTo>
                  <a:pt x="568362" y="162719"/>
                </a:lnTo>
                <a:lnTo>
                  <a:pt x="543872" y="123279"/>
                </a:lnTo>
                <a:lnTo>
                  <a:pt x="513778" y="88201"/>
                </a:lnTo>
                <a:lnTo>
                  <a:pt x="478700" y="58107"/>
                </a:lnTo>
                <a:lnTo>
                  <a:pt x="439260" y="33617"/>
                </a:lnTo>
                <a:lnTo>
                  <a:pt x="396081" y="15355"/>
                </a:lnTo>
                <a:lnTo>
                  <a:pt x="349783" y="3942"/>
                </a:lnTo>
                <a:lnTo>
                  <a:pt x="300990" y="0"/>
                </a:lnTo>
                <a:lnTo>
                  <a:pt x="252193" y="3942"/>
                </a:lnTo>
                <a:lnTo>
                  <a:pt x="205893" y="15355"/>
                </a:lnTo>
                <a:lnTo>
                  <a:pt x="162713" y="33617"/>
                </a:lnTo>
                <a:lnTo>
                  <a:pt x="123273" y="58107"/>
                </a:lnTo>
                <a:lnTo>
                  <a:pt x="88196" y="88201"/>
                </a:lnTo>
                <a:lnTo>
                  <a:pt x="58103" y="123279"/>
                </a:lnTo>
                <a:lnTo>
                  <a:pt x="33615" y="162719"/>
                </a:lnTo>
                <a:lnTo>
                  <a:pt x="15354" y="205898"/>
                </a:lnTo>
                <a:lnTo>
                  <a:pt x="3942" y="252196"/>
                </a:lnTo>
                <a:lnTo>
                  <a:pt x="0" y="300990"/>
                </a:lnTo>
                <a:lnTo>
                  <a:pt x="3942" y="349577"/>
                </a:lnTo>
                <a:lnTo>
                  <a:pt x="15354" y="395709"/>
                </a:lnTo>
                <a:lnTo>
                  <a:pt x="33615" y="438760"/>
                </a:lnTo>
                <a:lnTo>
                  <a:pt x="58103" y="478103"/>
                </a:lnTo>
                <a:lnTo>
                  <a:pt x="88196" y="513111"/>
                </a:lnTo>
                <a:lnTo>
                  <a:pt x="123273" y="543159"/>
                </a:lnTo>
                <a:lnTo>
                  <a:pt x="162713" y="567620"/>
                </a:lnTo>
                <a:lnTo>
                  <a:pt x="205893" y="585868"/>
                </a:lnTo>
                <a:lnTo>
                  <a:pt x="252193" y="597276"/>
                </a:lnTo>
                <a:lnTo>
                  <a:pt x="300990" y="601218"/>
                </a:lnTo>
                <a:lnTo>
                  <a:pt x="349783" y="597276"/>
                </a:lnTo>
                <a:lnTo>
                  <a:pt x="396081" y="585868"/>
                </a:lnTo>
                <a:lnTo>
                  <a:pt x="439260" y="567620"/>
                </a:lnTo>
                <a:lnTo>
                  <a:pt x="478700" y="543159"/>
                </a:lnTo>
                <a:lnTo>
                  <a:pt x="513778" y="513111"/>
                </a:lnTo>
                <a:lnTo>
                  <a:pt x="543872" y="478103"/>
                </a:lnTo>
                <a:lnTo>
                  <a:pt x="568362" y="438760"/>
                </a:lnTo>
                <a:lnTo>
                  <a:pt x="586624" y="395709"/>
                </a:lnTo>
                <a:lnTo>
                  <a:pt x="598037" y="349577"/>
                </a:lnTo>
                <a:lnTo>
                  <a:pt x="601980" y="30099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79065" y="3305555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990"/>
                </a:moveTo>
                <a:lnTo>
                  <a:pt x="3942" y="252196"/>
                </a:lnTo>
                <a:lnTo>
                  <a:pt x="15354" y="205898"/>
                </a:lnTo>
                <a:lnTo>
                  <a:pt x="33615" y="162719"/>
                </a:lnTo>
                <a:lnTo>
                  <a:pt x="58103" y="123279"/>
                </a:lnTo>
                <a:lnTo>
                  <a:pt x="88196" y="88201"/>
                </a:lnTo>
                <a:lnTo>
                  <a:pt x="123273" y="58107"/>
                </a:lnTo>
                <a:lnTo>
                  <a:pt x="162713" y="33617"/>
                </a:lnTo>
                <a:lnTo>
                  <a:pt x="205893" y="15355"/>
                </a:lnTo>
                <a:lnTo>
                  <a:pt x="252193" y="3942"/>
                </a:lnTo>
                <a:lnTo>
                  <a:pt x="300990" y="0"/>
                </a:lnTo>
                <a:lnTo>
                  <a:pt x="349783" y="3942"/>
                </a:lnTo>
                <a:lnTo>
                  <a:pt x="396081" y="15355"/>
                </a:lnTo>
                <a:lnTo>
                  <a:pt x="439260" y="33617"/>
                </a:lnTo>
                <a:lnTo>
                  <a:pt x="478700" y="58107"/>
                </a:lnTo>
                <a:lnTo>
                  <a:pt x="513778" y="88201"/>
                </a:lnTo>
                <a:lnTo>
                  <a:pt x="543872" y="123279"/>
                </a:lnTo>
                <a:lnTo>
                  <a:pt x="568362" y="162719"/>
                </a:lnTo>
                <a:lnTo>
                  <a:pt x="586624" y="205898"/>
                </a:lnTo>
                <a:lnTo>
                  <a:pt x="598037" y="252196"/>
                </a:lnTo>
                <a:lnTo>
                  <a:pt x="601980" y="300990"/>
                </a:lnTo>
                <a:lnTo>
                  <a:pt x="598037" y="349577"/>
                </a:lnTo>
                <a:lnTo>
                  <a:pt x="586624" y="395709"/>
                </a:lnTo>
                <a:lnTo>
                  <a:pt x="568362" y="438760"/>
                </a:lnTo>
                <a:lnTo>
                  <a:pt x="543872" y="478103"/>
                </a:lnTo>
                <a:lnTo>
                  <a:pt x="513778" y="513111"/>
                </a:lnTo>
                <a:lnTo>
                  <a:pt x="478700" y="543159"/>
                </a:lnTo>
                <a:lnTo>
                  <a:pt x="439260" y="567620"/>
                </a:lnTo>
                <a:lnTo>
                  <a:pt x="396081" y="585868"/>
                </a:lnTo>
                <a:lnTo>
                  <a:pt x="349783" y="597276"/>
                </a:lnTo>
                <a:lnTo>
                  <a:pt x="300990" y="601218"/>
                </a:lnTo>
                <a:lnTo>
                  <a:pt x="252193" y="597276"/>
                </a:lnTo>
                <a:lnTo>
                  <a:pt x="205893" y="585868"/>
                </a:lnTo>
                <a:lnTo>
                  <a:pt x="162713" y="567620"/>
                </a:lnTo>
                <a:lnTo>
                  <a:pt x="123273" y="543159"/>
                </a:lnTo>
                <a:lnTo>
                  <a:pt x="88196" y="513111"/>
                </a:lnTo>
                <a:lnTo>
                  <a:pt x="58103" y="478103"/>
                </a:lnTo>
                <a:lnTo>
                  <a:pt x="33615" y="438760"/>
                </a:lnTo>
                <a:lnTo>
                  <a:pt x="15354" y="395709"/>
                </a:lnTo>
                <a:lnTo>
                  <a:pt x="3942" y="349577"/>
                </a:lnTo>
                <a:lnTo>
                  <a:pt x="0" y="300990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48991" y="3499865"/>
            <a:ext cx="226060" cy="186055"/>
          </a:xfrm>
          <a:custGeom>
            <a:avLst/>
            <a:gdLst/>
            <a:ahLst/>
            <a:cxnLst/>
            <a:rect l="l" t="t" r="r" b="b"/>
            <a:pathLst>
              <a:path w="226059" h="186054">
                <a:moveTo>
                  <a:pt x="95250" y="174673"/>
                </a:moveTo>
                <a:lnTo>
                  <a:pt x="95250" y="129539"/>
                </a:lnTo>
                <a:lnTo>
                  <a:pt x="94654" y="137243"/>
                </a:lnTo>
                <a:lnTo>
                  <a:pt x="92773" y="144303"/>
                </a:lnTo>
                <a:lnTo>
                  <a:pt x="57912" y="167639"/>
                </a:lnTo>
                <a:lnTo>
                  <a:pt x="48755" y="167639"/>
                </a:lnTo>
                <a:lnTo>
                  <a:pt x="22085" y="131825"/>
                </a:lnTo>
                <a:lnTo>
                  <a:pt x="0" y="134874"/>
                </a:lnTo>
                <a:lnTo>
                  <a:pt x="18288" y="171450"/>
                </a:lnTo>
                <a:lnTo>
                  <a:pt x="57912" y="185928"/>
                </a:lnTo>
                <a:lnTo>
                  <a:pt x="70604" y="184915"/>
                </a:lnTo>
                <a:lnTo>
                  <a:pt x="82296" y="181832"/>
                </a:lnTo>
                <a:lnTo>
                  <a:pt x="92773" y="176640"/>
                </a:lnTo>
                <a:lnTo>
                  <a:pt x="92909" y="176553"/>
                </a:lnTo>
                <a:lnTo>
                  <a:pt x="95250" y="174673"/>
                </a:lnTo>
                <a:close/>
              </a:path>
              <a:path w="226059" h="186054">
                <a:moveTo>
                  <a:pt x="110490" y="54863"/>
                </a:moveTo>
                <a:lnTo>
                  <a:pt x="110490" y="38862"/>
                </a:lnTo>
                <a:lnTo>
                  <a:pt x="108204" y="31242"/>
                </a:lnTo>
                <a:lnTo>
                  <a:pt x="78152" y="3214"/>
                </a:lnTo>
                <a:lnTo>
                  <a:pt x="55625" y="106"/>
                </a:lnTo>
                <a:lnTo>
                  <a:pt x="46714" y="726"/>
                </a:lnTo>
                <a:lnTo>
                  <a:pt x="8853" y="27146"/>
                </a:lnTo>
                <a:lnTo>
                  <a:pt x="2286" y="47244"/>
                </a:lnTo>
                <a:lnTo>
                  <a:pt x="24384" y="51054"/>
                </a:lnTo>
                <a:lnTo>
                  <a:pt x="25953" y="43172"/>
                </a:lnTo>
                <a:lnTo>
                  <a:pt x="28379" y="36575"/>
                </a:lnTo>
                <a:lnTo>
                  <a:pt x="31665" y="31122"/>
                </a:lnTo>
                <a:lnTo>
                  <a:pt x="35814" y="26670"/>
                </a:lnTo>
                <a:lnTo>
                  <a:pt x="41897" y="20574"/>
                </a:lnTo>
                <a:lnTo>
                  <a:pt x="48755" y="18287"/>
                </a:lnTo>
                <a:lnTo>
                  <a:pt x="66281" y="18287"/>
                </a:lnTo>
                <a:lnTo>
                  <a:pt x="73151" y="20574"/>
                </a:lnTo>
                <a:lnTo>
                  <a:pt x="79235" y="25908"/>
                </a:lnTo>
                <a:lnTo>
                  <a:pt x="84582" y="31242"/>
                </a:lnTo>
                <a:lnTo>
                  <a:pt x="87630" y="38100"/>
                </a:lnTo>
                <a:lnTo>
                  <a:pt x="87630" y="82776"/>
                </a:lnTo>
                <a:lnTo>
                  <a:pt x="93725" y="80010"/>
                </a:lnTo>
                <a:lnTo>
                  <a:pt x="99809" y="74675"/>
                </a:lnTo>
                <a:lnTo>
                  <a:pt x="104381" y="68580"/>
                </a:lnTo>
                <a:lnTo>
                  <a:pt x="108204" y="62484"/>
                </a:lnTo>
                <a:lnTo>
                  <a:pt x="110490" y="54863"/>
                </a:lnTo>
                <a:close/>
              </a:path>
              <a:path w="226059" h="186054">
                <a:moveTo>
                  <a:pt x="87630" y="82776"/>
                </a:moveTo>
                <a:lnTo>
                  <a:pt x="87630" y="46482"/>
                </a:lnTo>
                <a:lnTo>
                  <a:pt x="86913" y="53911"/>
                </a:lnTo>
                <a:lnTo>
                  <a:pt x="84767" y="60198"/>
                </a:lnTo>
                <a:lnTo>
                  <a:pt x="50279" y="76962"/>
                </a:lnTo>
                <a:lnTo>
                  <a:pt x="46482" y="76962"/>
                </a:lnTo>
                <a:lnTo>
                  <a:pt x="44183" y="96774"/>
                </a:lnTo>
                <a:lnTo>
                  <a:pt x="50279" y="94487"/>
                </a:lnTo>
                <a:lnTo>
                  <a:pt x="55625" y="93725"/>
                </a:lnTo>
                <a:lnTo>
                  <a:pt x="60185" y="93725"/>
                </a:lnTo>
                <a:lnTo>
                  <a:pt x="67336" y="94416"/>
                </a:lnTo>
                <a:lnTo>
                  <a:pt x="73910" y="96392"/>
                </a:lnTo>
                <a:lnTo>
                  <a:pt x="79909" y="99512"/>
                </a:lnTo>
                <a:lnTo>
                  <a:pt x="85331" y="103632"/>
                </a:lnTo>
                <a:lnTo>
                  <a:pt x="85331" y="83820"/>
                </a:lnTo>
                <a:lnTo>
                  <a:pt x="87630" y="82776"/>
                </a:lnTo>
                <a:close/>
              </a:path>
              <a:path w="226059" h="186054">
                <a:moveTo>
                  <a:pt x="119634" y="128778"/>
                </a:moveTo>
                <a:lnTo>
                  <a:pt x="99625" y="89535"/>
                </a:lnTo>
                <a:lnTo>
                  <a:pt x="85331" y="83820"/>
                </a:lnTo>
                <a:lnTo>
                  <a:pt x="85331" y="103632"/>
                </a:lnTo>
                <a:lnTo>
                  <a:pt x="89779" y="109073"/>
                </a:lnTo>
                <a:lnTo>
                  <a:pt x="92867" y="115157"/>
                </a:lnTo>
                <a:lnTo>
                  <a:pt x="94666" y="121955"/>
                </a:lnTo>
                <a:lnTo>
                  <a:pt x="95250" y="129539"/>
                </a:lnTo>
                <a:lnTo>
                  <a:pt x="95250" y="174673"/>
                </a:lnTo>
                <a:lnTo>
                  <a:pt x="102108" y="169163"/>
                </a:lnTo>
                <a:lnTo>
                  <a:pt x="109668" y="160603"/>
                </a:lnTo>
                <a:lnTo>
                  <a:pt x="115157" y="150971"/>
                </a:lnTo>
                <a:lnTo>
                  <a:pt x="118502" y="140338"/>
                </a:lnTo>
                <a:lnTo>
                  <a:pt x="119634" y="128778"/>
                </a:lnTo>
                <a:close/>
              </a:path>
              <a:path w="226059" h="186054">
                <a:moveTo>
                  <a:pt x="225551" y="182880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5845"/>
                </a:lnTo>
                <a:lnTo>
                  <a:pt x="203449" y="11906"/>
                </a:lnTo>
                <a:lnTo>
                  <a:pt x="167787" y="40993"/>
                </a:lnTo>
                <a:lnTo>
                  <a:pt x="158483" y="45720"/>
                </a:lnTo>
                <a:lnTo>
                  <a:pt x="158483" y="67056"/>
                </a:lnTo>
                <a:lnTo>
                  <a:pt x="194208" y="47720"/>
                </a:lnTo>
                <a:lnTo>
                  <a:pt x="203454" y="40386"/>
                </a:lnTo>
                <a:lnTo>
                  <a:pt x="203454" y="182880"/>
                </a:lnTo>
                <a:lnTo>
                  <a:pt x="225551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63531" y="4207764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207" y="3921"/>
                </a:lnTo>
                <a:lnTo>
                  <a:pt x="395612" y="15276"/>
                </a:lnTo>
                <a:lnTo>
                  <a:pt x="438835" y="33453"/>
                </a:lnTo>
                <a:lnTo>
                  <a:pt x="478267" y="57838"/>
                </a:lnTo>
                <a:lnTo>
                  <a:pt x="513302" y="87820"/>
                </a:lnTo>
                <a:lnTo>
                  <a:pt x="543330" y="122785"/>
                </a:lnTo>
                <a:lnTo>
                  <a:pt x="567744" y="162121"/>
                </a:lnTo>
                <a:lnTo>
                  <a:pt x="585935" y="205215"/>
                </a:lnTo>
                <a:lnTo>
                  <a:pt x="597295" y="251455"/>
                </a:lnTo>
                <a:lnTo>
                  <a:pt x="601217" y="300227"/>
                </a:lnTo>
                <a:lnTo>
                  <a:pt x="597295" y="349021"/>
                </a:lnTo>
                <a:lnTo>
                  <a:pt x="585935" y="395319"/>
                </a:lnTo>
                <a:lnTo>
                  <a:pt x="567744" y="438498"/>
                </a:lnTo>
                <a:lnTo>
                  <a:pt x="543330" y="477938"/>
                </a:lnTo>
                <a:lnTo>
                  <a:pt x="513302" y="513016"/>
                </a:lnTo>
                <a:lnTo>
                  <a:pt x="478267" y="543110"/>
                </a:lnTo>
                <a:lnTo>
                  <a:pt x="438835" y="567600"/>
                </a:lnTo>
                <a:lnTo>
                  <a:pt x="395612" y="585862"/>
                </a:lnTo>
                <a:lnTo>
                  <a:pt x="349207" y="597275"/>
                </a:lnTo>
                <a:lnTo>
                  <a:pt x="300227" y="601218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521087" y="4401311"/>
            <a:ext cx="67310" cy="184150"/>
          </a:xfrm>
          <a:custGeom>
            <a:avLst/>
            <a:gdLst/>
            <a:ahLst/>
            <a:cxnLst/>
            <a:rect l="l" t="t" r="r" b="b"/>
            <a:pathLst>
              <a:path w="67310" h="184150">
                <a:moveTo>
                  <a:pt x="67056" y="183641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1"/>
                </a:lnTo>
                <a:lnTo>
                  <a:pt x="8977" y="41636"/>
                </a:lnTo>
                <a:lnTo>
                  <a:pt x="0" y="46482"/>
                </a:lnTo>
                <a:lnTo>
                  <a:pt x="0" y="67817"/>
                </a:lnTo>
                <a:lnTo>
                  <a:pt x="5298" y="65710"/>
                </a:lnTo>
                <a:lnTo>
                  <a:pt x="10953" y="62960"/>
                </a:lnTo>
                <a:lnTo>
                  <a:pt x="17037" y="59781"/>
                </a:lnTo>
                <a:lnTo>
                  <a:pt x="23622" y="56387"/>
                </a:lnTo>
                <a:lnTo>
                  <a:pt x="29741" y="52387"/>
                </a:lnTo>
                <a:lnTo>
                  <a:pt x="35433" y="48387"/>
                </a:lnTo>
                <a:lnTo>
                  <a:pt x="40552" y="44386"/>
                </a:lnTo>
                <a:lnTo>
                  <a:pt x="44958" y="40386"/>
                </a:lnTo>
                <a:lnTo>
                  <a:pt x="44958" y="183641"/>
                </a:lnTo>
                <a:lnTo>
                  <a:pt x="67056" y="183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65739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79" y="300227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89" y="601218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06531" y="4401435"/>
            <a:ext cx="120014" cy="186690"/>
          </a:xfrm>
          <a:custGeom>
            <a:avLst/>
            <a:gdLst/>
            <a:ahLst/>
            <a:cxnLst/>
            <a:rect l="l" t="t" r="r" b="b"/>
            <a:pathLst>
              <a:path w="120014" h="186689">
                <a:moveTo>
                  <a:pt x="96012" y="174699"/>
                </a:moveTo>
                <a:lnTo>
                  <a:pt x="96012" y="130178"/>
                </a:lnTo>
                <a:lnTo>
                  <a:pt x="95297" y="137881"/>
                </a:lnTo>
                <a:lnTo>
                  <a:pt x="93154" y="144942"/>
                </a:lnTo>
                <a:lnTo>
                  <a:pt x="57912" y="168278"/>
                </a:lnTo>
                <a:lnTo>
                  <a:pt x="49529" y="168278"/>
                </a:lnTo>
                <a:lnTo>
                  <a:pt x="22098" y="132464"/>
                </a:lnTo>
                <a:lnTo>
                  <a:pt x="0" y="134750"/>
                </a:lnTo>
                <a:lnTo>
                  <a:pt x="18287" y="172088"/>
                </a:lnTo>
                <a:lnTo>
                  <a:pt x="57912" y="186566"/>
                </a:lnTo>
                <a:lnTo>
                  <a:pt x="70604" y="185554"/>
                </a:lnTo>
                <a:lnTo>
                  <a:pt x="82296" y="182470"/>
                </a:lnTo>
                <a:lnTo>
                  <a:pt x="92844" y="177243"/>
                </a:lnTo>
                <a:lnTo>
                  <a:pt x="96012" y="174699"/>
                </a:lnTo>
                <a:close/>
              </a:path>
              <a:path w="120014" h="186689">
                <a:moveTo>
                  <a:pt x="110489" y="55502"/>
                </a:moveTo>
                <a:lnTo>
                  <a:pt x="110489" y="39500"/>
                </a:lnTo>
                <a:lnTo>
                  <a:pt x="108203" y="31118"/>
                </a:lnTo>
                <a:lnTo>
                  <a:pt x="78152" y="3733"/>
                </a:lnTo>
                <a:lnTo>
                  <a:pt x="55625" y="0"/>
                </a:lnTo>
                <a:lnTo>
                  <a:pt x="46732" y="721"/>
                </a:lnTo>
                <a:lnTo>
                  <a:pt x="9239" y="27689"/>
                </a:lnTo>
                <a:lnTo>
                  <a:pt x="2286" y="47120"/>
                </a:lnTo>
                <a:lnTo>
                  <a:pt x="24384" y="51692"/>
                </a:lnTo>
                <a:lnTo>
                  <a:pt x="26277" y="43798"/>
                </a:lnTo>
                <a:lnTo>
                  <a:pt x="28670" y="37119"/>
                </a:lnTo>
                <a:lnTo>
                  <a:pt x="31777" y="31439"/>
                </a:lnTo>
                <a:lnTo>
                  <a:pt x="35813" y="26546"/>
                </a:lnTo>
                <a:lnTo>
                  <a:pt x="41910" y="21212"/>
                </a:lnTo>
                <a:lnTo>
                  <a:pt x="48767" y="18926"/>
                </a:lnTo>
                <a:lnTo>
                  <a:pt x="66293" y="18926"/>
                </a:lnTo>
                <a:lnTo>
                  <a:pt x="73913" y="21212"/>
                </a:lnTo>
                <a:lnTo>
                  <a:pt x="84581" y="31880"/>
                </a:lnTo>
                <a:lnTo>
                  <a:pt x="87629" y="38738"/>
                </a:lnTo>
                <a:lnTo>
                  <a:pt x="87629" y="83419"/>
                </a:lnTo>
                <a:lnTo>
                  <a:pt x="93725" y="80648"/>
                </a:lnTo>
                <a:lnTo>
                  <a:pt x="99822" y="75314"/>
                </a:lnTo>
                <a:lnTo>
                  <a:pt x="104393" y="69218"/>
                </a:lnTo>
                <a:lnTo>
                  <a:pt x="108203" y="62360"/>
                </a:lnTo>
                <a:lnTo>
                  <a:pt x="110489" y="55502"/>
                </a:lnTo>
                <a:close/>
              </a:path>
              <a:path w="120014" h="186689">
                <a:moveTo>
                  <a:pt x="87629" y="83419"/>
                </a:moveTo>
                <a:lnTo>
                  <a:pt x="87629" y="47120"/>
                </a:lnTo>
                <a:lnTo>
                  <a:pt x="86915" y="54549"/>
                </a:lnTo>
                <a:lnTo>
                  <a:pt x="84772" y="60836"/>
                </a:lnTo>
                <a:lnTo>
                  <a:pt x="50291" y="77600"/>
                </a:lnTo>
                <a:lnTo>
                  <a:pt x="46470" y="77699"/>
                </a:lnTo>
                <a:lnTo>
                  <a:pt x="44196" y="96650"/>
                </a:lnTo>
                <a:lnTo>
                  <a:pt x="50291" y="95126"/>
                </a:lnTo>
                <a:lnTo>
                  <a:pt x="55625" y="94364"/>
                </a:lnTo>
                <a:lnTo>
                  <a:pt x="60198" y="94364"/>
                </a:lnTo>
                <a:lnTo>
                  <a:pt x="67448" y="95054"/>
                </a:lnTo>
                <a:lnTo>
                  <a:pt x="74199" y="97031"/>
                </a:lnTo>
                <a:lnTo>
                  <a:pt x="80236" y="100150"/>
                </a:lnTo>
                <a:lnTo>
                  <a:pt x="85343" y="104270"/>
                </a:lnTo>
                <a:lnTo>
                  <a:pt x="85343" y="84458"/>
                </a:lnTo>
                <a:lnTo>
                  <a:pt x="87629" y="83419"/>
                </a:lnTo>
                <a:close/>
              </a:path>
              <a:path w="120014" h="186689">
                <a:moveTo>
                  <a:pt x="119634" y="129416"/>
                </a:moveTo>
                <a:lnTo>
                  <a:pt x="99631" y="90078"/>
                </a:lnTo>
                <a:lnTo>
                  <a:pt x="85343" y="84458"/>
                </a:lnTo>
                <a:lnTo>
                  <a:pt x="85343" y="104270"/>
                </a:lnTo>
                <a:lnTo>
                  <a:pt x="89904" y="109711"/>
                </a:lnTo>
                <a:lnTo>
                  <a:pt x="93249" y="115795"/>
                </a:lnTo>
                <a:lnTo>
                  <a:pt x="95309" y="122594"/>
                </a:lnTo>
                <a:lnTo>
                  <a:pt x="96012" y="130178"/>
                </a:lnTo>
                <a:lnTo>
                  <a:pt x="96012" y="174699"/>
                </a:lnTo>
                <a:lnTo>
                  <a:pt x="102108" y="169802"/>
                </a:lnTo>
                <a:lnTo>
                  <a:pt x="109668" y="161241"/>
                </a:lnTo>
                <a:lnTo>
                  <a:pt x="115157" y="151609"/>
                </a:lnTo>
                <a:lnTo>
                  <a:pt x="118502" y="140977"/>
                </a:lnTo>
                <a:lnTo>
                  <a:pt x="119634" y="129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068709" y="4207764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62" y="3921"/>
                </a:lnTo>
                <a:lnTo>
                  <a:pt x="396002" y="15276"/>
                </a:lnTo>
                <a:lnTo>
                  <a:pt x="439096" y="33453"/>
                </a:lnTo>
                <a:lnTo>
                  <a:pt x="478432" y="57838"/>
                </a:lnTo>
                <a:lnTo>
                  <a:pt x="513397" y="87820"/>
                </a:lnTo>
                <a:lnTo>
                  <a:pt x="543379" y="122785"/>
                </a:lnTo>
                <a:lnTo>
                  <a:pt x="567764" y="162121"/>
                </a:lnTo>
                <a:lnTo>
                  <a:pt x="585941" y="205215"/>
                </a:lnTo>
                <a:lnTo>
                  <a:pt x="597296" y="251455"/>
                </a:lnTo>
                <a:lnTo>
                  <a:pt x="601218" y="300227"/>
                </a:lnTo>
                <a:lnTo>
                  <a:pt x="597296" y="349021"/>
                </a:lnTo>
                <a:lnTo>
                  <a:pt x="585941" y="395319"/>
                </a:lnTo>
                <a:lnTo>
                  <a:pt x="567764" y="438498"/>
                </a:lnTo>
                <a:lnTo>
                  <a:pt x="543379" y="477938"/>
                </a:lnTo>
                <a:lnTo>
                  <a:pt x="513397" y="513016"/>
                </a:lnTo>
                <a:lnTo>
                  <a:pt x="478432" y="543110"/>
                </a:lnTo>
                <a:lnTo>
                  <a:pt x="439096" y="567600"/>
                </a:lnTo>
                <a:lnTo>
                  <a:pt x="396002" y="585862"/>
                </a:lnTo>
                <a:lnTo>
                  <a:pt x="349762" y="597275"/>
                </a:lnTo>
                <a:lnTo>
                  <a:pt x="300989" y="601218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10263" y="4405121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6763"/>
                </a:moveTo>
                <a:lnTo>
                  <a:pt x="118110" y="0"/>
                </a:lnTo>
                <a:lnTo>
                  <a:pt x="0" y="0"/>
                </a:lnTo>
                <a:lnTo>
                  <a:pt x="0" y="21336"/>
                </a:lnTo>
                <a:lnTo>
                  <a:pt x="89916" y="21336"/>
                </a:lnTo>
                <a:lnTo>
                  <a:pt x="89916" y="55913"/>
                </a:lnTo>
                <a:lnTo>
                  <a:pt x="92392" y="51696"/>
                </a:lnTo>
                <a:lnTo>
                  <a:pt x="100964" y="38671"/>
                </a:lnTo>
                <a:lnTo>
                  <a:pt x="109537" y="27074"/>
                </a:lnTo>
                <a:lnTo>
                  <a:pt x="118110" y="16763"/>
                </a:lnTo>
                <a:close/>
              </a:path>
              <a:path w="118110" h="180339">
                <a:moveTo>
                  <a:pt x="89916" y="55913"/>
                </a:moveTo>
                <a:lnTo>
                  <a:pt x="89916" y="21336"/>
                </a:lnTo>
                <a:lnTo>
                  <a:pt x="81474" y="31611"/>
                </a:lnTo>
                <a:lnTo>
                  <a:pt x="57150" y="68579"/>
                </a:lnTo>
                <a:lnTo>
                  <a:pt x="38719" y="112406"/>
                </a:lnTo>
                <a:lnTo>
                  <a:pt x="28098" y="155828"/>
                </a:lnTo>
                <a:lnTo>
                  <a:pt x="25908" y="179831"/>
                </a:lnTo>
                <a:lnTo>
                  <a:pt x="48768" y="179831"/>
                </a:lnTo>
                <a:lnTo>
                  <a:pt x="50077" y="166401"/>
                </a:lnTo>
                <a:lnTo>
                  <a:pt x="51816" y="153542"/>
                </a:lnTo>
                <a:lnTo>
                  <a:pt x="62603" y="113228"/>
                </a:lnTo>
                <a:lnTo>
                  <a:pt x="83820" y="66293"/>
                </a:lnTo>
                <a:lnTo>
                  <a:pt x="89916" y="559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70917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7"/>
                </a:moveTo>
                <a:lnTo>
                  <a:pt x="598025" y="251455"/>
                </a:lnTo>
                <a:lnTo>
                  <a:pt x="586612" y="205215"/>
                </a:lnTo>
                <a:lnTo>
                  <a:pt x="568351" y="162121"/>
                </a:lnTo>
                <a:lnTo>
                  <a:pt x="543863" y="122785"/>
                </a:lnTo>
                <a:lnTo>
                  <a:pt x="513770" y="87820"/>
                </a:lnTo>
                <a:lnTo>
                  <a:pt x="478693" y="57838"/>
                </a:lnTo>
                <a:lnTo>
                  <a:pt x="439253" y="33453"/>
                </a:lnTo>
                <a:lnTo>
                  <a:pt x="396073" y="15276"/>
                </a:lnTo>
                <a:lnTo>
                  <a:pt x="349774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8"/>
                </a:lnTo>
                <a:lnTo>
                  <a:pt x="349774" y="597275"/>
                </a:lnTo>
                <a:lnTo>
                  <a:pt x="396073" y="585862"/>
                </a:lnTo>
                <a:lnTo>
                  <a:pt x="439253" y="567600"/>
                </a:lnTo>
                <a:lnTo>
                  <a:pt x="478693" y="543110"/>
                </a:lnTo>
                <a:lnTo>
                  <a:pt x="513770" y="513016"/>
                </a:lnTo>
                <a:lnTo>
                  <a:pt x="543863" y="477938"/>
                </a:lnTo>
                <a:lnTo>
                  <a:pt x="568351" y="438498"/>
                </a:lnTo>
                <a:lnTo>
                  <a:pt x="586612" y="395319"/>
                </a:lnTo>
                <a:lnTo>
                  <a:pt x="598025" y="349021"/>
                </a:lnTo>
                <a:lnTo>
                  <a:pt x="60196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970917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4" y="3921"/>
                </a:lnTo>
                <a:lnTo>
                  <a:pt x="396073" y="15276"/>
                </a:lnTo>
                <a:lnTo>
                  <a:pt x="439253" y="33453"/>
                </a:lnTo>
                <a:lnTo>
                  <a:pt x="478693" y="57838"/>
                </a:lnTo>
                <a:lnTo>
                  <a:pt x="513770" y="87820"/>
                </a:lnTo>
                <a:lnTo>
                  <a:pt x="543863" y="122785"/>
                </a:lnTo>
                <a:lnTo>
                  <a:pt x="568351" y="162121"/>
                </a:lnTo>
                <a:lnTo>
                  <a:pt x="586612" y="205215"/>
                </a:lnTo>
                <a:lnTo>
                  <a:pt x="598025" y="251455"/>
                </a:lnTo>
                <a:lnTo>
                  <a:pt x="601967" y="300227"/>
                </a:lnTo>
                <a:lnTo>
                  <a:pt x="598025" y="349021"/>
                </a:lnTo>
                <a:lnTo>
                  <a:pt x="586612" y="395319"/>
                </a:lnTo>
                <a:lnTo>
                  <a:pt x="568351" y="438498"/>
                </a:lnTo>
                <a:lnTo>
                  <a:pt x="543863" y="477938"/>
                </a:lnTo>
                <a:lnTo>
                  <a:pt x="513770" y="513016"/>
                </a:lnTo>
                <a:lnTo>
                  <a:pt x="478693" y="543110"/>
                </a:lnTo>
                <a:lnTo>
                  <a:pt x="439253" y="567600"/>
                </a:lnTo>
                <a:lnTo>
                  <a:pt x="396073" y="585862"/>
                </a:lnTo>
                <a:lnTo>
                  <a:pt x="349774" y="597275"/>
                </a:lnTo>
                <a:lnTo>
                  <a:pt x="300977" y="601218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211709" y="4401311"/>
            <a:ext cx="120014" cy="186690"/>
          </a:xfrm>
          <a:custGeom>
            <a:avLst/>
            <a:gdLst/>
            <a:ahLst/>
            <a:cxnLst/>
            <a:rect l="l" t="t" r="r" b="b"/>
            <a:pathLst>
              <a:path w="120014" h="186689">
                <a:moveTo>
                  <a:pt x="119634" y="88391"/>
                </a:moveTo>
                <a:lnTo>
                  <a:pt x="115449" y="47029"/>
                </a:lnTo>
                <a:lnTo>
                  <a:pt x="89903" y="9905"/>
                </a:lnTo>
                <a:lnTo>
                  <a:pt x="57150" y="0"/>
                </a:lnTo>
                <a:lnTo>
                  <a:pt x="45571" y="1131"/>
                </a:lnTo>
                <a:lnTo>
                  <a:pt x="9001" y="26360"/>
                </a:lnTo>
                <a:lnTo>
                  <a:pt x="0" y="61722"/>
                </a:lnTo>
                <a:lnTo>
                  <a:pt x="1000" y="74723"/>
                </a:lnTo>
                <a:lnTo>
                  <a:pt x="4000" y="86296"/>
                </a:lnTo>
                <a:lnTo>
                  <a:pt x="9001" y="96440"/>
                </a:lnTo>
                <a:lnTo>
                  <a:pt x="16001" y="105155"/>
                </a:lnTo>
                <a:lnTo>
                  <a:pt x="22860" y="111268"/>
                </a:lnTo>
                <a:lnTo>
                  <a:pt x="22860" y="62484"/>
                </a:lnTo>
                <a:lnTo>
                  <a:pt x="23574" y="53209"/>
                </a:lnTo>
                <a:lnTo>
                  <a:pt x="46088" y="22002"/>
                </a:lnTo>
                <a:lnTo>
                  <a:pt x="59423" y="19126"/>
                </a:lnTo>
                <a:lnTo>
                  <a:pt x="61709" y="19204"/>
                </a:lnTo>
                <a:lnTo>
                  <a:pt x="92482" y="43719"/>
                </a:lnTo>
                <a:lnTo>
                  <a:pt x="95250" y="60960"/>
                </a:lnTo>
                <a:lnTo>
                  <a:pt x="95250" y="100955"/>
                </a:lnTo>
                <a:lnTo>
                  <a:pt x="97523" y="97536"/>
                </a:lnTo>
                <a:lnTo>
                  <a:pt x="97523" y="168968"/>
                </a:lnTo>
                <a:lnTo>
                  <a:pt x="102958" y="162306"/>
                </a:lnTo>
                <a:lnTo>
                  <a:pt x="117819" y="119919"/>
                </a:lnTo>
                <a:lnTo>
                  <a:pt x="119191" y="105120"/>
                </a:lnTo>
                <a:lnTo>
                  <a:pt x="119634" y="88391"/>
                </a:lnTo>
                <a:close/>
              </a:path>
              <a:path w="120014" h="186689">
                <a:moveTo>
                  <a:pt x="97523" y="168968"/>
                </a:moveTo>
                <a:lnTo>
                  <a:pt x="97523" y="102108"/>
                </a:lnTo>
                <a:lnTo>
                  <a:pt x="97368" y="108965"/>
                </a:lnTo>
                <a:lnTo>
                  <a:pt x="96858" y="115824"/>
                </a:lnTo>
                <a:lnTo>
                  <a:pt x="82296" y="156210"/>
                </a:lnTo>
                <a:lnTo>
                  <a:pt x="61709" y="168401"/>
                </a:lnTo>
                <a:lnTo>
                  <a:pt x="47244" y="168401"/>
                </a:lnTo>
                <a:lnTo>
                  <a:pt x="25146" y="139446"/>
                </a:lnTo>
                <a:lnTo>
                  <a:pt x="3048" y="140970"/>
                </a:lnTo>
                <a:lnTo>
                  <a:pt x="27108" y="179939"/>
                </a:lnTo>
                <a:lnTo>
                  <a:pt x="54863" y="186689"/>
                </a:lnTo>
                <a:lnTo>
                  <a:pt x="64410" y="185987"/>
                </a:lnTo>
                <a:lnTo>
                  <a:pt x="73526" y="183927"/>
                </a:lnTo>
                <a:lnTo>
                  <a:pt x="82070" y="180582"/>
                </a:lnTo>
                <a:lnTo>
                  <a:pt x="89903" y="176022"/>
                </a:lnTo>
                <a:lnTo>
                  <a:pt x="96897" y="169735"/>
                </a:lnTo>
                <a:lnTo>
                  <a:pt x="97523" y="168968"/>
                </a:lnTo>
                <a:close/>
              </a:path>
              <a:path w="120014" h="186689">
                <a:moveTo>
                  <a:pt x="95250" y="100955"/>
                </a:moveTo>
                <a:lnTo>
                  <a:pt x="95250" y="60960"/>
                </a:lnTo>
                <a:lnTo>
                  <a:pt x="94545" y="70152"/>
                </a:lnTo>
                <a:lnTo>
                  <a:pt x="92578" y="78104"/>
                </a:lnTo>
                <a:lnTo>
                  <a:pt x="59423" y="102108"/>
                </a:lnTo>
                <a:lnTo>
                  <a:pt x="52160" y="101393"/>
                </a:lnTo>
                <a:lnTo>
                  <a:pt x="23562" y="70746"/>
                </a:lnTo>
                <a:lnTo>
                  <a:pt x="22860" y="62484"/>
                </a:lnTo>
                <a:lnTo>
                  <a:pt x="22860" y="111268"/>
                </a:lnTo>
                <a:lnTo>
                  <a:pt x="54863" y="121870"/>
                </a:lnTo>
                <a:lnTo>
                  <a:pt x="60809" y="121491"/>
                </a:lnTo>
                <a:lnTo>
                  <a:pt x="92963" y="104393"/>
                </a:lnTo>
                <a:lnTo>
                  <a:pt x="95250" y="100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7387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92" y="300227"/>
                </a:moveTo>
                <a:lnTo>
                  <a:pt x="598050" y="251455"/>
                </a:lnTo>
                <a:lnTo>
                  <a:pt x="586636" y="205215"/>
                </a:lnTo>
                <a:lnTo>
                  <a:pt x="568374" y="162121"/>
                </a:lnTo>
                <a:lnTo>
                  <a:pt x="543885" y="122785"/>
                </a:lnTo>
                <a:lnTo>
                  <a:pt x="513791" y="87820"/>
                </a:lnTo>
                <a:lnTo>
                  <a:pt x="478713" y="57838"/>
                </a:lnTo>
                <a:lnTo>
                  <a:pt x="439273" y="33453"/>
                </a:lnTo>
                <a:lnTo>
                  <a:pt x="396094" y="15276"/>
                </a:lnTo>
                <a:lnTo>
                  <a:pt x="349796" y="3921"/>
                </a:lnTo>
                <a:lnTo>
                  <a:pt x="301002" y="0"/>
                </a:lnTo>
                <a:lnTo>
                  <a:pt x="252205" y="3921"/>
                </a:lnTo>
                <a:lnTo>
                  <a:pt x="205904" y="15276"/>
                </a:lnTo>
                <a:lnTo>
                  <a:pt x="162723" y="33453"/>
                </a:lnTo>
                <a:lnTo>
                  <a:pt x="123282" y="57838"/>
                </a:lnTo>
                <a:lnTo>
                  <a:pt x="88203" y="87820"/>
                </a:lnTo>
                <a:lnTo>
                  <a:pt x="58107" y="122785"/>
                </a:lnTo>
                <a:lnTo>
                  <a:pt x="33618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8" y="438498"/>
                </a:lnTo>
                <a:lnTo>
                  <a:pt x="58107" y="477938"/>
                </a:lnTo>
                <a:lnTo>
                  <a:pt x="88203" y="513016"/>
                </a:lnTo>
                <a:lnTo>
                  <a:pt x="123282" y="543110"/>
                </a:lnTo>
                <a:lnTo>
                  <a:pt x="162723" y="567600"/>
                </a:lnTo>
                <a:lnTo>
                  <a:pt x="205904" y="585862"/>
                </a:lnTo>
                <a:lnTo>
                  <a:pt x="252205" y="597275"/>
                </a:lnTo>
                <a:lnTo>
                  <a:pt x="301002" y="601218"/>
                </a:lnTo>
                <a:lnTo>
                  <a:pt x="349796" y="597275"/>
                </a:lnTo>
                <a:lnTo>
                  <a:pt x="396094" y="585862"/>
                </a:lnTo>
                <a:lnTo>
                  <a:pt x="439273" y="567600"/>
                </a:lnTo>
                <a:lnTo>
                  <a:pt x="478713" y="543110"/>
                </a:lnTo>
                <a:lnTo>
                  <a:pt x="513791" y="513016"/>
                </a:lnTo>
                <a:lnTo>
                  <a:pt x="543885" y="477938"/>
                </a:lnTo>
                <a:lnTo>
                  <a:pt x="568374" y="438498"/>
                </a:lnTo>
                <a:lnTo>
                  <a:pt x="586636" y="395319"/>
                </a:lnTo>
                <a:lnTo>
                  <a:pt x="598050" y="349021"/>
                </a:lnTo>
                <a:lnTo>
                  <a:pt x="601992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7387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8" y="162121"/>
                </a:lnTo>
                <a:lnTo>
                  <a:pt x="58107" y="122785"/>
                </a:lnTo>
                <a:lnTo>
                  <a:pt x="88203" y="87820"/>
                </a:lnTo>
                <a:lnTo>
                  <a:pt x="123282" y="57838"/>
                </a:lnTo>
                <a:lnTo>
                  <a:pt x="162723" y="33453"/>
                </a:lnTo>
                <a:lnTo>
                  <a:pt x="205904" y="15276"/>
                </a:lnTo>
                <a:lnTo>
                  <a:pt x="252205" y="3921"/>
                </a:lnTo>
                <a:lnTo>
                  <a:pt x="301002" y="0"/>
                </a:lnTo>
                <a:lnTo>
                  <a:pt x="349796" y="3921"/>
                </a:lnTo>
                <a:lnTo>
                  <a:pt x="396094" y="15276"/>
                </a:lnTo>
                <a:lnTo>
                  <a:pt x="439273" y="33453"/>
                </a:lnTo>
                <a:lnTo>
                  <a:pt x="478713" y="57838"/>
                </a:lnTo>
                <a:lnTo>
                  <a:pt x="513791" y="87820"/>
                </a:lnTo>
                <a:lnTo>
                  <a:pt x="543885" y="122785"/>
                </a:lnTo>
                <a:lnTo>
                  <a:pt x="568374" y="162121"/>
                </a:lnTo>
                <a:lnTo>
                  <a:pt x="586636" y="205215"/>
                </a:lnTo>
                <a:lnTo>
                  <a:pt x="598050" y="251455"/>
                </a:lnTo>
                <a:lnTo>
                  <a:pt x="601992" y="300227"/>
                </a:lnTo>
                <a:lnTo>
                  <a:pt x="598050" y="349021"/>
                </a:lnTo>
                <a:lnTo>
                  <a:pt x="586636" y="395319"/>
                </a:lnTo>
                <a:lnTo>
                  <a:pt x="568374" y="438498"/>
                </a:lnTo>
                <a:lnTo>
                  <a:pt x="543885" y="477938"/>
                </a:lnTo>
                <a:lnTo>
                  <a:pt x="513791" y="513016"/>
                </a:lnTo>
                <a:lnTo>
                  <a:pt x="478713" y="543110"/>
                </a:lnTo>
                <a:lnTo>
                  <a:pt x="439273" y="567600"/>
                </a:lnTo>
                <a:lnTo>
                  <a:pt x="396094" y="585862"/>
                </a:lnTo>
                <a:lnTo>
                  <a:pt x="349796" y="597275"/>
                </a:lnTo>
                <a:lnTo>
                  <a:pt x="301002" y="601218"/>
                </a:lnTo>
                <a:lnTo>
                  <a:pt x="252205" y="597275"/>
                </a:lnTo>
                <a:lnTo>
                  <a:pt x="205904" y="585862"/>
                </a:lnTo>
                <a:lnTo>
                  <a:pt x="162723" y="567600"/>
                </a:lnTo>
                <a:lnTo>
                  <a:pt x="123282" y="543110"/>
                </a:lnTo>
                <a:lnTo>
                  <a:pt x="88203" y="513016"/>
                </a:lnTo>
                <a:lnTo>
                  <a:pt x="58107" y="477938"/>
                </a:lnTo>
                <a:lnTo>
                  <a:pt x="33618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60577" y="4401311"/>
            <a:ext cx="243840" cy="186690"/>
          </a:xfrm>
          <a:custGeom>
            <a:avLst/>
            <a:gdLst/>
            <a:ahLst/>
            <a:cxnLst/>
            <a:rect l="l" t="t" r="r" b="b"/>
            <a:pathLst>
              <a:path w="243840" h="186689">
                <a:moveTo>
                  <a:pt x="67043" y="183641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6167"/>
                </a:lnTo>
                <a:lnTo>
                  <a:pt x="44945" y="12200"/>
                </a:lnTo>
                <a:lnTo>
                  <a:pt x="9296" y="41636"/>
                </a:lnTo>
                <a:lnTo>
                  <a:pt x="0" y="46482"/>
                </a:lnTo>
                <a:lnTo>
                  <a:pt x="0" y="67817"/>
                </a:lnTo>
                <a:lnTo>
                  <a:pt x="35710" y="48387"/>
                </a:lnTo>
                <a:lnTo>
                  <a:pt x="44945" y="40386"/>
                </a:lnTo>
                <a:lnTo>
                  <a:pt x="44945" y="183641"/>
                </a:lnTo>
                <a:lnTo>
                  <a:pt x="67043" y="183641"/>
                </a:lnTo>
                <a:close/>
              </a:path>
              <a:path w="243840" h="186689">
                <a:moveTo>
                  <a:pt x="220218" y="175246"/>
                </a:moveTo>
                <a:lnTo>
                  <a:pt x="220218" y="130301"/>
                </a:lnTo>
                <a:lnTo>
                  <a:pt x="219513" y="138005"/>
                </a:lnTo>
                <a:lnTo>
                  <a:pt x="217450" y="145065"/>
                </a:lnTo>
                <a:lnTo>
                  <a:pt x="182879" y="168401"/>
                </a:lnTo>
                <a:lnTo>
                  <a:pt x="173723" y="168401"/>
                </a:lnTo>
                <a:lnTo>
                  <a:pt x="147065" y="132587"/>
                </a:lnTo>
                <a:lnTo>
                  <a:pt x="124968" y="134874"/>
                </a:lnTo>
                <a:lnTo>
                  <a:pt x="142494" y="172212"/>
                </a:lnTo>
                <a:lnTo>
                  <a:pt x="182118" y="186632"/>
                </a:lnTo>
                <a:lnTo>
                  <a:pt x="184403" y="186567"/>
                </a:lnTo>
                <a:lnTo>
                  <a:pt x="195457" y="185677"/>
                </a:lnTo>
                <a:lnTo>
                  <a:pt x="206968" y="182594"/>
                </a:lnTo>
                <a:lnTo>
                  <a:pt x="217484" y="177367"/>
                </a:lnTo>
                <a:lnTo>
                  <a:pt x="220218" y="175246"/>
                </a:lnTo>
                <a:close/>
              </a:path>
              <a:path w="243840" h="186689">
                <a:moveTo>
                  <a:pt x="235445" y="55625"/>
                </a:moveTo>
                <a:lnTo>
                  <a:pt x="235445" y="39624"/>
                </a:lnTo>
                <a:lnTo>
                  <a:pt x="233159" y="31241"/>
                </a:lnTo>
                <a:lnTo>
                  <a:pt x="203118" y="3857"/>
                </a:lnTo>
                <a:lnTo>
                  <a:pt x="180594" y="123"/>
                </a:lnTo>
                <a:lnTo>
                  <a:pt x="171686" y="845"/>
                </a:lnTo>
                <a:lnTo>
                  <a:pt x="133535" y="27812"/>
                </a:lnTo>
                <a:lnTo>
                  <a:pt x="127253" y="47243"/>
                </a:lnTo>
                <a:lnTo>
                  <a:pt x="149351" y="51815"/>
                </a:lnTo>
                <a:lnTo>
                  <a:pt x="150921" y="43922"/>
                </a:lnTo>
                <a:lnTo>
                  <a:pt x="153346" y="37242"/>
                </a:lnTo>
                <a:lnTo>
                  <a:pt x="156627" y="31563"/>
                </a:lnTo>
                <a:lnTo>
                  <a:pt x="160769" y="26670"/>
                </a:lnTo>
                <a:lnTo>
                  <a:pt x="166115" y="21336"/>
                </a:lnTo>
                <a:lnTo>
                  <a:pt x="173723" y="19050"/>
                </a:lnTo>
                <a:lnTo>
                  <a:pt x="191249" y="19050"/>
                </a:lnTo>
                <a:lnTo>
                  <a:pt x="198120" y="21336"/>
                </a:lnTo>
                <a:lnTo>
                  <a:pt x="204215" y="26670"/>
                </a:lnTo>
                <a:lnTo>
                  <a:pt x="209550" y="32003"/>
                </a:lnTo>
                <a:lnTo>
                  <a:pt x="211823" y="38862"/>
                </a:lnTo>
                <a:lnTo>
                  <a:pt x="211823" y="83890"/>
                </a:lnTo>
                <a:lnTo>
                  <a:pt x="218694" y="80772"/>
                </a:lnTo>
                <a:lnTo>
                  <a:pt x="224789" y="75437"/>
                </a:lnTo>
                <a:lnTo>
                  <a:pt x="228600" y="69341"/>
                </a:lnTo>
                <a:lnTo>
                  <a:pt x="233159" y="62484"/>
                </a:lnTo>
                <a:lnTo>
                  <a:pt x="235445" y="55625"/>
                </a:lnTo>
                <a:close/>
              </a:path>
              <a:path w="243840" h="186689">
                <a:moveTo>
                  <a:pt x="211823" y="83890"/>
                </a:moveTo>
                <a:lnTo>
                  <a:pt x="211823" y="47243"/>
                </a:lnTo>
                <a:lnTo>
                  <a:pt x="211110" y="54673"/>
                </a:lnTo>
                <a:lnTo>
                  <a:pt x="208970" y="60960"/>
                </a:lnTo>
                <a:lnTo>
                  <a:pt x="175247" y="77724"/>
                </a:lnTo>
                <a:lnTo>
                  <a:pt x="171450" y="77724"/>
                </a:lnTo>
                <a:lnTo>
                  <a:pt x="169163" y="96774"/>
                </a:lnTo>
                <a:lnTo>
                  <a:pt x="175247" y="95250"/>
                </a:lnTo>
                <a:lnTo>
                  <a:pt x="180594" y="94487"/>
                </a:lnTo>
                <a:lnTo>
                  <a:pt x="184403" y="94487"/>
                </a:lnTo>
                <a:lnTo>
                  <a:pt x="191982" y="95178"/>
                </a:lnTo>
                <a:lnTo>
                  <a:pt x="198780" y="97154"/>
                </a:lnTo>
                <a:lnTo>
                  <a:pt x="204863" y="100274"/>
                </a:lnTo>
                <a:lnTo>
                  <a:pt x="210299" y="104393"/>
                </a:lnTo>
                <a:lnTo>
                  <a:pt x="210299" y="84582"/>
                </a:lnTo>
                <a:lnTo>
                  <a:pt x="211823" y="83890"/>
                </a:lnTo>
                <a:close/>
              </a:path>
              <a:path w="243840" h="186689">
                <a:moveTo>
                  <a:pt x="243839" y="129539"/>
                </a:moveTo>
                <a:lnTo>
                  <a:pt x="224591" y="90201"/>
                </a:lnTo>
                <a:lnTo>
                  <a:pt x="210299" y="84582"/>
                </a:lnTo>
                <a:lnTo>
                  <a:pt x="210299" y="104393"/>
                </a:lnTo>
                <a:lnTo>
                  <a:pt x="214747" y="109835"/>
                </a:lnTo>
                <a:lnTo>
                  <a:pt x="217835" y="115919"/>
                </a:lnTo>
                <a:lnTo>
                  <a:pt x="219634" y="122717"/>
                </a:lnTo>
                <a:lnTo>
                  <a:pt x="220218" y="130301"/>
                </a:lnTo>
                <a:lnTo>
                  <a:pt x="220218" y="175246"/>
                </a:lnTo>
                <a:lnTo>
                  <a:pt x="227075" y="169925"/>
                </a:lnTo>
                <a:lnTo>
                  <a:pt x="234512" y="161365"/>
                </a:lnTo>
                <a:lnTo>
                  <a:pt x="239739" y="151733"/>
                </a:lnTo>
                <a:lnTo>
                  <a:pt x="242826" y="141100"/>
                </a:lnTo>
                <a:lnTo>
                  <a:pt x="243839" y="129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7609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7"/>
                </a:moveTo>
                <a:lnTo>
                  <a:pt x="598024" y="251455"/>
                </a:lnTo>
                <a:lnTo>
                  <a:pt x="586611" y="205215"/>
                </a:lnTo>
                <a:lnTo>
                  <a:pt x="568349" y="162121"/>
                </a:lnTo>
                <a:lnTo>
                  <a:pt x="543860" y="122785"/>
                </a:lnTo>
                <a:lnTo>
                  <a:pt x="513765" y="87820"/>
                </a:lnTo>
                <a:lnTo>
                  <a:pt x="478687" y="57838"/>
                </a:lnTo>
                <a:lnTo>
                  <a:pt x="439248" y="33453"/>
                </a:lnTo>
                <a:lnTo>
                  <a:pt x="396068" y="15276"/>
                </a:lnTo>
                <a:lnTo>
                  <a:pt x="349771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8"/>
                </a:lnTo>
                <a:lnTo>
                  <a:pt x="349771" y="597275"/>
                </a:lnTo>
                <a:lnTo>
                  <a:pt x="396068" y="585862"/>
                </a:lnTo>
                <a:lnTo>
                  <a:pt x="439248" y="567600"/>
                </a:lnTo>
                <a:lnTo>
                  <a:pt x="478687" y="543110"/>
                </a:lnTo>
                <a:lnTo>
                  <a:pt x="513765" y="513016"/>
                </a:lnTo>
                <a:lnTo>
                  <a:pt x="543860" y="477938"/>
                </a:lnTo>
                <a:lnTo>
                  <a:pt x="568349" y="438498"/>
                </a:lnTo>
                <a:lnTo>
                  <a:pt x="586611" y="395319"/>
                </a:lnTo>
                <a:lnTo>
                  <a:pt x="598024" y="349021"/>
                </a:lnTo>
                <a:lnTo>
                  <a:pt x="60196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7609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1" y="3921"/>
                </a:lnTo>
                <a:lnTo>
                  <a:pt x="396068" y="15276"/>
                </a:lnTo>
                <a:lnTo>
                  <a:pt x="439248" y="33453"/>
                </a:lnTo>
                <a:lnTo>
                  <a:pt x="478687" y="57838"/>
                </a:lnTo>
                <a:lnTo>
                  <a:pt x="513765" y="87820"/>
                </a:lnTo>
                <a:lnTo>
                  <a:pt x="543860" y="122785"/>
                </a:lnTo>
                <a:lnTo>
                  <a:pt x="568349" y="162121"/>
                </a:lnTo>
                <a:lnTo>
                  <a:pt x="586611" y="205215"/>
                </a:lnTo>
                <a:lnTo>
                  <a:pt x="598024" y="251455"/>
                </a:lnTo>
                <a:lnTo>
                  <a:pt x="601967" y="300227"/>
                </a:lnTo>
                <a:lnTo>
                  <a:pt x="598024" y="349021"/>
                </a:lnTo>
                <a:lnTo>
                  <a:pt x="586611" y="395319"/>
                </a:lnTo>
                <a:lnTo>
                  <a:pt x="568349" y="438498"/>
                </a:lnTo>
                <a:lnTo>
                  <a:pt x="543860" y="477938"/>
                </a:lnTo>
                <a:lnTo>
                  <a:pt x="513765" y="513016"/>
                </a:lnTo>
                <a:lnTo>
                  <a:pt x="478687" y="543110"/>
                </a:lnTo>
                <a:lnTo>
                  <a:pt x="439248" y="567600"/>
                </a:lnTo>
                <a:lnTo>
                  <a:pt x="396068" y="585862"/>
                </a:lnTo>
                <a:lnTo>
                  <a:pt x="349771" y="597275"/>
                </a:lnTo>
                <a:lnTo>
                  <a:pt x="300977" y="601218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942974" y="4401311"/>
            <a:ext cx="264160" cy="186690"/>
          </a:xfrm>
          <a:custGeom>
            <a:avLst/>
            <a:gdLst/>
            <a:ahLst/>
            <a:cxnLst/>
            <a:rect l="l" t="t" r="r" b="b"/>
            <a:pathLst>
              <a:path w="264159" h="186689">
                <a:moveTo>
                  <a:pt x="97523" y="98761"/>
                </a:moveTo>
                <a:lnTo>
                  <a:pt x="97523" y="50291"/>
                </a:lnTo>
                <a:lnTo>
                  <a:pt x="96928" y="56721"/>
                </a:lnTo>
                <a:lnTo>
                  <a:pt x="95048" y="63436"/>
                </a:lnTo>
                <a:lnTo>
                  <a:pt x="71908" y="94202"/>
                </a:lnTo>
                <a:lnTo>
                  <a:pt x="38094" y="123539"/>
                </a:lnTo>
                <a:lnTo>
                  <a:pt x="30092" y="130683"/>
                </a:lnTo>
                <a:lnTo>
                  <a:pt x="5631" y="161472"/>
                </a:lnTo>
                <a:lnTo>
                  <a:pt x="3048" y="167639"/>
                </a:lnTo>
                <a:lnTo>
                  <a:pt x="749" y="172974"/>
                </a:lnTo>
                <a:lnTo>
                  <a:pt x="0" y="178308"/>
                </a:lnTo>
                <a:lnTo>
                  <a:pt x="0" y="183641"/>
                </a:lnTo>
                <a:lnTo>
                  <a:pt x="31241" y="183641"/>
                </a:lnTo>
                <a:lnTo>
                  <a:pt x="31241" y="161543"/>
                </a:lnTo>
                <a:lnTo>
                  <a:pt x="33515" y="157734"/>
                </a:lnTo>
                <a:lnTo>
                  <a:pt x="37325" y="153924"/>
                </a:lnTo>
                <a:lnTo>
                  <a:pt x="41148" y="149351"/>
                </a:lnTo>
                <a:lnTo>
                  <a:pt x="44872" y="145780"/>
                </a:lnTo>
                <a:lnTo>
                  <a:pt x="50382" y="140779"/>
                </a:lnTo>
                <a:lnTo>
                  <a:pt x="57751" y="134350"/>
                </a:lnTo>
                <a:lnTo>
                  <a:pt x="67055" y="126491"/>
                </a:lnTo>
                <a:lnTo>
                  <a:pt x="78198" y="117205"/>
                </a:lnTo>
                <a:lnTo>
                  <a:pt x="87625" y="108775"/>
                </a:lnTo>
                <a:lnTo>
                  <a:pt x="95339" y="101203"/>
                </a:lnTo>
                <a:lnTo>
                  <a:pt x="97523" y="98761"/>
                </a:lnTo>
                <a:close/>
              </a:path>
              <a:path w="264159" h="186689">
                <a:moveTo>
                  <a:pt x="120395" y="57912"/>
                </a:moveTo>
                <a:lnTo>
                  <a:pt x="120395" y="51053"/>
                </a:lnTo>
                <a:lnTo>
                  <a:pt x="119514" y="40636"/>
                </a:lnTo>
                <a:lnTo>
                  <a:pt x="97012" y="8679"/>
                </a:lnTo>
                <a:lnTo>
                  <a:pt x="64007" y="0"/>
                </a:lnTo>
                <a:lnTo>
                  <a:pt x="51564" y="857"/>
                </a:lnTo>
                <a:lnTo>
                  <a:pt x="15394" y="21300"/>
                </a:lnTo>
                <a:lnTo>
                  <a:pt x="4572" y="53339"/>
                </a:lnTo>
                <a:lnTo>
                  <a:pt x="27431" y="55625"/>
                </a:lnTo>
                <a:lnTo>
                  <a:pt x="28122" y="47494"/>
                </a:lnTo>
                <a:lnTo>
                  <a:pt x="30097" y="40290"/>
                </a:lnTo>
                <a:lnTo>
                  <a:pt x="63245" y="19050"/>
                </a:lnTo>
                <a:lnTo>
                  <a:pt x="70384" y="19621"/>
                </a:lnTo>
                <a:lnTo>
                  <a:pt x="97523" y="41910"/>
                </a:lnTo>
                <a:lnTo>
                  <a:pt x="97523" y="98761"/>
                </a:lnTo>
                <a:lnTo>
                  <a:pt x="101345" y="94487"/>
                </a:lnTo>
                <a:lnTo>
                  <a:pt x="118872" y="65532"/>
                </a:lnTo>
                <a:lnTo>
                  <a:pt x="120395" y="57912"/>
                </a:lnTo>
                <a:close/>
              </a:path>
              <a:path w="264159" h="186689">
                <a:moveTo>
                  <a:pt x="121157" y="183641"/>
                </a:moveTo>
                <a:lnTo>
                  <a:pt x="121157" y="161543"/>
                </a:lnTo>
                <a:lnTo>
                  <a:pt x="31241" y="161543"/>
                </a:lnTo>
                <a:lnTo>
                  <a:pt x="31241" y="183641"/>
                </a:lnTo>
                <a:lnTo>
                  <a:pt x="121157" y="183641"/>
                </a:lnTo>
                <a:close/>
              </a:path>
              <a:path w="264159" h="186689">
                <a:moveTo>
                  <a:pt x="263639" y="93725"/>
                </a:moveTo>
                <a:lnTo>
                  <a:pt x="259841" y="50291"/>
                </a:lnTo>
                <a:lnTo>
                  <a:pt x="237743" y="9905"/>
                </a:lnTo>
                <a:lnTo>
                  <a:pt x="204203" y="0"/>
                </a:lnTo>
                <a:lnTo>
                  <a:pt x="194799" y="714"/>
                </a:lnTo>
                <a:lnTo>
                  <a:pt x="159823" y="24002"/>
                </a:lnTo>
                <a:lnTo>
                  <a:pt x="146488" y="64293"/>
                </a:lnTo>
                <a:lnTo>
                  <a:pt x="144779" y="93725"/>
                </a:lnTo>
                <a:lnTo>
                  <a:pt x="145921" y="117598"/>
                </a:lnTo>
                <a:lnTo>
                  <a:pt x="149347" y="137826"/>
                </a:lnTo>
                <a:lnTo>
                  <a:pt x="155061" y="154483"/>
                </a:lnTo>
                <a:lnTo>
                  <a:pt x="163067" y="167639"/>
                </a:lnTo>
                <a:lnTo>
                  <a:pt x="167627" y="172187"/>
                </a:lnTo>
                <a:lnTo>
                  <a:pt x="167627" y="93725"/>
                </a:lnTo>
                <a:lnTo>
                  <a:pt x="168343" y="72723"/>
                </a:lnTo>
                <a:lnTo>
                  <a:pt x="179069" y="32003"/>
                </a:lnTo>
                <a:lnTo>
                  <a:pt x="204203" y="19050"/>
                </a:lnTo>
                <a:lnTo>
                  <a:pt x="211793" y="19919"/>
                </a:lnTo>
                <a:lnTo>
                  <a:pt x="238029" y="55911"/>
                </a:lnTo>
                <a:lnTo>
                  <a:pt x="240791" y="93725"/>
                </a:lnTo>
                <a:lnTo>
                  <a:pt x="240791" y="172886"/>
                </a:lnTo>
                <a:lnTo>
                  <a:pt x="243727" y="169866"/>
                </a:lnTo>
                <a:lnTo>
                  <a:pt x="260108" y="134659"/>
                </a:lnTo>
                <a:lnTo>
                  <a:pt x="263222" y="108894"/>
                </a:lnTo>
                <a:lnTo>
                  <a:pt x="263639" y="93725"/>
                </a:lnTo>
                <a:close/>
              </a:path>
              <a:path w="264159" h="186689">
                <a:moveTo>
                  <a:pt x="240791" y="172886"/>
                </a:moveTo>
                <a:lnTo>
                  <a:pt x="240791" y="93725"/>
                </a:lnTo>
                <a:lnTo>
                  <a:pt x="240089" y="114157"/>
                </a:lnTo>
                <a:lnTo>
                  <a:pt x="238029" y="130873"/>
                </a:lnTo>
                <a:lnTo>
                  <a:pt x="218592" y="164496"/>
                </a:lnTo>
                <a:lnTo>
                  <a:pt x="204203" y="168401"/>
                </a:lnTo>
                <a:lnTo>
                  <a:pt x="196940" y="167413"/>
                </a:lnTo>
                <a:lnTo>
                  <a:pt x="170395" y="130873"/>
                </a:lnTo>
                <a:lnTo>
                  <a:pt x="167627" y="93725"/>
                </a:lnTo>
                <a:lnTo>
                  <a:pt x="167627" y="172187"/>
                </a:lnTo>
                <a:lnTo>
                  <a:pt x="171209" y="175760"/>
                </a:lnTo>
                <a:lnTo>
                  <a:pt x="180778" y="181737"/>
                </a:lnTo>
                <a:lnTo>
                  <a:pt x="191775" y="185427"/>
                </a:lnTo>
                <a:lnTo>
                  <a:pt x="204203" y="186689"/>
                </a:lnTo>
                <a:lnTo>
                  <a:pt x="213949" y="185987"/>
                </a:lnTo>
                <a:lnTo>
                  <a:pt x="222692" y="183927"/>
                </a:lnTo>
                <a:lnTo>
                  <a:pt x="230576" y="180582"/>
                </a:lnTo>
                <a:lnTo>
                  <a:pt x="237743" y="176022"/>
                </a:lnTo>
                <a:lnTo>
                  <a:pt x="240791" y="1728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67906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80" y="300227"/>
                </a:moveTo>
                <a:lnTo>
                  <a:pt x="598037" y="251455"/>
                </a:lnTo>
                <a:lnTo>
                  <a:pt x="586624" y="205215"/>
                </a:lnTo>
                <a:lnTo>
                  <a:pt x="568362" y="162121"/>
                </a:lnTo>
                <a:lnTo>
                  <a:pt x="543872" y="122785"/>
                </a:lnTo>
                <a:lnTo>
                  <a:pt x="513778" y="87820"/>
                </a:lnTo>
                <a:lnTo>
                  <a:pt x="478700" y="57838"/>
                </a:lnTo>
                <a:lnTo>
                  <a:pt x="439260" y="33453"/>
                </a:lnTo>
                <a:lnTo>
                  <a:pt x="396081" y="15276"/>
                </a:lnTo>
                <a:lnTo>
                  <a:pt x="349783" y="3921"/>
                </a:lnTo>
                <a:lnTo>
                  <a:pt x="300990" y="0"/>
                </a:lnTo>
                <a:lnTo>
                  <a:pt x="252193" y="3921"/>
                </a:lnTo>
                <a:lnTo>
                  <a:pt x="205893" y="15276"/>
                </a:lnTo>
                <a:lnTo>
                  <a:pt x="162713" y="33453"/>
                </a:lnTo>
                <a:lnTo>
                  <a:pt x="123273" y="57838"/>
                </a:lnTo>
                <a:lnTo>
                  <a:pt x="88196" y="87820"/>
                </a:lnTo>
                <a:lnTo>
                  <a:pt x="58103" y="122785"/>
                </a:lnTo>
                <a:lnTo>
                  <a:pt x="33615" y="162121"/>
                </a:lnTo>
                <a:lnTo>
                  <a:pt x="15354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4" y="395319"/>
                </a:lnTo>
                <a:lnTo>
                  <a:pt x="33615" y="438498"/>
                </a:lnTo>
                <a:lnTo>
                  <a:pt x="58103" y="477938"/>
                </a:lnTo>
                <a:lnTo>
                  <a:pt x="88196" y="513016"/>
                </a:lnTo>
                <a:lnTo>
                  <a:pt x="123273" y="543110"/>
                </a:lnTo>
                <a:lnTo>
                  <a:pt x="162713" y="567600"/>
                </a:lnTo>
                <a:lnTo>
                  <a:pt x="205893" y="585862"/>
                </a:lnTo>
                <a:lnTo>
                  <a:pt x="252193" y="597275"/>
                </a:lnTo>
                <a:lnTo>
                  <a:pt x="300990" y="601218"/>
                </a:lnTo>
                <a:lnTo>
                  <a:pt x="349783" y="597275"/>
                </a:lnTo>
                <a:lnTo>
                  <a:pt x="396081" y="585862"/>
                </a:lnTo>
                <a:lnTo>
                  <a:pt x="439260" y="567600"/>
                </a:lnTo>
                <a:lnTo>
                  <a:pt x="478700" y="543110"/>
                </a:lnTo>
                <a:lnTo>
                  <a:pt x="513778" y="513016"/>
                </a:lnTo>
                <a:lnTo>
                  <a:pt x="543872" y="477938"/>
                </a:lnTo>
                <a:lnTo>
                  <a:pt x="568362" y="438498"/>
                </a:lnTo>
                <a:lnTo>
                  <a:pt x="586624" y="395319"/>
                </a:lnTo>
                <a:lnTo>
                  <a:pt x="598037" y="349021"/>
                </a:lnTo>
                <a:lnTo>
                  <a:pt x="601980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679065" y="4207764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4" y="205215"/>
                </a:lnTo>
                <a:lnTo>
                  <a:pt x="33615" y="162121"/>
                </a:lnTo>
                <a:lnTo>
                  <a:pt x="58103" y="122785"/>
                </a:lnTo>
                <a:lnTo>
                  <a:pt x="88196" y="87820"/>
                </a:lnTo>
                <a:lnTo>
                  <a:pt x="123273" y="57838"/>
                </a:lnTo>
                <a:lnTo>
                  <a:pt x="162713" y="33453"/>
                </a:lnTo>
                <a:lnTo>
                  <a:pt x="205893" y="15276"/>
                </a:lnTo>
                <a:lnTo>
                  <a:pt x="252193" y="3921"/>
                </a:lnTo>
                <a:lnTo>
                  <a:pt x="300990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80" y="300227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90" y="601218"/>
                </a:lnTo>
                <a:lnTo>
                  <a:pt x="252193" y="597275"/>
                </a:lnTo>
                <a:lnTo>
                  <a:pt x="205893" y="585862"/>
                </a:lnTo>
                <a:lnTo>
                  <a:pt x="162713" y="567600"/>
                </a:lnTo>
                <a:lnTo>
                  <a:pt x="123273" y="543110"/>
                </a:lnTo>
                <a:lnTo>
                  <a:pt x="88196" y="513016"/>
                </a:lnTo>
                <a:lnTo>
                  <a:pt x="58103" y="477938"/>
                </a:lnTo>
                <a:lnTo>
                  <a:pt x="33615" y="438498"/>
                </a:lnTo>
                <a:lnTo>
                  <a:pt x="15354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848991" y="4401311"/>
            <a:ext cx="226060" cy="186690"/>
          </a:xfrm>
          <a:custGeom>
            <a:avLst/>
            <a:gdLst/>
            <a:ahLst/>
            <a:cxnLst/>
            <a:rect l="l" t="t" r="r" b="b"/>
            <a:pathLst>
              <a:path w="226059" h="186689">
                <a:moveTo>
                  <a:pt x="95250" y="175435"/>
                </a:moveTo>
                <a:lnTo>
                  <a:pt x="95250" y="130301"/>
                </a:lnTo>
                <a:lnTo>
                  <a:pt x="94654" y="138005"/>
                </a:lnTo>
                <a:lnTo>
                  <a:pt x="92773" y="145065"/>
                </a:lnTo>
                <a:lnTo>
                  <a:pt x="57912" y="168401"/>
                </a:lnTo>
                <a:lnTo>
                  <a:pt x="48755" y="168401"/>
                </a:lnTo>
                <a:lnTo>
                  <a:pt x="22085" y="132587"/>
                </a:lnTo>
                <a:lnTo>
                  <a:pt x="0" y="134874"/>
                </a:lnTo>
                <a:lnTo>
                  <a:pt x="18288" y="172212"/>
                </a:lnTo>
                <a:lnTo>
                  <a:pt x="57912" y="186689"/>
                </a:lnTo>
                <a:lnTo>
                  <a:pt x="70604" y="185677"/>
                </a:lnTo>
                <a:lnTo>
                  <a:pt x="82296" y="182594"/>
                </a:lnTo>
                <a:lnTo>
                  <a:pt x="92773" y="177402"/>
                </a:lnTo>
                <a:lnTo>
                  <a:pt x="92909" y="177315"/>
                </a:lnTo>
                <a:lnTo>
                  <a:pt x="95250" y="175435"/>
                </a:lnTo>
                <a:close/>
              </a:path>
              <a:path w="226059" h="186689">
                <a:moveTo>
                  <a:pt x="110490" y="55625"/>
                </a:moveTo>
                <a:lnTo>
                  <a:pt x="110490" y="39624"/>
                </a:lnTo>
                <a:lnTo>
                  <a:pt x="108204" y="31241"/>
                </a:lnTo>
                <a:lnTo>
                  <a:pt x="78152" y="3857"/>
                </a:lnTo>
                <a:lnTo>
                  <a:pt x="55625" y="123"/>
                </a:lnTo>
                <a:lnTo>
                  <a:pt x="46714" y="845"/>
                </a:lnTo>
                <a:lnTo>
                  <a:pt x="8853" y="27812"/>
                </a:lnTo>
                <a:lnTo>
                  <a:pt x="2286" y="47243"/>
                </a:lnTo>
                <a:lnTo>
                  <a:pt x="24384" y="51815"/>
                </a:lnTo>
                <a:lnTo>
                  <a:pt x="25953" y="43922"/>
                </a:lnTo>
                <a:lnTo>
                  <a:pt x="28379" y="37242"/>
                </a:lnTo>
                <a:lnTo>
                  <a:pt x="31665" y="31563"/>
                </a:lnTo>
                <a:lnTo>
                  <a:pt x="35814" y="26670"/>
                </a:lnTo>
                <a:lnTo>
                  <a:pt x="41897" y="21336"/>
                </a:lnTo>
                <a:lnTo>
                  <a:pt x="48755" y="19050"/>
                </a:lnTo>
                <a:lnTo>
                  <a:pt x="66281" y="19050"/>
                </a:lnTo>
                <a:lnTo>
                  <a:pt x="73151" y="21336"/>
                </a:lnTo>
                <a:lnTo>
                  <a:pt x="79235" y="26670"/>
                </a:lnTo>
                <a:lnTo>
                  <a:pt x="84582" y="32003"/>
                </a:lnTo>
                <a:lnTo>
                  <a:pt x="87630" y="38862"/>
                </a:lnTo>
                <a:lnTo>
                  <a:pt x="87630" y="83538"/>
                </a:lnTo>
                <a:lnTo>
                  <a:pt x="93725" y="80772"/>
                </a:lnTo>
                <a:lnTo>
                  <a:pt x="99809" y="75437"/>
                </a:lnTo>
                <a:lnTo>
                  <a:pt x="104381" y="69341"/>
                </a:lnTo>
                <a:lnTo>
                  <a:pt x="108204" y="62484"/>
                </a:lnTo>
                <a:lnTo>
                  <a:pt x="110490" y="55625"/>
                </a:lnTo>
                <a:close/>
              </a:path>
              <a:path w="226059" h="186689">
                <a:moveTo>
                  <a:pt x="87630" y="83538"/>
                </a:moveTo>
                <a:lnTo>
                  <a:pt x="87630" y="47243"/>
                </a:lnTo>
                <a:lnTo>
                  <a:pt x="86913" y="54673"/>
                </a:lnTo>
                <a:lnTo>
                  <a:pt x="84767" y="60960"/>
                </a:lnTo>
                <a:lnTo>
                  <a:pt x="50279" y="77724"/>
                </a:lnTo>
                <a:lnTo>
                  <a:pt x="46482" y="77724"/>
                </a:lnTo>
                <a:lnTo>
                  <a:pt x="44183" y="96774"/>
                </a:lnTo>
                <a:lnTo>
                  <a:pt x="50279" y="95250"/>
                </a:lnTo>
                <a:lnTo>
                  <a:pt x="55625" y="94487"/>
                </a:lnTo>
                <a:lnTo>
                  <a:pt x="60185" y="94487"/>
                </a:lnTo>
                <a:lnTo>
                  <a:pt x="67336" y="95178"/>
                </a:lnTo>
                <a:lnTo>
                  <a:pt x="73910" y="97154"/>
                </a:lnTo>
                <a:lnTo>
                  <a:pt x="79909" y="100274"/>
                </a:lnTo>
                <a:lnTo>
                  <a:pt x="85331" y="104393"/>
                </a:lnTo>
                <a:lnTo>
                  <a:pt x="85331" y="84582"/>
                </a:lnTo>
                <a:lnTo>
                  <a:pt x="87630" y="83538"/>
                </a:lnTo>
                <a:close/>
              </a:path>
              <a:path w="226059" h="186689">
                <a:moveTo>
                  <a:pt x="119634" y="129539"/>
                </a:moveTo>
                <a:lnTo>
                  <a:pt x="99625" y="90201"/>
                </a:lnTo>
                <a:lnTo>
                  <a:pt x="85331" y="84582"/>
                </a:lnTo>
                <a:lnTo>
                  <a:pt x="85331" y="104393"/>
                </a:lnTo>
                <a:lnTo>
                  <a:pt x="89779" y="109835"/>
                </a:lnTo>
                <a:lnTo>
                  <a:pt x="92867" y="115919"/>
                </a:lnTo>
                <a:lnTo>
                  <a:pt x="94666" y="122717"/>
                </a:lnTo>
                <a:lnTo>
                  <a:pt x="95250" y="130301"/>
                </a:lnTo>
                <a:lnTo>
                  <a:pt x="95250" y="175435"/>
                </a:lnTo>
                <a:lnTo>
                  <a:pt x="102108" y="169925"/>
                </a:lnTo>
                <a:lnTo>
                  <a:pt x="109668" y="161365"/>
                </a:lnTo>
                <a:lnTo>
                  <a:pt x="115157" y="151733"/>
                </a:lnTo>
                <a:lnTo>
                  <a:pt x="118502" y="141100"/>
                </a:lnTo>
                <a:lnTo>
                  <a:pt x="119634" y="129539"/>
                </a:lnTo>
                <a:close/>
              </a:path>
              <a:path w="226059" h="186689">
                <a:moveTo>
                  <a:pt x="225551" y="183641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6167"/>
                </a:lnTo>
                <a:lnTo>
                  <a:pt x="203449" y="12191"/>
                </a:lnTo>
                <a:lnTo>
                  <a:pt x="167787" y="41636"/>
                </a:lnTo>
                <a:lnTo>
                  <a:pt x="158483" y="46482"/>
                </a:lnTo>
                <a:lnTo>
                  <a:pt x="158483" y="67817"/>
                </a:lnTo>
                <a:lnTo>
                  <a:pt x="194208" y="48387"/>
                </a:lnTo>
                <a:lnTo>
                  <a:pt x="203454" y="40386"/>
                </a:lnTo>
                <a:lnTo>
                  <a:pt x="203454" y="183641"/>
                </a:lnTo>
                <a:lnTo>
                  <a:pt x="225551" y="183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263531" y="510997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227"/>
                </a:moveTo>
                <a:lnTo>
                  <a:pt x="597295" y="251455"/>
                </a:lnTo>
                <a:lnTo>
                  <a:pt x="585935" y="205215"/>
                </a:lnTo>
                <a:lnTo>
                  <a:pt x="567744" y="162121"/>
                </a:lnTo>
                <a:lnTo>
                  <a:pt x="543330" y="122785"/>
                </a:lnTo>
                <a:lnTo>
                  <a:pt x="513302" y="87820"/>
                </a:lnTo>
                <a:lnTo>
                  <a:pt x="478267" y="57838"/>
                </a:lnTo>
                <a:lnTo>
                  <a:pt x="438835" y="33453"/>
                </a:lnTo>
                <a:lnTo>
                  <a:pt x="395612" y="15276"/>
                </a:lnTo>
                <a:lnTo>
                  <a:pt x="349207" y="3921"/>
                </a:lnTo>
                <a:lnTo>
                  <a:pt x="300227" y="0"/>
                </a:lnTo>
                <a:lnTo>
                  <a:pt x="251455" y="3921"/>
                </a:lnTo>
                <a:lnTo>
                  <a:pt x="205215" y="15276"/>
                </a:lnTo>
                <a:lnTo>
                  <a:pt x="162121" y="33453"/>
                </a:lnTo>
                <a:lnTo>
                  <a:pt x="122785" y="57838"/>
                </a:lnTo>
                <a:lnTo>
                  <a:pt x="87820" y="87820"/>
                </a:lnTo>
                <a:lnTo>
                  <a:pt x="57838" y="122785"/>
                </a:lnTo>
                <a:lnTo>
                  <a:pt x="33453" y="162121"/>
                </a:lnTo>
                <a:lnTo>
                  <a:pt x="15276" y="205215"/>
                </a:lnTo>
                <a:lnTo>
                  <a:pt x="3921" y="251455"/>
                </a:lnTo>
                <a:lnTo>
                  <a:pt x="0" y="300227"/>
                </a:lnTo>
                <a:lnTo>
                  <a:pt x="3921" y="349021"/>
                </a:lnTo>
                <a:lnTo>
                  <a:pt x="15276" y="395319"/>
                </a:lnTo>
                <a:lnTo>
                  <a:pt x="33453" y="438498"/>
                </a:lnTo>
                <a:lnTo>
                  <a:pt x="57838" y="477938"/>
                </a:lnTo>
                <a:lnTo>
                  <a:pt x="87820" y="513016"/>
                </a:lnTo>
                <a:lnTo>
                  <a:pt x="122785" y="543110"/>
                </a:lnTo>
                <a:lnTo>
                  <a:pt x="162121" y="567600"/>
                </a:lnTo>
                <a:lnTo>
                  <a:pt x="205215" y="585862"/>
                </a:lnTo>
                <a:lnTo>
                  <a:pt x="251455" y="597275"/>
                </a:lnTo>
                <a:lnTo>
                  <a:pt x="300227" y="601217"/>
                </a:lnTo>
                <a:lnTo>
                  <a:pt x="349207" y="597275"/>
                </a:lnTo>
                <a:lnTo>
                  <a:pt x="395612" y="585862"/>
                </a:lnTo>
                <a:lnTo>
                  <a:pt x="438835" y="567600"/>
                </a:lnTo>
                <a:lnTo>
                  <a:pt x="478267" y="543110"/>
                </a:lnTo>
                <a:lnTo>
                  <a:pt x="513302" y="513016"/>
                </a:lnTo>
                <a:lnTo>
                  <a:pt x="543330" y="477938"/>
                </a:lnTo>
                <a:lnTo>
                  <a:pt x="567744" y="438498"/>
                </a:lnTo>
                <a:lnTo>
                  <a:pt x="585935" y="395319"/>
                </a:lnTo>
                <a:lnTo>
                  <a:pt x="597295" y="349021"/>
                </a:lnTo>
                <a:lnTo>
                  <a:pt x="60121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263531" y="510997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207" y="3921"/>
                </a:lnTo>
                <a:lnTo>
                  <a:pt x="395612" y="15276"/>
                </a:lnTo>
                <a:lnTo>
                  <a:pt x="438835" y="33453"/>
                </a:lnTo>
                <a:lnTo>
                  <a:pt x="478267" y="57838"/>
                </a:lnTo>
                <a:lnTo>
                  <a:pt x="513302" y="87820"/>
                </a:lnTo>
                <a:lnTo>
                  <a:pt x="543330" y="122785"/>
                </a:lnTo>
                <a:lnTo>
                  <a:pt x="567744" y="162121"/>
                </a:lnTo>
                <a:lnTo>
                  <a:pt x="585935" y="205215"/>
                </a:lnTo>
                <a:lnTo>
                  <a:pt x="597295" y="251455"/>
                </a:lnTo>
                <a:lnTo>
                  <a:pt x="601217" y="300227"/>
                </a:lnTo>
                <a:lnTo>
                  <a:pt x="597295" y="349021"/>
                </a:lnTo>
                <a:lnTo>
                  <a:pt x="585935" y="395319"/>
                </a:lnTo>
                <a:lnTo>
                  <a:pt x="567744" y="438498"/>
                </a:lnTo>
                <a:lnTo>
                  <a:pt x="543330" y="477938"/>
                </a:lnTo>
                <a:lnTo>
                  <a:pt x="513302" y="513016"/>
                </a:lnTo>
                <a:lnTo>
                  <a:pt x="478267" y="543110"/>
                </a:lnTo>
                <a:lnTo>
                  <a:pt x="438835" y="567600"/>
                </a:lnTo>
                <a:lnTo>
                  <a:pt x="395612" y="585862"/>
                </a:lnTo>
                <a:lnTo>
                  <a:pt x="349207" y="597275"/>
                </a:lnTo>
                <a:lnTo>
                  <a:pt x="300227" y="601217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21087" y="5303520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79">
                <a:moveTo>
                  <a:pt x="67056" y="182879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1"/>
                </a:lnTo>
                <a:lnTo>
                  <a:pt x="8977" y="41314"/>
                </a:lnTo>
                <a:lnTo>
                  <a:pt x="0" y="45719"/>
                </a:lnTo>
                <a:lnTo>
                  <a:pt x="0" y="67817"/>
                </a:lnTo>
                <a:lnTo>
                  <a:pt x="35433" y="48386"/>
                </a:lnTo>
                <a:lnTo>
                  <a:pt x="44958" y="40385"/>
                </a:lnTo>
                <a:lnTo>
                  <a:pt x="44958" y="182879"/>
                </a:lnTo>
                <a:lnTo>
                  <a:pt x="67056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165739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79" y="300227"/>
                </a:moveTo>
                <a:lnTo>
                  <a:pt x="598037" y="251455"/>
                </a:lnTo>
                <a:lnTo>
                  <a:pt x="586624" y="205215"/>
                </a:lnTo>
                <a:lnTo>
                  <a:pt x="568362" y="162121"/>
                </a:lnTo>
                <a:lnTo>
                  <a:pt x="543872" y="122785"/>
                </a:lnTo>
                <a:lnTo>
                  <a:pt x="513778" y="87820"/>
                </a:lnTo>
                <a:lnTo>
                  <a:pt x="478700" y="57838"/>
                </a:lnTo>
                <a:lnTo>
                  <a:pt x="439260" y="33453"/>
                </a:lnTo>
                <a:lnTo>
                  <a:pt x="396081" y="15276"/>
                </a:lnTo>
                <a:lnTo>
                  <a:pt x="349783" y="3921"/>
                </a:lnTo>
                <a:lnTo>
                  <a:pt x="300989" y="0"/>
                </a:lnTo>
                <a:lnTo>
                  <a:pt x="252196" y="3921"/>
                </a:lnTo>
                <a:lnTo>
                  <a:pt x="205898" y="15276"/>
                </a:lnTo>
                <a:lnTo>
                  <a:pt x="162719" y="33453"/>
                </a:lnTo>
                <a:lnTo>
                  <a:pt x="123279" y="57838"/>
                </a:lnTo>
                <a:lnTo>
                  <a:pt x="88201" y="87820"/>
                </a:lnTo>
                <a:lnTo>
                  <a:pt x="58107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7" y="477938"/>
                </a:lnTo>
                <a:lnTo>
                  <a:pt x="88201" y="513016"/>
                </a:lnTo>
                <a:lnTo>
                  <a:pt x="123279" y="543110"/>
                </a:lnTo>
                <a:lnTo>
                  <a:pt x="162719" y="567600"/>
                </a:lnTo>
                <a:lnTo>
                  <a:pt x="205898" y="585862"/>
                </a:lnTo>
                <a:lnTo>
                  <a:pt x="252196" y="597275"/>
                </a:lnTo>
                <a:lnTo>
                  <a:pt x="300989" y="601217"/>
                </a:lnTo>
                <a:lnTo>
                  <a:pt x="349783" y="597275"/>
                </a:lnTo>
                <a:lnTo>
                  <a:pt x="396081" y="585862"/>
                </a:lnTo>
                <a:lnTo>
                  <a:pt x="439260" y="567600"/>
                </a:lnTo>
                <a:lnTo>
                  <a:pt x="478700" y="543110"/>
                </a:lnTo>
                <a:lnTo>
                  <a:pt x="513778" y="513016"/>
                </a:lnTo>
                <a:lnTo>
                  <a:pt x="543872" y="477938"/>
                </a:lnTo>
                <a:lnTo>
                  <a:pt x="568362" y="438498"/>
                </a:lnTo>
                <a:lnTo>
                  <a:pt x="586624" y="395319"/>
                </a:lnTo>
                <a:lnTo>
                  <a:pt x="598037" y="349021"/>
                </a:lnTo>
                <a:lnTo>
                  <a:pt x="601979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165739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79" y="300227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89" y="601217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406531" y="5303643"/>
            <a:ext cx="120014" cy="186690"/>
          </a:xfrm>
          <a:custGeom>
            <a:avLst/>
            <a:gdLst/>
            <a:ahLst/>
            <a:cxnLst/>
            <a:rect l="l" t="t" r="r" b="b"/>
            <a:pathLst>
              <a:path w="120014" h="186689">
                <a:moveTo>
                  <a:pt x="96012" y="174487"/>
                </a:moveTo>
                <a:lnTo>
                  <a:pt x="96012" y="130178"/>
                </a:lnTo>
                <a:lnTo>
                  <a:pt x="95297" y="137881"/>
                </a:lnTo>
                <a:lnTo>
                  <a:pt x="93154" y="144942"/>
                </a:lnTo>
                <a:lnTo>
                  <a:pt x="57912" y="167516"/>
                </a:lnTo>
                <a:lnTo>
                  <a:pt x="49529" y="167516"/>
                </a:lnTo>
                <a:lnTo>
                  <a:pt x="22098" y="131702"/>
                </a:lnTo>
                <a:lnTo>
                  <a:pt x="0" y="134750"/>
                </a:lnTo>
                <a:lnTo>
                  <a:pt x="18287" y="172088"/>
                </a:lnTo>
                <a:lnTo>
                  <a:pt x="57912" y="186566"/>
                </a:lnTo>
                <a:lnTo>
                  <a:pt x="70604" y="185447"/>
                </a:lnTo>
                <a:lnTo>
                  <a:pt x="82296" y="182184"/>
                </a:lnTo>
                <a:lnTo>
                  <a:pt x="92844" y="176922"/>
                </a:lnTo>
                <a:lnTo>
                  <a:pt x="96012" y="174487"/>
                </a:lnTo>
                <a:close/>
              </a:path>
              <a:path w="120014" h="186689">
                <a:moveTo>
                  <a:pt x="110489" y="55502"/>
                </a:moveTo>
                <a:lnTo>
                  <a:pt x="110489" y="39500"/>
                </a:lnTo>
                <a:lnTo>
                  <a:pt x="108203" y="31118"/>
                </a:lnTo>
                <a:lnTo>
                  <a:pt x="78152" y="3733"/>
                </a:lnTo>
                <a:lnTo>
                  <a:pt x="55625" y="0"/>
                </a:lnTo>
                <a:lnTo>
                  <a:pt x="46732" y="721"/>
                </a:lnTo>
                <a:lnTo>
                  <a:pt x="9239" y="27403"/>
                </a:lnTo>
                <a:lnTo>
                  <a:pt x="2286" y="47120"/>
                </a:lnTo>
                <a:lnTo>
                  <a:pt x="24384" y="51692"/>
                </a:lnTo>
                <a:lnTo>
                  <a:pt x="26277" y="43691"/>
                </a:lnTo>
                <a:lnTo>
                  <a:pt x="28670" y="36833"/>
                </a:lnTo>
                <a:lnTo>
                  <a:pt x="31777" y="31118"/>
                </a:lnTo>
                <a:lnTo>
                  <a:pt x="35813" y="26546"/>
                </a:lnTo>
                <a:lnTo>
                  <a:pt x="41910" y="21212"/>
                </a:lnTo>
                <a:lnTo>
                  <a:pt x="48767" y="18164"/>
                </a:lnTo>
                <a:lnTo>
                  <a:pt x="66293" y="18164"/>
                </a:lnTo>
                <a:lnTo>
                  <a:pt x="73913" y="21212"/>
                </a:lnTo>
                <a:lnTo>
                  <a:pt x="84581" y="31880"/>
                </a:lnTo>
                <a:lnTo>
                  <a:pt x="87629" y="38738"/>
                </a:lnTo>
                <a:lnTo>
                  <a:pt x="87629" y="83419"/>
                </a:lnTo>
                <a:lnTo>
                  <a:pt x="93725" y="80648"/>
                </a:lnTo>
                <a:lnTo>
                  <a:pt x="99822" y="75314"/>
                </a:lnTo>
                <a:lnTo>
                  <a:pt x="104393" y="69218"/>
                </a:lnTo>
                <a:lnTo>
                  <a:pt x="108203" y="62360"/>
                </a:lnTo>
                <a:lnTo>
                  <a:pt x="110489" y="55502"/>
                </a:lnTo>
                <a:close/>
              </a:path>
              <a:path w="120014" h="186689">
                <a:moveTo>
                  <a:pt x="87629" y="83419"/>
                </a:moveTo>
                <a:lnTo>
                  <a:pt x="87629" y="47120"/>
                </a:lnTo>
                <a:lnTo>
                  <a:pt x="86915" y="54228"/>
                </a:lnTo>
                <a:lnTo>
                  <a:pt x="84772" y="60550"/>
                </a:lnTo>
                <a:lnTo>
                  <a:pt x="50291" y="77600"/>
                </a:lnTo>
                <a:lnTo>
                  <a:pt x="48005" y="77600"/>
                </a:lnTo>
                <a:lnTo>
                  <a:pt x="46732" y="76963"/>
                </a:lnTo>
                <a:lnTo>
                  <a:pt x="46470" y="76941"/>
                </a:lnTo>
                <a:lnTo>
                  <a:pt x="44196" y="96650"/>
                </a:lnTo>
                <a:lnTo>
                  <a:pt x="50291" y="95126"/>
                </a:lnTo>
                <a:lnTo>
                  <a:pt x="55625" y="94364"/>
                </a:lnTo>
                <a:lnTo>
                  <a:pt x="60198" y="94364"/>
                </a:lnTo>
                <a:lnTo>
                  <a:pt x="67448" y="94947"/>
                </a:lnTo>
                <a:lnTo>
                  <a:pt x="74199" y="96745"/>
                </a:lnTo>
                <a:lnTo>
                  <a:pt x="80236" y="99829"/>
                </a:lnTo>
                <a:lnTo>
                  <a:pt x="85343" y="104270"/>
                </a:lnTo>
                <a:lnTo>
                  <a:pt x="85343" y="84458"/>
                </a:lnTo>
                <a:lnTo>
                  <a:pt x="87629" y="83419"/>
                </a:lnTo>
                <a:close/>
              </a:path>
              <a:path w="120014" h="186689">
                <a:moveTo>
                  <a:pt x="119634" y="129416"/>
                </a:moveTo>
                <a:lnTo>
                  <a:pt x="99631" y="90078"/>
                </a:lnTo>
                <a:lnTo>
                  <a:pt x="85343" y="84458"/>
                </a:lnTo>
                <a:lnTo>
                  <a:pt x="85343" y="104270"/>
                </a:lnTo>
                <a:lnTo>
                  <a:pt x="89904" y="109711"/>
                </a:lnTo>
                <a:lnTo>
                  <a:pt x="93249" y="115795"/>
                </a:lnTo>
                <a:lnTo>
                  <a:pt x="95309" y="122594"/>
                </a:lnTo>
                <a:lnTo>
                  <a:pt x="96012" y="130178"/>
                </a:lnTo>
                <a:lnTo>
                  <a:pt x="96012" y="174487"/>
                </a:lnTo>
                <a:lnTo>
                  <a:pt x="102108" y="169802"/>
                </a:lnTo>
                <a:lnTo>
                  <a:pt x="109668" y="160920"/>
                </a:lnTo>
                <a:lnTo>
                  <a:pt x="115157" y="151323"/>
                </a:lnTo>
                <a:lnTo>
                  <a:pt x="118502" y="140870"/>
                </a:lnTo>
                <a:lnTo>
                  <a:pt x="119634" y="1294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068709" y="5109971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62" y="3921"/>
                </a:lnTo>
                <a:lnTo>
                  <a:pt x="396002" y="15276"/>
                </a:lnTo>
                <a:lnTo>
                  <a:pt x="439096" y="33453"/>
                </a:lnTo>
                <a:lnTo>
                  <a:pt x="478432" y="57838"/>
                </a:lnTo>
                <a:lnTo>
                  <a:pt x="513397" y="87820"/>
                </a:lnTo>
                <a:lnTo>
                  <a:pt x="543379" y="122785"/>
                </a:lnTo>
                <a:lnTo>
                  <a:pt x="567764" y="162121"/>
                </a:lnTo>
                <a:lnTo>
                  <a:pt x="585941" y="205215"/>
                </a:lnTo>
                <a:lnTo>
                  <a:pt x="597296" y="251455"/>
                </a:lnTo>
                <a:lnTo>
                  <a:pt x="601218" y="300227"/>
                </a:lnTo>
                <a:lnTo>
                  <a:pt x="597296" y="349021"/>
                </a:lnTo>
                <a:lnTo>
                  <a:pt x="585941" y="395319"/>
                </a:lnTo>
                <a:lnTo>
                  <a:pt x="567764" y="438498"/>
                </a:lnTo>
                <a:lnTo>
                  <a:pt x="543379" y="477938"/>
                </a:lnTo>
                <a:lnTo>
                  <a:pt x="513397" y="513016"/>
                </a:lnTo>
                <a:lnTo>
                  <a:pt x="478432" y="543110"/>
                </a:lnTo>
                <a:lnTo>
                  <a:pt x="439096" y="567600"/>
                </a:lnTo>
                <a:lnTo>
                  <a:pt x="396002" y="585862"/>
                </a:lnTo>
                <a:lnTo>
                  <a:pt x="349762" y="597275"/>
                </a:lnTo>
                <a:lnTo>
                  <a:pt x="300989" y="601217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310263" y="5306567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7526"/>
                </a:moveTo>
                <a:lnTo>
                  <a:pt x="118110" y="0"/>
                </a:lnTo>
                <a:lnTo>
                  <a:pt x="0" y="0"/>
                </a:lnTo>
                <a:lnTo>
                  <a:pt x="0" y="22098"/>
                </a:lnTo>
                <a:lnTo>
                  <a:pt x="89916" y="22098"/>
                </a:lnTo>
                <a:lnTo>
                  <a:pt x="89916" y="56599"/>
                </a:lnTo>
                <a:lnTo>
                  <a:pt x="92392" y="52351"/>
                </a:lnTo>
                <a:lnTo>
                  <a:pt x="100964" y="39147"/>
                </a:lnTo>
                <a:lnTo>
                  <a:pt x="109537" y="27515"/>
                </a:lnTo>
                <a:lnTo>
                  <a:pt x="118110" y="17526"/>
                </a:lnTo>
                <a:close/>
              </a:path>
              <a:path w="118110" h="180339">
                <a:moveTo>
                  <a:pt x="89916" y="56599"/>
                </a:moveTo>
                <a:lnTo>
                  <a:pt x="89916" y="22098"/>
                </a:lnTo>
                <a:lnTo>
                  <a:pt x="81474" y="32265"/>
                </a:lnTo>
                <a:lnTo>
                  <a:pt x="57150" y="69342"/>
                </a:lnTo>
                <a:lnTo>
                  <a:pt x="38719" y="113168"/>
                </a:lnTo>
                <a:lnTo>
                  <a:pt x="28098" y="156495"/>
                </a:lnTo>
                <a:lnTo>
                  <a:pt x="25908" y="179832"/>
                </a:lnTo>
                <a:lnTo>
                  <a:pt x="48768" y="179832"/>
                </a:lnTo>
                <a:lnTo>
                  <a:pt x="50077" y="166842"/>
                </a:lnTo>
                <a:lnTo>
                  <a:pt x="51816" y="154209"/>
                </a:lnTo>
                <a:lnTo>
                  <a:pt x="62603" y="113990"/>
                </a:lnTo>
                <a:lnTo>
                  <a:pt x="83820" y="67056"/>
                </a:lnTo>
                <a:lnTo>
                  <a:pt x="89916" y="56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70917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7"/>
                </a:moveTo>
                <a:lnTo>
                  <a:pt x="598025" y="251455"/>
                </a:lnTo>
                <a:lnTo>
                  <a:pt x="586612" y="205215"/>
                </a:lnTo>
                <a:lnTo>
                  <a:pt x="568351" y="162121"/>
                </a:lnTo>
                <a:lnTo>
                  <a:pt x="543863" y="122785"/>
                </a:lnTo>
                <a:lnTo>
                  <a:pt x="513770" y="87820"/>
                </a:lnTo>
                <a:lnTo>
                  <a:pt x="478693" y="57838"/>
                </a:lnTo>
                <a:lnTo>
                  <a:pt x="439253" y="33453"/>
                </a:lnTo>
                <a:lnTo>
                  <a:pt x="396073" y="15276"/>
                </a:lnTo>
                <a:lnTo>
                  <a:pt x="349774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7"/>
                </a:lnTo>
                <a:lnTo>
                  <a:pt x="349774" y="597275"/>
                </a:lnTo>
                <a:lnTo>
                  <a:pt x="396073" y="585862"/>
                </a:lnTo>
                <a:lnTo>
                  <a:pt x="439253" y="567600"/>
                </a:lnTo>
                <a:lnTo>
                  <a:pt x="478693" y="543110"/>
                </a:lnTo>
                <a:lnTo>
                  <a:pt x="513770" y="513016"/>
                </a:lnTo>
                <a:lnTo>
                  <a:pt x="543863" y="477938"/>
                </a:lnTo>
                <a:lnTo>
                  <a:pt x="568351" y="438498"/>
                </a:lnTo>
                <a:lnTo>
                  <a:pt x="586612" y="395319"/>
                </a:lnTo>
                <a:lnTo>
                  <a:pt x="598025" y="349021"/>
                </a:lnTo>
                <a:lnTo>
                  <a:pt x="60196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70917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4" y="3921"/>
                </a:lnTo>
                <a:lnTo>
                  <a:pt x="396073" y="15276"/>
                </a:lnTo>
                <a:lnTo>
                  <a:pt x="439253" y="33453"/>
                </a:lnTo>
                <a:lnTo>
                  <a:pt x="478693" y="57838"/>
                </a:lnTo>
                <a:lnTo>
                  <a:pt x="513770" y="87820"/>
                </a:lnTo>
                <a:lnTo>
                  <a:pt x="543863" y="122785"/>
                </a:lnTo>
                <a:lnTo>
                  <a:pt x="568351" y="162121"/>
                </a:lnTo>
                <a:lnTo>
                  <a:pt x="586612" y="205215"/>
                </a:lnTo>
                <a:lnTo>
                  <a:pt x="598025" y="251455"/>
                </a:lnTo>
                <a:lnTo>
                  <a:pt x="601967" y="300227"/>
                </a:lnTo>
                <a:lnTo>
                  <a:pt x="598025" y="349021"/>
                </a:lnTo>
                <a:lnTo>
                  <a:pt x="586612" y="395319"/>
                </a:lnTo>
                <a:lnTo>
                  <a:pt x="568351" y="438498"/>
                </a:lnTo>
                <a:lnTo>
                  <a:pt x="543863" y="477938"/>
                </a:lnTo>
                <a:lnTo>
                  <a:pt x="513770" y="513016"/>
                </a:lnTo>
                <a:lnTo>
                  <a:pt x="478693" y="543110"/>
                </a:lnTo>
                <a:lnTo>
                  <a:pt x="439253" y="567600"/>
                </a:lnTo>
                <a:lnTo>
                  <a:pt x="396073" y="585862"/>
                </a:lnTo>
                <a:lnTo>
                  <a:pt x="349774" y="597275"/>
                </a:lnTo>
                <a:lnTo>
                  <a:pt x="300977" y="601217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211709" y="5303520"/>
            <a:ext cx="120014" cy="186690"/>
          </a:xfrm>
          <a:custGeom>
            <a:avLst/>
            <a:gdLst/>
            <a:ahLst/>
            <a:cxnLst/>
            <a:rect l="l" t="t" r="r" b="b"/>
            <a:pathLst>
              <a:path w="120014" h="186689">
                <a:moveTo>
                  <a:pt x="119634" y="88391"/>
                </a:moveTo>
                <a:lnTo>
                  <a:pt x="115449" y="47029"/>
                </a:lnTo>
                <a:lnTo>
                  <a:pt x="89903" y="9905"/>
                </a:lnTo>
                <a:lnTo>
                  <a:pt x="57150" y="0"/>
                </a:lnTo>
                <a:lnTo>
                  <a:pt x="45571" y="1131"/>
                </a:lnTo>
                <a:lnTo>
                  <a:pt x="9001" y="26360"/>
                </a:lnTo>
                <a:lnTo>
                  <a:pt x="0" y="61721"/>
                </a:lnTo>
                <a:lnTo>
                  <a:pt x="1000" y="74723"/>
                </a:lnTo>
                <a:lnTo>
                  <a:pt x="4000" y="86296"/>
                </a:lnTo>
                <a:lnTo>
                  <a:pt x="9001" y="96440"/>
                </a:lnTo>
                <a:lnTo>
                  <a:pt x="16001" y="105155"/>
                </a:lnTo>
                <a:lnTo>
                  <a:pt x="22860" y="111165"/>
                </a:lnTo>
                <a:lnTo>
                  <a:pt x="22860" y="62483"/>
                </a:lnTo>
                <a:lnTo>
                  <a:pt x="23574" y="53209"/>
                </a:lnTo>
                <a:lnTo>
                  <a:pt x="46088" y="22002"/>
                </a:lnTo>
                <a:lnTo>
                  <a:pt x="59423" y="19126"/>
                </a:lnTo>
                <a:lnTo>
                  <a:pt x="61709" y="19204"/>
                </a:lnTo>
                <a:lnTo>
                  <a:pt x="92482" y="43433"/>
                </a:lnTo>
                <a:lnTo>
                  <a:pt x="95250" y="60959"/>
                </a:lnTo>
                <a:lnTo>
                  <a:pt x="95250" y="100955"/>
                </a:lnTo>
                <a:lnTo>
                  <a:pt x="97523" y="97535"/>
                </a:lnTo>
                <a:lnTo>
                  <a:pt x="97523" y="168670"/>
                </a:lnTo>
                <a:lnTo>
                  <a:pt x="102958" y="162210"/>
                </a:lnTo>
                <a:lnTo>
                  <a:pt x="117819" y="119919"/>
                </a:lnTo>
                <a:lnTo>
                  <a:pt x="119191" y="105120"/>
                </a:lnTo>
                <a:lnTo>
                  <a:pt x="119634" y="88391"/>
                </a:lnTo>
                <a:close/>
              </a:path>
              <a:path w="120014" h="186689">
                <a:moveTo>
                  <a:pt x="97523" y="168670"/>
                </a:moveTo>
                <a:lnTo>
                  <a:pt x="97523" y="102107"/>
                </a:lnTo>
                <a:lnTo>
                  <a:pt x="97368" y="108965"/>
                </a:lnTo>
                <a:lnTo>
                  <a:pt x="96858" y="115823"/>
                </a:lnTo>
                <a:lnTo>
                  <a:pt x="82296" y="156209"/>
                </a:lnTo>
                <a:lnTo>
                  <a:pt x="61709" y="167639"/>
                </a:lnTo>
                <a:lnTo>
                  <a:pt x="47244" y="167639"/>
                </a:lnTo>
                <a:lnTo>
                  <a:pt x="25146" y="139445"/>
                </a:lnTo>
                <a:lnTo>
                  <a:pt x="3048" y="140969"/>
                </a:lnTo>
                <a:lnTo>
                  <a:pt x="27108" y="179617"/>
                </a:lnTo>
                <a:lnTo>
                  <a:pt x="54863" y="186689"/>
                </a:lnTo>
                <a:lnTo>
                  <a:pt x="64410" y="185975"/>
                </a:lnTo>
                <a:lnTo>
                  <a:pt x="73526" y="183832"/>
                </a:lnTo>
                <a:lnTo>
                  <a:pt x="82070" y="180260"/>
                </a:lnTo>
                <a:lnTo>
                  <a:pt x="89903" y="175259"/>
                </a:lnTo>
                <a:lnTo>
                  <a:pt x="96897" y="169414"/>
                </a:lnTo>
                <a:lnTo>
                  <a:pt x="97523" y="168670"/>
                </a:lnTo>
                <a:close/>
              </a:path>
              <a:path w="120014" h="186689">
                <a:moveTo>
                  <a:pt x="95250" y="100955"/>
                </a:moveTo>
                <a:lnTo>
                  <a:pt x="95250" y="60959"/>
                </a:lnTo>
                <a:lnTo>
                  <a:pt x="94545" y="69830"/>
                </a:lnTo>
                <a:lnTo>
                  <a:pt x="92578" y="77819"/>
                </a:lnTo>
                <a:lnTo>
                  <a:pt x="59423" y="101345"/>
                </a:lnTo>
                <a:lnTo>
                  <a:pt x="52160" y="100750"/>
                </a:lnTo>
                <a:lnTo>
                  <a:pt x="23562" y="70746"/>
                </a:lnTo>
                <a:lnTo>
                  <a:pt x="22860" y="62483"/>
                </a:lnTo>
                <a:lnTo>
                  <a:pt x="22860" y="111165"/>
                </a:lnTo>
                <a:lnTo>
                  <a:pt x="23990" y="112156"/>
                </a:lnTo>
                <a:lnTo>
                  <a:pt x="33050" y="117157"/>
                </a:lnTo>
                <a:lnTo>
                  <a:pt x="43107" y="120157"/>
                </a:lnTo>
                <a:lnTo>
                  <a:pt x="52922" y="121051"/>
                </a:lnTo>
                <a:lnTo>
                  <a:pt x="57150" y="121017"/>
                </a:lnTo>
                <a:lnTo>
                  <a:pt x="92963" y="104393"/>
                </a:lnTo>
                <a:lnTo>
                  <a:pt x="95250" y="100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87387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92" y="300227"/>
                </a:moveTo>
                <a:lnTo>
                  <a:pt x="598050" y="251455"/>
                </a:lnTo>
                <a:lnTo>
                  <a:pt x="586636" y="205215"/>
                </a:lnTo>
                <a:lnTo>
                  <a:pt x="568374" y="162121"/>
                </a:lnTo>
                <a:lnTo>
                  <a:pt x="543885" y="122785"/>
                </a:lnTo>
                <a:lnTo>
                  <a:pt x="513791" y="87820"/>
                </a:lnTo>
                <a:lnTo>
                  <a:pt x="478713" y="57838"/>
                </a:lnTo>
                <a:lnTo>
                  <a:pt x="439273" y="33453"/>
                </a:lnTo>
                <a:lnTo>
                  <a:pt x="396094" y="15276"/>
                </a:lnTo>
                <a:lnTo>
                  <a:pt x="349796" y="3921"/>
                </a:lnTo>
                <a:lnTo>
                  <a:pt x="301002" y="0"/>
                </a:lnTo>
                <a:lnTo>
                  <a:pt x="252205" y="3921"/>
                </a:lnTo>
                <a:lnTo>
                  <a:pt x="205904" y="15276"/>
                </a:lnTo>
                <a:lnTo>
                  <a:pt x="162723" y="33453"/>
                </a:lnTo>
                <a:lnTo>
                  <a:pt x="123282" y="57838"/>
                </a:lnTo>
                <a:lnTo>
                  <a:pt x="88203" y="87820"/>
                </a:lnTo>
                <a:lnTo>
                  <a:pt x="58107" y="122785"/>
                </a:lnTo>
                <a:lnTo>
                  <a:pt x="33618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8" y="438498"/>
                </a:lnTo>
                <a:lnTo>
                  <a:pt x="58107" y="477938"/>
                </a:lnTo>
                <a:lnTo>
                  <a:pt x="88203" y="513016"/>
                </a:lnTo>
                <a:lnTo>
                  <a:pt x="123282" y="543110"/>
                </a:lnTo>
                <a:lnTo>
                  <a:pt x="162723" y="567600"/>
                </a:lnTo>
                <a:lnTo>
                  <a:pt x="205904" y="585862"/>
                </a:lnTo>
                <a:lnTo>
                  <a:pt x="252205" y="597275"/>
                </a:lnTo>
                <a:lnTo>
                  <a:pt x="301002" y="601217"/>
                </a:lnTo>
                <a:lnTo>
                  <a:pt x="349796" y="597275"/>
                </a:lnTo>
                <a:lnTo>
                  <a:pt x="396094" y="585862"/>
                </a:lnTo>
                <a:lnTo>
                  <a:pt x="439273" y="567600"/>
                </a:lnTo>
                <a:lnTo>
                  <a:pt x="478713" y="543110"/>
                </a:lnTo>
                <a:lnTo>
                  <a:pt x="513791" y="513016"/>
                </a:lnTo>
                <a:lnTo>
                  <a:pt x="543885" y="477938"/>
                </a:lnTo>
                <a:lnTo>
                  <a:pt x="568374" y="438498"/>
                </a:lnTo>
                <a:lnTo>
                  <a:pt x="586636" y="395319"/>
                </a:lnTo>
                <a:lnTo>
                  <a:pt x="598050" y="349021"/>
                </a:lnTo>
                <a:lnTo>
                  <a:pt x="601992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87387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8" y="162121"/>
                </a:lnTo>
                <a:lnTo>
                  <a:pt x="58107" y="122785"/>
                </a:lnTo>
                <a:lnTo>
                  <a:pt x="88203" y="87820"/>
                </a:lnTo>
                <a:lnTo>
                  <a:pt x="123282" y="57838"/>
                </a:lnTo>
                <a:lnTo>
                  <a:pt x="162723" y="33453"/>
                </a:lnTo>
                <a:lnTo>
                  <a:pt x="205904" y="15276"/>
                </a:lnTo>
                <a:lnTo>
                  <a:pt x="252205" y="3921"/>
                </a:lnTo>
                <a:lnTo>
                  <a:pt x="301002" y="0"/>
                </a:lnTo>
                <a:lnTo>
                  <a:pt x="349796" y="3921"/>
                </a:lnTo>
                <a:lnTo>
                  <a:pt x="396094" y="15276"/>
                </a:lnTo>
                <a:lnTo>
                  <a:pt x="439273" y="33453"/>
                </a:lnTo>
                <a:lnTo>
                  <a:pt x="478713" y="57838"/>
                </a:lnTo>
                <a:lnTo>
                  <a:pt x="513791" y="87820"/>
                </a:lnTo>
                <a:lnTo>
                  <a:pt x="543885" y="122785"/>
                </a:lnTo>
                <a:lnTo>
                  <a:pt x="568374" y="162121"/>
                </a:lnTo>
                <a:lnTo>
                  <a:pt x="586636" y="205215"/>
                </a:lnTo>
                <a:lnTo>
                  <a:pt x="598050" y="251455"/>
                </a:lnTo>
                <a:lnTo>
                  <a:pt x="601992" y="300227"/>
                </a:lnTo>
                <a:lnTo>
                  <a:pt x="598050" y="349021"/>
                </a:lnTo>
                <a:lnTo>
                  <a:pt x="586636" y="395319"/>
                </a:lnTo>
                <a:lnTo>
                  <a:pt x="568374" y="438498"/>
                </a:lnTo>
                <a:lnTo>
                  <a:pt x="543885" y="477938"/>
                </a:lnTo>
                <a:lnTo>
                  <a:pt x="513791" y="513016"/>
                </a:lnTo>
                <a:lnTo>
                  <a:pt x="478713" y="543110"/>
                </a:lnTo>
                <a:lnTo>
                  <a:pt x="439273" y="567600"/>
                </a:lnTo>
                <a:lnTo>
                  <a:pt x="396094" y="585862"/>
                </a:lnTo>
                <a:lnTo>
                  <a:pt x="349796" y="597275"/>
                </a:lnTo>
                <a:lnTo>
                  <a:pt x="301002" y="601217"/>
                </a:lnTo>
                <a:lnTo>
                  <a:pt x="252205" y="597275"/>
                </a:lnTo>
                <a:lnTo>
                  <a:pt x="205904" y="585862"/>
                </a:lnTo>
                <a:lnTo>
                  <a:pt x="162723" y="567600"/>
                </a:lnTo>
                <a:lnTo>
                  <a:pt x="123282" y="543110"/>
                </a:lnTo>
                <a:lnTo>
                  <a:pt x="88203" y="513016"/>
                </a:lnTo>
                <a:lnTo>
                  <a:pt x="58107" y="477938"/>
                </a:lnTo>
                <a:lnTo>
                  <a:pt x="33618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060577" y="5303520"/>
            <a:ext cx="243840" cy="186690"/>
          </a:xfrm>
          <a:custGeom>
            <a:avLst/>
            <a:gdLst/>
            <a:ahLst/>
            <a:cxnLst/>
            <a:rect l="l" t="t" r="r" b="b"/>
            <a:pathLst>
              <a:path w="243840" h="186689">
                <a:moveTo>
                  <a:pt x="67043" y="182879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6167"/>
                </a:lnTo>
                <a:lnTo>
                  <a:pt x="44945" y="12200"/>
                </a:lnTo>
                <a:lnTo>
                  <a:pt x="9296" y="41314"/>
                </a:lnTo>
                <a:lnTo>
                  <a:pt x="0" y="45719"/>
                </a:lnTo>
                <a:lnTo>
                  <a:pt x="0" y="67817"/>
                </a:lnTo>
                <a:lnTo>
                  <a:pt x="35710" y="48386"/>
                </a:lnTo>
                <a:lnTo>
                  <a:pt x="44945" y="40385"/>
                </a:lnTo>
                <a:lnTo>
                  <a:pt x="44945" y="182879"/>
                </a:lnTo>
                <a:lnTo>
                  <a:pt x="67043" y="182879"/>
                </a:lnTo>
                <a:close/>
              </a:path>
              <a:path w="243840" h="186689">
                <a:moveTo>
                  <a:pt x="220218" y="175016"/>
                </a:moveTo>
                <a:lnTo>
                  <a:pt x="220218" y="130301"/>
                </a:lnTo>
                <a:lnTo>
                  <a:pt x="219513" y="138005"/>
                </a:lnTo>
                <a:lnTo>
                  <a:pt x="217450" y="145065"/>
                </a:lnTo>
                <a:lnTo>
                  <a:pt x="184403" y="167520"/>
                </a:lnTo>
                <a:lnTo>
                  <a:pt x="173723" y="167639"/>
                </a:lnTo>
                <a:lnTo>
                  <a:pt x="166115" y="165353"/>
                </a:lnTo>
                <a:lnTo>
                  <a:pt x="147065" y="131825"/>
                </a:lnTo>
                <a:lnTo>
                  <a:pt x="124968" y="134874"/>
                </a:lnTo>
                <a:lnTo>
                  <a:pt x="142494" y="172212"/>
                </a:lnTo>
                <a:lnTo>
                  <a:pt x="182879" y="186689"/>
                </a:lnTo>
                <a:lnTo>
                  <a:pt x="195457" y="185570"/>
                </a:lnTo>
                <a:lnTo>
                  <a:pt x="206968" y="182308"/>
                </a:lnTo>
                <a:lnTo>
                  <a:pt x="217484" y="177045"/>
                </a:lnTo>
                <a:lnTo>
                  <a:pt x="220218" y="175016"/>
                </a:lnTo>
                <a:close/>
              </a:path>
              <a:path w="243840" h="186689">
                <a:moveTo>
                  <a:pt x="235445" y="55625"/>
                </a:moveTo>
                <a:lnTo>
                  <a:pt x="235445" y="39624"/>
                </a:lnTo>
                <a:lnTo>
                  <a:pt x="233159" y="31241"/>
                </a:lnTo>
                <a:lnTo>
                  <a:pt x="203118" y="3857"/>
                </a:lnTo>
                <a:lnTo>
                  <a:pt x="180594" y="123"/>
                </a:lnTo>
                <a:lnTo>
                  <a:pt x="171686" y="845"/>
                </a:lnTo>
                <a:lnTo>
                  <a:pt x="133535" y="27527"/>
                </a:lnTo>
                <a:lnTo>
                  <a:pt x="127253" y="47243"/>
                </a:lnTo>
                <a:lnTo>
                  <a:pt x="149351" y="51815"/>
                </a:lnTo>
                <a:lnTo>
                  <a:pt x="150921" y="43814"/>
                </a:lnTo>
                <a:lnTo>
                  <a:pt x="153346" y="36956"/>
                </a:lnTo>
                <a:lnTo>
                  <a:pt x="156627" y="31241"/>
                </a:lnTo>
                <a:lnTo>
                  <a:pt x="160769" y="26669"/>
                </a:lnTo>
                <a:lnTo>
                  <a:pt x="166115" y="21335"/>
                </a:lnTo>
                <a:lnTo>
                  <a:pt x="173723" y="18287"/>
                </a:lnTo>
                <a:lnTo>
                  <a:pt x="191249" y="18287"/>
                </a:lnTo>
                <a:lnTo>
                  <a:pt x="198120" y="21335"/>
                </a:lnTo>
                <a:lnTo>
                  <a:pt x="204215" y="26669"/>
                </a:lnTo>
                <a:lnTo>
                  <a:pt x="209550" y="32003"/>
                </a:lnTo>
                <a:lnTo>
                  <a:pt x="211823" y="38862"/>
                </a:lnTo>
                <a:lnTo>
                  <a:pt x="211823" y="83890"/>
                </a:lnTo>
                <a:lnTo>
                  <a:pt x="218694" y="80771"/>
                </a:lnTo>
                <a:lnTo>
                  <a:pt x="224789" y="75437"/>
                </a:lnTo>
                <a:lnTo>
                  <a:pt x="228600" y="69341"/>
                </a:lnTo>
                <a:lnTo>
                  <a:pt x="233159" y="62483"/>
                </a:lnTo>
                <a:lnTo>
                  <a:pt x="235445" y="55625"/>
                </a:lnTo>
                <a:close/>
              </a:path>
              <a:path w="243840" h="186689">
                <a:moveTo>
                  <a:pt x="211823" y="83890"/>
                </a:moveTo>
                <a:lnTo>
                  <a:pt x="211823" y="47243"/>
                </a:lnTo>
                <a:lnTo>
                  <a:pt x="211110" y="54352"/>
                </a:lnTo>
                <a:lnTo>
                  <a:pt x="208970" y="60674"/>
                </a:lnTo>
                <a:lnTo>
                  <a:pt x="175247" y="77724"/>
                </a:lnTo>
                <a:lnTo>
                  <a:pt x="172961" y="77724"/>
                </a:lnTo>
                <a:lnTo>
                  <a:pt x="171450" y="76962"/>
                </a:lnTo>
                <a:lnTo>
                  <a:pt x="169163" y="96774"/>
                </a:lnTo>
                <a:lnTo>
                  <a:pt x="175247" y="95250"/>
                </a:lnTo>
                <a:lnTo>
                  <a:pt x="180594" y="94487"/>
                </a:lnTo>
                <a:lnTo>
                  <a:pt x="184403" y="94487"/>
                </a:lnTo>
                <a:lnTo>
                  <a:pt x="191982" y="95071"/>
                </a:lnTo>
                <a:lnTo>
                  <a:pt x="198780" y="96869"/>
                </a:lnTo>
                <a:lnTo>
                  <a:pt x="204863" y="99952"/>
                </a:lnTo>
                <a:lnTo>
                  <a:pt x="210299" y="104393"/>
                </a:lnTo>
                <a:lnTo>
                  <a:pt x="210299" y="84581"/>
                </a:lnTo>
                <a:lnTo>
                  <a:pt x="211823" y="83890"/>
                </a:lnTo>
                <a:close/>
              </a:path>
              <a:path w="243840" h="186689">
                <a:moveTo>
                  <a:pt x="243839" y="129539"/>
                </a:moveTo>
                <a:lnTo>
                  <a:pt x="224591" y="90201"/>
                </a:lnTo>
                <a:lnTo>
                  <a:pt x="210299" y="84581"/>
                </a:lnTo>
                <a:lnTo>
                  <a:pt x="210299" y="104393"/>
                </a:lnTo>
                <a:lnTo>
                  <a:pt x="214747" y="109835"/>
                </a:lnTo>
                <a:lnTo>
                  <a:pt x="217835" y="115919"/>
                </a:lnTo>
                <a:lnTo>
                  <a:pt x="219634" y="122717"/>
                </a:lnTo>
                <a:lnTo>
                  <a:pt x="220218" y="130301"/>
                </a:lnTo>
                <a:lnTo>
                  <a:pt x="220218" y="175016"/>
                </a:lnTo>
                <a:lnTo>
                  <a:pt x="227075" y="169925"/>
                </a:lnTo>
                <a:lnTo>
                  <a:pt x="234512" y="161043"/>
                </a:lnTo>
                <a:lnTo>
                  <a:pt x="239739" y="151447"/>
                </a:lnTo>
                <a:lnTo>
                  <a:pt x="242826" y="140993"/>
                </a:lnTo>
                <a:lnTo>
                  <a:pt x="243839" y="129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77609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7"/>
                </a:moveTo>
                <a:lnTo>
                  <a:pt x="598024" y="251455"/>
                </a:lnTo>
                <a:lnTo>
                  <a:pt x="586611" y="205215"/>
                </a:lnTo>
                <a:lnTo>
                  <a:pt x="568349" y="162121"/>
                </a:lnTo>
                <a:lnTo>
                  <a:pt x="543860" y="122785"/>
                </a:lnTo>
                <a:lnTo>
                  <a:pt x="513765" y="87820"/>
                </a:lnTo>
                <a:lnTo>
                  <a:pt x="478687" y="57838"/>
                </a:lnTo>
                <a:lnTo>
                  <a:pt x="439248" y="33453"/>
                </a:lnTo>
                <a:lnTo>
                  <a:pt x="396068" y="15276"/>
                </a:lnTo>
                <a:lnTo>
                  <a:pt x="349771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7"/>
                </a:lnTo>
                <a:lnTo>
                  <a:pt x="349771" y="597275"/>
                </a:lnTo>
                <a:lnTo>
                  <a:pt x="396068" y="585862"/>
                </a:lnTo>
                <a:lnTo>
                  <a:pt x="439248" y="567600"/>
                </a:lnTo>
                <a:lnTo>
                  <a:pt x="478687" y="543110"/>
                </a:lnTo>
                <a:lnTo>
                  <a:pt x="513765" y="513016"/>
                </a:lnTo>
                <a:lnTo>
                  <a:pt x="543860" y="477938"/>
                </a:lnTo>
                <a:lnTo>
                  <a:pt x="568349" y="438498"/>
                </a:lnTo>
                <a:lnTo>
                  <a:pt x="586611" y="395319"/>
                </a:lnTo>
                <a:lnTo>
                  <a:pt x="598024" y="349021"/>
                </a:lnTo>
                <a:lnTo>
                  <a:pt x="601967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77609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1" y="3921"/>
                </a:lnTo>
                <a:lnTo>
                  <a:pt x="396068" y="15276"/>
                </a:lnTo>
                <a:lnTo>
                  <a:pt x="439248" y="33453"/>
                </a:lnTo>
                <a:lnTo>
                  <a:pt x="478687" y="57838"/>
                </a:lnTo>
                <a:lnTo>
                  <a:pt x="513765" y="87820"/>
                </a:lnTo>
                <a:lnTo>
                  <a:pt x="543860" y="122785"/>
                </a:lnTo>
                <a:lnTo>
                  <a:pt x="568349" y="162121"/>
                </a:lnTo>
                <a:lnTo>
                  <a:pt x="586611" y="205215"/>
                </a:lnTo>
                <a:lnTo>
                  <a:pt x="598024" y="251455"/>
                </a:lnTo>
                <a:lnTo>
                  <a:pt x="601967" y="300227"/>
                </a:lnTo>
                <a:lnTo>
                  <a:pt x="598024" y="349021"/>
                </a:lnTo>
                <a:lnTo>
                  <a:pt x="586611" y="395319"/>
                </a:lnTo>
                <a:lnTo>
                  <a:pt x="568349" y="438498"/>
                </a:lnTo>
                <a:lnTo>
                  <a:pt x="543860" y="477938"/>
                </a:lnTo>
                <a:lnTo>
                  <a:pt x="513765" y="513016"/>
                </a:lnTo>
                <a:lnTo>
                  <a:pt x="478687" y="543110"/>
                </a:lnTo>
                <a:lnTo>
                  <a:pt x="439248" y="567600"/>
                </a:lnTo>
                <a:lnTo>
                  <a:pt x="396068" y="585862"/>
                </a:lnTo>
                <a:lnTo>
                  <a:pt x="349771" y="597275"/>
                </a:lnTo>
                <a:lnTo>
                  <a:pt x="300977" y="601217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942974" y="5303520"/>
            <a:ext cx="264160" cy="186690"/>
          </a:xfrm>
          <a:custGeom>
            <a:avLst/>
            <a:gdLst/>
            <a:ahLst/>
            <a:cxnLst/>
            <a:rect l="l" t="t" r="r" b="b"/>
            <a:pathLst>
              <a:path w="264159" h="186689">
                <a:moveTo>
                  <a:pt x="97523" y="98489"/>
                </a:moveTo>
                <a:lnTo>
                  <a:pt x="97523" y="50291"/>
                </a:lnTo>
                <a:lnTo>
                  <a:pt x="96928" y="56709"/>
                </a:lnTo>
                <a:lnTo>
                  <a:pt x="95048" y="63341"/>
                </a:lnTo>
                <a:lnTo>
                  <a:pt x="71908" y="94106"/>
                </a:lnTo>
                <a:lnTo>
                  <a:pt x="38094" y="123539"/>
                </a:lnTo>
                <a:lnTo>
                  <a:pt x="30092" y="130682"/>
                </a:lnTo>
                <a:lnTo>
                  <a:pt x="5631" y="161472"/>
                </a:lnTo>
                <a:lnTo>
                  <a:pt x="3048" y="167639"/>
                </a:lnTo>
                <a:lnTo>
                  <a:pt x="749" y="172974"/>
                </a:lnTo>
                <a:lnTo>
                  <a:pt x="0" y="177545"/>
                </a:lnTo>
                <a:lnTo>
                  <a:pt x="0" y="182879"/>
                </a:lnTo>
                <a:lnTo>
                  <a:pt x="31241" y="182879"/>
                </a:lnTo>
                <a:lnTo>
                  <a:pt x="31241" y="161543"/>
                </a:lnTo>
                <a:lnTo>
                  <a:pt x="33515" y="157733"/>
                </a:lnTo>
                <a:lnTo>
                  <a:pt x="37325" y="153924"/>
                </a:lnTo>
                <a:lnTo>
                  <a:pt x="41148" y="149351"/>
                </a:lnTo>
                <a:lnTo>
                  <a:pt x="44872" y="145780"/>
                </a:lnTo>
                <a:lnTo>
                  <a:pt x="50382" y="140779"/>
                </a:lnTo>
                <a:lnTo>
                  <a:pt x="57751" y="134350"/>
                </a:lnTo>
                <a:lnTo>
                  <a:pt x="67055" y="126491"/>
                </a:lnTo>
                <a:lnTo>
                  <a:pt x="78198" y="116776"/>
                </a:lnTo>
                <a:lnTo>
                  <a:pt x="87625" y="108203"/>
                </a:lnTo>
                <a:lnTo>
                  <a:pt x="95339" y="100774"/>
                </a:lnTo>
                <a:lnTo>
                  <a:pt x="97523" y="98489"/>
                </a:lnTo>
                <a:close/>
              </a:path>
              <a:path w="264159" h="186689">
                <a:moveTo>
                  <a:pt x="120395" y="57912"/>
                </a:moveTo>
                <a:lnTo>
                  <a:pt x="120395" y="51053"/>
                </a:lnTo>
                <a:lnTo>
                  <a:pt x="119514" y="40624"/>
                </a:lnTo>
                <a:lnTo>
                  <a:pt x="97012" y="8358"/>
                </a:lnTo>
                <a:lnTo>
                  <a:pt x="64007" y="0"/>
                </a:lnTo>
                <a:lnTo>
                  <a:pt x="51564" y="857"/>
                </a:lnTo>
                <a:lnTo>
                  <a:pt x="15394" y="21300"/>
                </a:lnTo>
                <a:lnTo>
                  <a:pt x="4572" y="53339"/>
                </a:lnTo>
                <a:lnTo>
                  <a:pt x="27431" y="55625"/>
                </a:lnTo>
                <a:lnTo>
                  <a:pt x="28122" y="47482"/>
                </a:lnTo>
                <a:lnTo>
                  <a:pt x="30097" y="40195"/>
                </a:lnTo>
                <a:lnTo>
                  <a:pt x="63245" y="19050"/>
                </a:lnTo>
                <a:lnTo>
                  <a:pt x="70384" y="19621"/>
                </a:lnTo>
                <a:lnTo>
                  <a:pt x="97523" y="41147"/>
                </a:lnTo>
                <a:lnTo>
                  <a:pt x="97523" y="98489"/>
                </a:lnTo>
                <a:lnTo>
                  <a:pt x="101345" y="94487"/>
                </a:lnTo>
                <a:lnTo>
                  <a:pt x="118872" y="65531"/>
                </a:lnTo>
                <a:lnTo>
                  <a:pt x="120395" y="57912"/>
                </a:lnTo>
                <a:close/>
              </a:path>
              <a:path w="264159" h="186689">
                <a:moveTo>
                  <a:pt x="121157" y="182879"/>
                </a:moveTo>
                <a:lnTo>
                  <a:pt x="121157" y="161543"/>
                </a:lnTo>
                <a:lnTo>
                  <a:pt x="31241" y="161543"/>
                </a:lnTo>
                <a:lnTo>
                  <a:pt x="31241" y="182879"/>
                </a:lnTo>
                <a:lnTo>
                  <a:pt x="121157" y="182879"/>
                </a:lnTo>
                <a:close/>
              </a:path>
              <a:path w="264159" h="186689">
                <a:moveTo>
                  <a:pt x="263639" y="93725"/>
                </a:moveTo>
                <a:lnTo>
                  <a:pt x="259841" y="50291"/>
                </a:lnTo>
                <a:lnTo>
                  <a:pt x="237743" y="9905"/>
                </a:lnTo>
                <a:lnTo>
                  <a:pt x="204203" y="0"/>
                </a:lnTo>
                <a:lnTo>
                  <a:pt x="194799" y="702"/>
                </a:lnTo>
                <a:lnTo>
                  <a:pt x="159823" y="23907"/>
                </a:lnTo>
                <a:lnTo>
                  <a:pt x="146488" y="64293"/>
                </a:lnTo>
                <a:lnTo>
                  <a:pt x="144779" y="93725"/>
                </a:lnTo>
                <a:lnTo>
                  <a:pt x="145921" y="117276"/>
                </a:lnTo>
                <a:lnTo>
                  <a:pt x="149347" y="137540"/>
                </a:lnTo>
                <a:lnTo>
                  <a:pt x="155061" y="154376"/>
                </a:lnTo>
                <a:lnTo>
                  <a:pt x="163067" y="167639"/>
                </a:lnTo>
                <a:lnTo>
                  <a:pt x="167627" y="172187"/>
                </a:lnTo>
                <a:lnTo>
                  <a:pt x="167627" y="93725"/>
                </a:lnTo>
                <a:lnTo>
                  <a:pt x="168343" y="72723"/>
                </a:lnTo>
                <a:lnTo>
                  <a:pt x="179069" y="32003"/>
                </a:lnTo>
                <a:lnTo>
                  <a:pt x="204203" y="19050"/>
                </a:lnTo>
                <a:lnTo>
                  <a:pt x="211793" y="19919"/>
                </a:lnTo>
                <a:lnTo>
                  <a:pt x="238029" y="55911"/>
                </a:lnTo>
                <a:lnTo>
                  <a:pt x="240791" y="93725"/>
                </a:lnTo>
                <a:lnTo>
                  <a:pt x="240791" y="172342"/>
                </a:lnTo>
                <a:lnTo>
                  <a:pt x="243727" y="169533"/>
                </a:lnTo>
                <a:lnTo>
                  <a:pt x="260108" y="134338"/>
                </a:lnTo>
                <a:lnTo>
                  <a:pt x="263222" y="108882"/>
                </a:lnTo>
                <a:lnTo>
                  <a:pt x="263639" y="93725"/>
                </a:lnTo>
                <a:close/>
              </a:path>
              <a:path w="264159" h="186689">
                <a:moveTo>
                  <a:pt x="240791" y="172342"/>
                </a:moveTo>
                <a:lnTo>
                  <a:pt x="240791" y="93725"/>
                </a:lnTo>
                <a:lnTo>
                  <a:pt x="240089" y="114157"/>
                </a:lnTo>
                <a:lnTo>
                  <a:pt x="238029" y="130873"/>
                </a:lnTo>
                <a:lnTo>
                  <a:pt x="218592" y="164115"/>
                </a:lnTo>
                <a:lnTo>
                  <a:pt x="204203" y="167639"/>
                </a:lnTo>
                <a:lnTo>
                  <a:pt x="196940" y="166770"/>
                </a:lnTo>
                <a:lnTo>
                  <a:pt x="170395" y="130873"/>
                </a:lnTo>
                <a:lnTo>
                  <a:pt x="167627" y="93725"/>
                </a:lnTo>
                <a:lnTo>
                  <a:pt x="167627" y="172187"/>
                </a:lnTo>
                <a:lnTo>
                  <a:pt x="171209" y="175760"/>
                </a:lnTo>
                <a:lnTo>
                  <a:pt x="180778" y="181737"/>
                </a:lnTo>
                <a:lnTo>
                  <a:pt x="191775" y="185427"/>
                </a:lnTo>
                <a:lnTo>
                  <a:pt x="204203" y="186689"/>
                </a:lnTo>
                <a:lnTo>
                  <a:pt x="213949" y="185975"/>
                </a:lnTo>
                <a:lnTo>
                  <a:pt x="222692" y="183832"/>
                </a:lnTo>
                <a:lnTo>
                  <a:pt x="230576" y="180260"/>
                </a:lnTo>
                <a:lnTo>
                  <a:pt x="237743" y="175259"/>
                </a:lnTo>
                <a:lnTo>
                  <a:pt x="240791" y="172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67906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80" y="300227"/>
                </a:moveTo>
                <a:lnTo>
                  <a:pt x="598037" y="251455"/>
                </a:lnTo>
                <a:lnTo>
                  <a:pt x="586624" y="205215"/>
                </a:lnTo>
                <a:lnTo>
                  <a:pt x="568362" y="162121"/>
                </a:lnTo>
                <a:lnTo>
                  <a:pt x="543872" y="122785"/>
                </a:lnTo>
                <a:lnTo>
                  <a:pt x="513778" y="87820"/>
                </a:lnTo>
                <a:lnTo>
                  <a:pt x="478700" y="57838"/>
                </a:lnTo>
                <a:lnTo>
                  <a:pt x="439260" y="33453"/>
                </a:lnTo>
                <a:lnTo>
                  <a:pt x="396081" y="15276"/>
                </a:lnTo>
                <a:lnTo>
                  <a:pt x="349783" y="3921"/>
                </a:lnTo>
                <a:lnTo>
                  <a:pt x="300990" y="0"/>
                </a:lnTo>
                <a:lnTo>
                  <a:pt x="252193" y="3921"/>
                </a:lnTo>
                <a:lnTo>
                  <a:pt x="205893" y="15276"/>
                </a:lnTo>
                <a:lnTo>
                  <a:pt x="162713" y="33453"/>
                </a:lnTo>
                <a:lnTo>
                  <a:pt x="123273" y="57838"/>
                </a:lnTo>
                <a:lnTo>
                  <a:pt x="88196" y="87820"/>
                </a:lnTo>
                <a:lnTo>
                  <a:pt x="58103" y="122785"/>
                </a:lnTo>
                <a:lnTo>
                  <a:pt x="33615" y="162121"/>
                </a:lnTo>
                <a:lnTo>
                  <a:pt x="15354" y="205215"/>
                </a:lnTo>
                <a:lnTo>
                  <a:pt x="3942" y="251455"/>
                </a:lnTo>
                <a:lnTo>
                  <a:pt x="0" y="300227"/>
                </a:lnTo>
                <a:lnTo>
                  <a:pt x="3942" y="349021"/>
                </a:lnTo>
                <a:lnTo>
                  <a:pt x="15354" y="395319"/>
                </a:lnTo>
                <a:lnTo>
                  <a:pt x="33615" y="438498"/>
                </a:lnTo>
                <a:lnTo>
                  <a:pt x="58103" y="477938"/>
                </a:lnTo>
                <a:lnTo>
                  <a:pt x="88196" y="513016"/>
                </a:lnTo>
                <a:lnTo>
                  <a:pt x="123273" y="543110"/>
                </a:lnTo>
                <a:lnTo>
                  <a:pt x="162713" y="567600"/>
                </a:lnTo>
                <a:lnTo>
                  <a:pt x="205893" y="585862"/>
                </a:lnTo>
                <a:lnTo>
                  <a:pt x="252193" y="597275"/>
                </a:lnTo>
                <a:lnTo>
                  <a:pt x="300990" y="601217"/>
                </a:lnTo>
                <a:lnTo>
                  <a:pt x="349783" y="597275"/>
                </a:lnTo>
                <a:lnTo>
                  <a:pt x="396081" y="585862"/>
                </a:lnTo>
                <a:lnTo>
                  <a:pt x="439260" y="567600"/>
                </a:lnTo>
                <a:lnTo>
                  <a:pt x="478700" y="543110"/>
                </a:lnTo>
                <a:lnTo>
                  <a:pt x="513778" y="513016"/>
                </a:lnTo>
                <a:lnTo>
                  <a:pt x="543872" y="477938"/>
                </a:lnTo>
                <a:lnTo>
                  <a:pt x="568362" y="438498"/>
                </a:lnTo>
                <a:lnTo>
                  <a:pt x="586624" y="395319"/>
                </a:lnTo>
                <a:lnTo>
                  <a:pt x="598037" y="349021"/>
                </a:lnTo>
                <a:lnTo>
                  <a:pt x="601980" y="30022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679065" y="5109971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7"/>
                </a:moveTo>
                <a:lnTo>
                  <a:pt x="3942" y="251455"/>
                </a:lnTo>
                <a:lnTo>
                  <a:pt x="15354" y="205215"/>
                </a:lnTo>
                <a:lnTo>
                  <a:pt x="33615" y="162121"/>
                </a:lnTo>
                <a:lnTo>
                  <a:pt x="58103" y="122785"/>
                </a:lnTo>
                <a:lnTo>
                  <a:pt x="88196" y="87820"/>
                </a:lnTo>
                <a:lnTo>
                  <a:pt x="123273" y="57838"/>
                </a:lnTo>
                <a:lnTo>
                  <a:pt x="162713" y="33453"/>
                </a:lnTo>
                <a:lnTo>
                  <a:pt x="205893" y="15276"/>
                </a:lnTo>
                <a:lnTo>
                  <a:pt x="252193" y="3921"/>
                </a:lnTo>
                <a:lnTo>
                  <a:pt x="300990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80" y="300227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90" y="601217"/>
                </a:lnTo>
                <a:lnTo>
                  <a:pt x="252193" y="597275"/>
                </a:lnTo>
                <a:lnTo>
                  <a:pt x="205893" y="585862"/>
                </a:lnTo>
                <a:lnTo>
                  <a:pt x="162713" y="567600"/>
                </a:lnTo>
                <a:lnTo>
                  <a:pt x="123273" y="543110"/>
                </a:lnTo>
                <a:lnTo>
                  <a:pt x="88196" y="513016"/>
                </a:lnTo>
                <a:lnTo>
                  <a:pt x="58103" y="477938"/>
                </a:lnTo>
                <a:lnTo>
                  <a:pt x="33615" y="438498"/>
                </a:lnTo>
                <a:lnTo>
                  <a:pt x="15354" y="395319"/>
                </a:lnTo>
                <a:lnTo>
                  <a:pt x="3942" y="349021"/>
                </a:lnTo>
                <a:lnTo>
                  <a:pt x="0" y="300227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848991" y="5303520"/>
            <a:ext cx="226060" cy="186690"/>
          </a:xfrm>
          <a:custGeom>
            <a:avLst/>
            <a:gdLst/>
            <a:ahLst/>
            <a:cxnLst/>
            <a:rect l="l" t="t" r="r" b="b"/>
            <a:pathLst>
              <a:path w="226059" h="186689">
                <a:moveTo>
                  <a:pt x="95250" y="175197"/>
                </a:moveTo>
                <a:lnTo>
                  <a:pt x="95250" y="130301"/>
                </a:lnTo>
                <a:lnTo>
                  <a:pt x="94654" y="138005"/>
                </a:lnTo>
                <a:lnTo>
                  <a:pt x="92773" y="145065"/>
                </a:lnTo>
                <a:lnTo>
                  <a:pt x="57912" y="167639"/>
                </a:lnTo>
                <a:lnTo>
                  <a:pt x="48755" y="167639"/>
                </a:lnTo>
                <a:lnTo>
                  <a:pt x="22085" y="131825"/>
                </a:lnTo>
                <a:lnTo>
                  <a:pt x="0" y="134874"/>
                </a:lnTo>
                <a:lnTo>
                  <a:pt x="18288" y="172212"/>
                </a:lnTo>
                <a:lnTo>
                  <a:pt x="57912" y="186689"/>
                </a:lnTo>
                <a:lnTo>
                  <a:pt x="70604" y="185570"/>
                </a:lnTo>
                <a:lnTo>
                  <a:pt x="82296" y="182308"/>
                </a:lnTo>
                <a:lnTo>
                  <a:pt x="92773" y="177081"/>
                </a:lnTo>
                <a:lnTo>
                  <a:pt x="92909" y="176996"/>
                </a:lnTo>
                <a:lnTo>
                  <a:pt x="95250" y="175197"/>
                </a:lnTo>
                <a:close/>
              </a:path>
              <a:path w="226059" h="186689">
                <a:moveTo>
                  <a:pt x="110490" y="55625"/>
                </a:moveTo>
                <a:lnTo>
                  <a:pt x="110490" y="39624"/>
                </a:lnTo>
                <a:lnTo>
                  <a:pt x="108204" y="31241"/>
                </a:lnTo>
                <a:lnTo>
                  <a:pt x="78152" y="3857"/>
                </a:lnTo>
                <a:lnTo>
                  <a:pt x="55625" y="123"/>
                </a:lnTo>
                <a:lnTo>
                  <a:pt x="46714" y="845"/>
                </a:lnTo>
                <a:lnTo>
                  <a:pt x="8853" y="27527"/>
                </a:lnTo>
                <a:lnTo>
                  <a:pt x="2286" y="47243"/>
                </a:lnTo>
                <a:lnTo>
                  <a:pt x="24384" y="51815"/>
                </a:lnTo>
                <a:lnTo>
                  <a:pt x="25953" y="43814"/>
                </a:lnTo>
                <a:lnTo>
                  <a:pt x="28379" y="36956"/>
                </a:lnTo>
                <a:lnTo>
                  <a:pt x="31665" y="31241"/>
                </a:lnTo>
                <a:lnTo>
                  <a:pt x="35814" y="26669"/>
                </a:lnTo>
                <a:lnTo>
                  <a:pt x="41897" y="21335"/>
                </a:lnTo>
                <a:lnTo>
                  <a:pt x="48755" y="18287"/>
                </a:lnTo>
                <a:lnTo>
                  <a:pt x="66281" y="18287"/>
                </a:lnTo>
                <a:lnTo>
                  <a:pt x="73151" y="21335"/>
                </a:lnTo>
                <a:lnTo>
                  <a:pt x="79235" y="26669"/>
                </a:lnTo>
                <a:lnTo>
                  <a:pt x="84582" y="32003"/>
                </a:lnTo>
                <a:lnTo>
                  <a:pt x="87630" y="38862"/>
                </a:lnTo>
                <a:lnTo>
                  <a:pt x="87630" y="83538"/>
                </a:lnTo>
                <a:lnTo>
                  <a:pt x="93725" y="80771"/>
                </a:lnTo>
                <a:lnTo>
                  <a:pt x="99809" y="75437"/>
                </a:lnTo>
                <a:lnTo>
                  <a:pt x="104381" y="69341"/>
                </a:lnTo>
                <a:lnTo>
                  <a:pt x="108204" y="62483"/>
                </a:lnTo>
                <a:lnTo>
                  <a:pt x="110490" y="55625"/>
                </a:lnTo>
                <a:close/>
              </a:path>
              <a:path w="226059" h="186689">
                <a:moveTo>
                  <a:pt x="87630" y="83538"/>
                </a:moveTo>
                <a:lnTo>
                  <a:pt x="87630" y="47243"/>
                </a:lnTo>
                <a:lnTo>
                  <a:pt x="86913" y="54352"/>
                </a:lnTo>
                <a:lnTo>
                  <a:pt x="84767" y="60674"/>
                </a:lnTo>
                <a:lnTo>
                  <a:pt x="50279" y="77724"/>
                </a:lnTo>
                <a:lnTo>
                  <a:pt x="48006" y="77724"/>
                </a:lnTo>
                <a:lnTo>
                  <a:pt x="46482" y="76962"/>
                </a:lnTo>
                <a:lnTo>
                  <a:pt x="44183" y="96774"/>
                </a:lnTo>
                <a:lnTo>
                  <a:pt x="50279" y="95250"/>
                </a:lnTo>
                <a:lnTo>
                  <a:pt x="55625" y="94487"/>
                </a:lnTo>
                <a:lnTo>
                  <a:pt x="60185" y="94487"/>
                </a:lnTo>
                <a:lnTo>
                  <a:pt x="67336" y="95071"/>
                </a:lnTo>
                <a:lnTo>
                  <a:pt x="73910" y="96869"/>
                </a:lnTo>
                <a:lnTo>
                  <a:pt x="79909" y="99952"/>
                </a:lnTo>
                <a:lnTo>
                  <a:pt x="85331" y="104393"/>
                </a:lnTo>
                <a:lnTo>
                  <a:pt x="85331" y="84581"/>
                </a:lnTo>
                <a:lnTo>
                  <a:pt x="87630" y="83538"/>
                </a:lnTo>
                <a:close/>
              </a:path>
              <a:path w="226059" h="186689">
                <a:moveTo>
                  <a:pt x="119634" y="129539"/>
                </a:moveTo>
                <a:lnTo>
                  <a:pt x="99625" y="90201"/>
                </a:lnTo>
                <a:lnTo>
                  <a:pt x="85331" y="84581"/>
                </a:lnTo>
                <a:lnTo>
                  <a:pt x="85331" y="104393"/>
                </a:lnTo>
                <a:lnTo>
                  <a:pt x="89779" y="109835"/>
                </a:lnTo>
                <a:lnTo>
                  <a:pt x="92867" y="115919"/>
                </a:lnTo>
                <a:lnTo>
                  <a:pt x="94666" y="122717"/>
                </a:lnTo>
                <a:lnTo>
                  <a:pt x="95250" y="130301"/>
                </a:lnTo>
                <a:lnTo>
                  <a:pt x="95250" y="175197"/>
                </a:lnTo>
                <a:lnTo>
                  <a:pt x="102108" y="169925"/>
                </a:lnTo>
                <a:lnTo>
                  <a:pt x="109668" y="161043"/>
                </a:lnTo>
                <a:lnTo>
                  <a:pt x="115157" y="151447"/>
                </a:lnTo>
                <a:lnTo>
                  <a:pt x="118502" y="140993"/>
                </a:lnTo>
                <a:lnTo>
                  <a:pt x="119634" y="129539"/>
                </a:lnTo>
                <a:close/>
              </a:path>
              <a:path w="226059" h="186689">
                <a:moveTo>
                  <a:pt x="225551" y="182879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6167"/>
                </a:lnTo>
                <a:lnTo>
                  <a:pt x="203449" y="12191"/>
                </a:lnTo>
                <a:lnTo>
                  <a:pt x="167787" y="41314"/>
                </a:lnTo>
                <a:lnTo>
                  <a:pt x="158483" y="45719"/>
                </a:lnTo>
                <a:lnTo>
                  <a:pt x="158483" y="67817"/>
                </a:lnTo>
                <a:lnTo>
                  <a:pt x="194208" y="48386"/>
                </a:lnTo>
                <a:lnTo>
                  <a:pt x="203454" y="40385"/>
                </a:lnTo>
                <a:lnTo>
                  <a:pt x="203454" y="182879"/>
                </a:lnTo>
                <a:lnTo>
                  <a:pt x="225551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867547" y="2598420"/>
            <a:ext cx="879475" cy="185420"/>
          </a:xfrm>
          <a:custGeom>
            <a:avLst/>
            <a:gdLst/>
            <a:ahLst/>
            <a:cxnLst/>
            <a:rect l="l" t="t" r="r" b="b"/>
            <a:pathLst>
              <a:path w="879475" h="185419">
                <a:moveTo>
                  <a:pt x="24383" y="182117"/>
                </a:moveTo>
                <a:lnTo>
                  <a:pt x="24383" y="0"/>
                </a:lnTo>
                <a:lnTo>
                  <a:pt x="0" y="0"/>
                </a:lnTo>
                <a:lnTo>
                  <a:pt x="0" y="182117"/>
                </a:lnTo>
                <a:lnTo>
                  <a:pt x="24383" y="182117"/>
                </a:lnTo>
                <a:close/>
              </a:path>
              <a:path w="879475" h="185419">
                <a:moveTo>
                  <a:pt x="67818" y="67055"/>
                </a:moveTo>
                <a:lnTo>
                  <a:pt x="67818" y="50291"/>
                </a:lnTo>
                <a:lnTo>
                  <a:pt x="51816" y="50291"/>
                </a:lnTo>
                <a:lnTo>
                  <a:pt x="51816" y="67055"/>
                </a:lnTo>
                <a:lnTo>
                  <a:pt x="67818" y="67055"/>
                </a:lnTo>
                <a:close/>
              </a:path>
              <a:path w="879475" h="185419">
                <a:moveTo>
                  <a:pt x="115824" y="182117"/>
                </a:moveTo>
                <a:lnTo>
                  <a:pt x="112776" y="162305"/>
                </a:lnTo>
                <a:lnTo>
                  <a:pt x="108966" y="162305"/>
                </a:lnTo>
                <a:lnTo>
                  <a:pt x="105156" y="163067"/>
                </a:lnTo>
                <a:lnTo>
                  <a:pt x="99822" y="163067"/>
                </a:lnTo>
                <a:lnTo>
                  <a:pt x="89916" y="150875"/>
                </a:lnTo>
                <a:lnTo>
                  <a:pt x="89916" y="3809"/>
                </a:lnTo>
                <a:lnTo>
                  <a:pt x="67818" y="17525"/>
                </a:lnTo>
                <a:lnTo>
                  <a:pt x="67818" y="143255"/>
                </a:lnTo>
                <a:lnTo>
                  <a:pt x="67972" y="152566"/>
                </a:lnTo>
                <a:lnTo>
                  <a:pt x="90678" y="183641"/>
                </a:lnTo>
                <a:lnTo>
                  <a:pt x="103632" y="183641"/>
                </a:lnTo>
                <a:lnTo>
                  <a:pt x="115824" y="182117"/>
                </a:lnTo>
                <a:close/>
              </a:path>
              <a:path w="879475" h="185419">
                <a:moveTo>
                  <a:pt x="112776" y="67055"/>
                </a:moveTo>
                <a:lnTo>
                  <a:pt x="112776" y="50291"/>
                </a:lnTo>
                <a:lnTo>
                  <a:pt x="89916" y="50291"/>
                </a:lnTo>
                <a:lnTo>
                  <a:pt x="89916" y="67055"/>
                </a:lnTo>
                <a:lnTo>
                  <a:pt x="112776" y="67055"/>
                </a:lnTo>
                <a:close/>
              </a:path>
              <a:path w="879475" h="185419">
                <a:moveTo>
                  <a:pt x="249174" y="118871"/>
                </a:moveTo>
                <a:lnTo>
                  <a:pt x="249174" y="115823"/>
                </a:lnTo>
                <a:lnTo>
                  <a:pt x="248054" y="100238"/>
                </a:lnTo>
                <a:lnTo>
                  <a:pt x="232410" y="64769"/>
                </a:lnTo>
                <a:lnTo>
                  <a:pt x="188976" y="47243"/>
                </a:lnTo>
                <a:lnTo>
                  <a:pt x="175843" y="48386"/>
                </a:lnTo>
                <a:lnTo>
                  <a:pt x="136576" y="75664"/>
                </a:lnTo>
                <a:lnTo>
                  <a:pt x="127254" y="117347"/>
                </a:lnTo>
                <a:lnTo>
                  <a:pt x="128266" y="132480"/>
                </a:lnTo>
                <a:lnTo>
                  <a:pt x="131349" y="145827"/>
                </a:lnTo>
                <a:lnTo>
                  <a:pt x="136576" y="157317"/>
                </a:lnTo>
                <a:lnTo>
                  <a:pt x="144018" y="166877"/>
                </a:lnTo>
                <a:lnTo>
                  <a:pt x="150114" y="172129"/>
                </a:lnTo>
                <a:lnTo>
                  <a:pt x="150114" y="121919"/>
                </a:lnTo>
                <a:lnTo>
                  <a:pt x="151638" y="121919"/>
                </a:lnTo>
                <a:lnTo>
                  <a:pt x="151638" y="103631"/>
                </a:lnTo>
                <a:lnTo>
                  <a:pt x="152781" y="95047"/>
                </a:lnTo>
                <a:lnTo>
                  <a:pt x="181713" y="66115"/>
                </a:lnTo>
                <a:lnTo>
                  <a:pt x="188976" y="65531"/>
                </a:lnTo>
                <a:lnTo>
                  <a:pt x="197131" y="66377"/>
                </a:lnTo>
                <a:lnTo>
                  <a:pt x="224242" y="95630"/>
                </a:lnTo>
                <a:lnTo>
                  <a:pt x="225552" y="103631"/>
                </a:lnTo>
                <a:lnTo>
                  <a:pt x="225552" y="121919"/>
                </a:lnTo>
                <a:lnTo>
                  <a:pt x="248412" y="121919"/>
                </a:lnTo>
                <a:lnTo>
                  <a:pt x="249174" y="118871"/>
                </a:lnTo>
                <a:close/>
              </a:path>
              <a:path w="879475" h="185419">
                <a:moveTo>
                  <a:pt x="248412" y="142493"/>
                </a:moveTo>
                <a:lnTo>
                  <a:pt x="224790" y="139445"/>
                </a:lnTo>
                <a:lnTo>
                  <a:pt x="221742" y="148589"/>
                </a:lnTo>
                <a:lnTo>
                  <a:pt x="217170" y="156209"/>
                </a:lnTo>
                <a:lnTo>
                  <a:pt x="211074" y="160019"/>
                </a:lnTo>
                <a:lnTo>
                  <a:pt x="205740" y="164591"/>
                </a:lnTo>
                <a:lnTo>
                  <a:pt x="198120" y="166877"/>
                </a:lnTo>
                <a:lnTo>
                  <a:pt x="157614" y="148387"/>
                </a:lnTo>
                <a:lnTo>
                  <a:pt x="150114" y="121919"/>
                </a:lnTo>
                <a:lnTo>
                  <a:pt x="150114" y="172129"/>
                </a:lnTo>
                <a:lnTo>
                  <a:pt x="188976" y="185101"/>
                </a:lnTo>
                <a:lnTo>
                  <a:pt x="190500" y="185117"/>
                </a:lnTo>
                <a:lnTo>
                  <a:pt x="201048" y="184451"/>
                </a:lnTo>
                <a:lnTo>
                  <a:pt x="240411" y="160400"/>
                </a:lnTo>
                <a:lnTo>
                  <a:pt x="244983" y="152090"/>
                </a:lnTo>
                <a:lnTo>
                  <a:pt x="248412" y="142493"/>
                </a:lnTo>
                <a:close/>
              </a:path>
              <a:path w="879475" h="185419">
                <a:moveTo>
                  <a:pt x="225552" y="121919"/>
                </a:moveTo>
                <a:lnTo>
                  <a:pt x="225552" y="103631"/>
                </a:lnTo>
                <a:lnTo>
                  <a:pt x="151638" y="103631"/>
                </a:lnTo>
                <a:lnTo>
                  <a:pt x="151638" y="121919"/>
                </a:lnTo>
                <a:lnTo>
                  <a:pt x="225552" y="121919"/>
                </a:lnTo>
                <a:close/>
              </a:path>
              <a:path w="879475" h="185419">
                <a:moveTo>
                  <a:pt x="347472" y="54101"/>
                </a:moveTo>
                <a:lnTo>
                  <a:pt x="339852" y="49529"/>
                </a:lnTo>
                <a:lnTo>
                  <a:pt x="332232" y="47243"/>
                </a:lnTo>
                <a:lnTo>
                  <a:pt x="319278" y="47243"/>
                </a:lnTo>
                <a:lnTo>
                  <a:pt x="314706" y="48767"/>
                </a:lnTo>
                <a:lnTo>
                  <a:pt x="310134" y="51815"/>
                </a:lnTo>
                <a:lnTo>
                  <a:pt x="306324" y="54101"/>
                </a:lnTo>
                <a:lnTo>
                  <a:pt x="300990" y="60959"/>
                </a:lnTo>
                <a:lnTo>
                  <a:pt x="296418" y="70103"/>
                </a:lnTo>
                <a:lnTo>
                  <a:pt x="296418" y="50291"/>
                </a:lnTo>
                <a:lnTo>
                  <a:pt x="275844" y="50291"/>
                </a:lnTo>
                <a:lnTo>
                  <a:pt x="275844" y="182117"/>
                </a:lnTo>
                <a:lnTo>
                  <a:pt x="298704" y="182117"/>
                </a:lnTo>
                <a:lnTo>
                  <a:pt x="298704" y="112775"/>
                </a:lnTo>
                <a:lnTo>
                  <a:pt x="298858" y="105941"/>
                </a:lnTo>
                <a:lnTo>
                  <a:pt x="318516" y="70103"/>
                </a:lnTo>
                <a:lnTo>
                  <a:pt x="329184" y="70103"/>
                </a:lnTo>
                <a:lnTo>
                  <a:pt x="334518" y="71627"/>
                </a:lnTo>
                <a:lnTo>
                  <a:pt x="339852" y="74675"/>
                </a:lnTo>
                <a:lnTo>
                  <a:pt x="347472" y="54101"/>
                </a:lnTo>
                <a:close/>
              </a:path>
              <a:path w="879475" h="185419">
                <a:moveTo>
                  <a:pt x="445770" y="115823"/>
                </a:moveTo>
                <a:lnTo>
                  <a:pt x="445770" y="98297"/>
                </a:lnTo>
                <a:lnTo>
                  <a:pt x="438173" y="100453"/>
                </a:lnTo>
                <a:lnTo>
                  <a:pt x="429006" y="102393"/>
                </a:lnTo>
                <a:lnTo>
                  <a:pt x="417814" y="104233"/>
                </a:lnTo>
                <a:lnTo>
                  <a:pt x="405241" y="105930"/>
                </a:lnTo>
                <a:lnTo>
                  <a:pt x="397002" y="106679"/>
                </a:lnTo>
                <a:lnTo>
                  <a:pt x="390144" y="108203"/>
                </a:lnTo>
                <a:lnTo>
                  <a:pt x="355092" y="134873"/>
                </a:lnTo>
                <a:lnTo>
                  <a:pt x="353568" y="140969"/>
                </a:lnTo>
                <a:lnTo>
                  <a:pt x="353568" y="147065"/>
                </a:lnTo>
                <a:lnTo>
                  <a:pt x="377190" y="181542"/>
                </a:lnTo>
                <a:lnTo>
                  <a:pt x="377190" y="142493"/>
                </a:lnTo>
                <a:lnTo>
                  <a:pt x="378714" y="139445"/>
                </a:lnTo>
                <a:lnTo>
                  <a:pt x="409194" y="124205"/>
                </a:lnTo>
                <a:lnTo>
                  <a:pt x="420624" y="122330"/>
                </a:lnTo>
                <a:lnTo>
                  <a:pt x="430339" y="120300"/>
                </a:lnTo>
                <a:lnTo>
                  <a:pt x="438912" y="118051"/>
                </a:lnTo>
                <a:lnTo>
                  <a:pt x="445770" y="115823"/>
                </a:lnTo>
                <a:close/>
              </a:path>
              <a:path w="879475" h="185419">
                <a:moveTo>
                  <a:pt x="475488" y="182117"/>
                </a:moveTo>
                <a:lnTo>
                  <a:pt x="467998" y="140934"/>
                </a:lnTo>
                <a:lnTo>
                  <a:pt x="467868" y="126491"/>
                </a:lnTo>
                <a:lnTo>
                  <a:pt x="467868" y="80009"/>
                </a:lnTo>
                <a:lnTo>
                  <a:pt x="467106" y="76199"/>
                </a:lnTo>
                <a:lnTo>
                  <a:pt x="438769" y="49204"/>
                </a:lnTo>
                <a:lnTo>
                  <a:pt x="413766" y="47349"/>
                </a:lnTo>
                <a:lnTo>
                  <a:pt x="408527" y="47529"/>
                </a:lnTo>
                <a:lnTo>
                  <a:pt x="371856" y="59435"/>
                </a:lnTo>
                <a:lnTo>
                  <a:pt x="357378" y="87629"/>
                </a:lnTo>
                <a:lnTo>
                  <a:pt x="379476" y="90677"/>
                </a:lnTo>
                <a:lnTo>
                  <a:pt x="381762" y="81533"/>
                </a:lnTo>
                <a:lnTo>
                  <a:pt x="385572" y="74675"/>
                </a:lnTo>
                <a:lnTo>
                  <a:pt x="390144" y="70865"/>
                </a:lnTo>
                <a:lnTo>
                  <a:pt x="395478" y="67055"/>
                </a:lnTo>
                <a:lnTo>
                  <a:pt x="403098" y="65531"/>
                </a:lnTo>
                <a:lnTo>
                  <a:pt x="413766" y="65531"/>
                </a:lnTo>
                <a:lnTo>
                  <a:pt x="445770" y="83057"/>
                </a:lnTo>
                <a:lnTo>
                  <a:pt x="445770" y="166633"/>
                </a:lnTo>
                <a:lnTo>
                  <a:pt x="447294" y="165353"/>
                </a:lnTo>
                <a:lnTo>
                  <a:pt x="448056" y="172211"/>
                </a:lnTo>
                <a:lnTo>
                  <a:pt x="449580" y="177545"/>
                </a:lnTo>
                <a:lnTo>
                  <a:pt x="451866" y="182117"/>
                </a:lnTo>
                <a:lnTo>
                  <a:pt x="475488" y="182117"/>
                </a:lnTo>
                <a:close/>
              </a:path>
              <a:path w="879475" h="185419">
                <a:moveTo>
                  <a:pt x="445770" y="166633"/>
                </a:moveTo>
                <a:lnTo>
                  <a:pt x="445770" y="134111"/>
                </a:lnTo>
                <a:lnTo>
                  <a:pt x="444246" y="140969"/>
                </a:lnTo>
                <a:lnTo>
                  <a:pt x="441960" y="146303"/>
                </a:lnTo>
                <a:lnTo>
                  <a:pt x="438912" y="153161"/>
                </a:lnTo>
                <a:lnTo>
                  <a:pt x="433578" y="157733"/>
                </a:lnTo>
                <a:lnTo>
                  <a:pt x="426720" y="161543"/>
                </a:lnTo>
                <a:lnTo>
                  <a:pt x="420624" y="165353"/>
                </a:lnTo>
                <a:lnTo>
                  <a:pt x="413004" y="167639"/>
                </a:lnTo>
                <a:lnTo>
                  <a:pt x="395478" y="167639"/>
                </a:lnTo>
                <a:lnTo>
                  <a:pt x="388620" y="165353"/>
                </a:lnTo>
                <a:lnTo>
                  <a:pt x="379476" y="157733"/>
                </a:lnTo>
                <a:lnTo>
                  <a:pt x="377190" y="152399"/>
                </a:lnTo>
                <a:lnTo>
                  <a:pt x="377190" y="181542"/>
                </a:lnTo>
                <a:lnTo>
                  <a:pt x="379190" y="182403"/>
                </a:lnTo>
                <a:lnTo>
                  <a:pt x="388250" y="184463"/>
                </a:lnTo>
                <a:lnTo>
                  <a:pt x="397002" y="185061"/>
                </a:lnTo>
                <a:lnTo>
                  <a:pt x="403098" y="184971"/>
                </a:lnTo>
                <a:lnTo>
                  <a:pt x="441138" y="170521"/>
                </a:lnTo>
                <a:lnTo>
                  <a:pt x="445770" y="166633"/>
                </a:lnTo>
                <a:close/>
              </a:path>
              <a:path w="879475" h="185419">
                <a:moveTo>
                  <a:pt x="506730" y="67055"/>
                </a:moveTo>
                <a:lnTo>
                  <a:pt x="506730" y="50291"/>
                </a:lnTo>
                <a:lnTo>
                  <a:pt x="490728" y="50291"/>
                </a:lnTo>
                <a:lnTo>
                  <a:pt x="490728" y="67055"/>
                </a:lnTo>
                <a:lnTo>
                  <a:pt x="506730" y="67055"/>
                </a:lnTo>
                <a:close/>
              </a:path>
              <a:path w="879475" h="185419">
                <a:moveTo>
                  <a:pt x="554736" y="182117"/>
                </a:moveTo>
                <a:lnTo>
                  <a:pt x="551688" y="162305"/>
                </a:lnTo>
                <a:lnTo>
                  <a:pt x="547878" y="162305"/>
                </a:lnTo>
                <a:lnTo>
                  <a:pt x="544068" y="163067"/>
                </a:lnTo>
                <a:lnTo>
                  <a:pt x="538734" y="163067"/>
                </a:lnTo>
                <a:lnTo>
                  <a:pt x="528828" y="150875"/>
                </a:lnTo>
                <a:lnTo>
                  <a:pt x="528828" y="3809"/>
                </a:lnTo>
                <a:lnTo>
                  <a:pt x="506730" y="17525"/>
                </a:lnTo>
                <a:lnTo>
                  <a:pt x="506730" y="143255"/>
                </a:lnTo>
                <a:lnTo>
                  <a:pt x="506884" y="152566"/>
                </a:lnTo>
                <a:lnTo>
                  <a:pt x="529590" y="183641"/>
                </a:lnTo>
                <a:lnTo>
                  <a:pt x="544068" y="183533"/>
                </a:lnTo>
                <a:lnTo>
                  <a:pt x="548640" y="182879"/>
                </a:lnTo>
                <a:lnTo>
                  <a:pt x="554736" y="182117"/>
                </a:lnTo>
                <a:close/>
              </a:path>
              <a:path w="879475" h="185419">
                <a:moveTo>
                  <a:pt x="551688" y="67055"/>
                </a:moveTo>
                <a:lnTo>
                  <a:pt x="551688" y="50291"/>
                </a:lnTo>
                <a:lnTo>
                  <a:pt x="528828" y="50291"/>
                </a:lnTo>
                <a:lnTo>
                  <a:pt x="528828" y="67055"/>
                </a:lnTo>
                <a:lnTo>
                  <a:pt x="551688" y="67055"/>
                </a:lnTo>
                <a:close/>
              </a:path>
              <a:path w="879475" h="185419">
                <a:moveTo>
                  <a:pt x="595884" y="25145"/>
                </a:moveTo>
                <a:lnTo>
                  <a:pt x="595884" y="0"/>
                </a:lnTo>
                <a:lnTo>
                  <a:pt x="573786" y="0"/>
                </a:lnTo>
                <a:lnTo>
                  <a:pt x="573786" y="25145"/>
                </a:lnTo>
                <a:lnTo>
                  <a:pt x="595884" y="25145"/>
                </a:lnTo>
                <a:close/>
              </a:path>
              <a:path w="879475" h="185419">
                <a:moveTo>
                  <a:pt x="595884" y="182117"/>
                </a:moveTo>
                <a:lnTo>
                  <a:pt x="595884" y="50291"/>
                </a:lnTo>
                <a:lnTo>
                  <a:pt x="573786" y="50291"/>
                </a:lnTo>
                <a:lnTo>
                  <a:pt x="573786" y="182117"/>
                </a:lnTo>
                <a:lnTo>
                  <a:pt x="595884" y="182117"/>
                </a:lnTo>
                <a:close/>
              </a:path>
              <a:path w="879475" h="185419">
                <a:moveTo>
                  <a:pt x="745236" y="114299"/>
                </a:moveTo>
                <a:lnTo>
                  <a:pt x="735913" y="74652"/>
                </a:lnTo>
                <a:lnTo>
                  <a:pt x="696646" y="48375"/>
                </a:lnTo>
                <a:lnTo>
                  <a:pt x="683514" y="47243"/>
                </a:lnTo>
                <a:lnTo>
                  <a:pt x="671941" y="48113"/>
                </a:lnTo>
                <a:lnTo>
                  <a:pt x="633364" y="71568"/>
                </a:lnTo>
                <a:lnTo>
                  <a:pt x="621792" y="115823"/>
                </a:lnTo>
                <a:lnTo>
                  <a:pt x="622911" y="131837"/>
                </a:lnTo>
                <a:lnTo>
                  <a:pt x="626173" y="145637"/>
                </a:lnTo>
                <a:lnTo>
                  <a:pt x="631436" y="157293"/>
                </a:lnTo>
                <a:lnTo>
                  <a:pt x="638556" y="166877"/>
                </a:lnTo>
                <a:lnTo>
                  <a:pt x="644652" y="172136"/>
                </a:lnTo>
                <a:lnTo>
                  <a:pt x="644652" y="115823"/>
                </a:lnTo>
                <a:lnTo>
                  <a:pt x="645366" y="103977"/>
                </a:lnTo>
                <a:lnTo>
                  <a:pt x="668369" y="68770"/>
                </a:lnTo>
                <a:lnTo>
                  <a:pt x="683514" y="65531"/>
                </a:lnTo>
                <a:lnTo>
                  <a:pt x="691669" y="66377"/>
                </a:lnTo>
                <a:lnTo>
                  <a:pt x="719613" y="93916"/>
                </a:lnTo>
                <a:lnTo>
                  <a:pt x="722376" y="115061"/>
                </a:lnTo>
                <a:lnTo>
                  <a:pt x="722376" y="172437"/>
                </a:lnTo>
                <a:lnTo>
                  <a:pt x="722506" y="172354"/>
                </a:lnTo>
                <a:lnTo>
                  <a:pt x="743426" y="136969"/>
                </a:lnTo>
                <a:lnTo>
                  <a:pt x="744795" y="126277"/>
                </a:lnTo>
                <a:lnTo>
                  <a:pt x="745236" y="114299"/>
                </a:lnTo>
                <a:close/>
              </a:path>
              <a:path w="879475" h="185419">
                <a:moveTo>
                  <a:pt x="722376" y="172437"/>
                </a:moveTo>
                <a:lnTo>
                  <a:pt x="722376" y="115061"/>
                </a:lnTo>
                <a:lnTo>
                  <a:pt x="721673" y="127349"/>
                </a:lnTo>
                <a:lnTo>
                  <a:pt x="719613" y="137921"/>
                </a:lnTo>
                <a:lnTo>
                  <a:pt x="691669" y="166032"/>
                </a:lnTo>
                <a:lnTo>
                  <a:pt x="683514" y="166877"/>
                </a:lnTo>
                <a:lnTo>
                  <a:pt x="675691" y="166032"/>
                </a:lnTo>
                <a:lnTo>
                  <a:pt x="647509" y="138017"/>
                </a:lnTo>
                <a:lnTo>
                  <a:pt x="644652" y="115823"/>
                </a:lnTo>
                <a:lnTo>
                  <a:pt x="644652" y="172136"/>
                </a:lnTo>
                <a:lnTo>
                  <a:pt x="647830" y="174878"/>
                </a:lnTo>
                <a:lnTo>
                  <a:pt x="658463" y="180593"/>
                </a:lnTo>
                <a:lnTo>
                  <a:pt x="670381" y="184022"/>
                </a:lnTo>
                <a:lnTo>
                  <a:pt x="683514" y="185165"/>
                </a:lnTo>
                <a:lnTo>
                  <a:pt x="691943" y="184606"/>
                </a:lnTo>
                <a:lnTo>
                  <a:pt x="700087" y="182975"/>
                </a:lnTo>
                <a:lnTo>
                  <a:pt x="707945" y="180343"/>
                </a:lnTo>
                <a:lnTo>
                  <a:pt x="715518" y="176783"/>
                </a:lnTo>
                <a:lnTo>
                  <a:pt x="722376" y="172437"/>
                </a:lnTo>
                <a:close/>
              </a:path>
              <a:path w="879475" h="185419">
                <a:moveTo>
                  <a:pt x="879348" y="182117"/>
                </a:moveTo>
                <a:lnTo>
                  <a:pt x="879348" y="90677"/>
                </a:lnTo>
                <a:lnTo>
                  <a:pt x="878586" y="83057"/>
                </a:lnTo>
                <a:lnTo>
                  <a:pt x="855726" y="51053"/>
                </a:lnTo>
                <a:lnTo>
                  <a:pt x="842010" y="47243"/>
                </a:lnTo>
                <a:lnTo>
                  <a:pt x="834390" y="47243"/>
                </a:lnTo>
                <a:lnTo>
                  <a:pt x="821078" y="48541"/>
                </a:lnTo>
                <a:lnTo>
                  <a:pt x="809625" y="52482"/>
                </a:lnTo>
                <a:lnTo>
                  <a:pt x="799885" y="59138"/>
                </a:lnTo>
                <a:lnTo>
                  <a:pt x="791718" y="68579"/>
                </a:lnTo>
                <a:lnTo>
                  <a:pt x="791718" y="50291"/>
                </a:lnTo>
                <a:lnTo>
                  <a:pt x="771906" y="50291"/>
                </a:lnTo>
                <a:lnTo>
                  <a:pt x="771906" y="182117"/>
                </a:lnTo>
                <a:lnTo>
                  <a:pt x="794004" y="182117"/>
                </a:lnTo>
                <a:lnTo>
                  <a:pt x="794004" y="109727"/>
                </a:lnTo>
                <a:lnTo>
                  <a:pt x="794706" y="98155"/>
                </a:lnTo>
                <a:lnTo>
                  <a:pt x="822352" y="66865"/>
                </a:lnTo>
                <a:lnTo>
                  <a:pt x="829056" y="66293"/>
                </a:lnTo>
                <a:lnTo>
                  <a:pt x="835152" y="66293"/>
                </a:lnTo>
                <a:lnTo>
                  <a:pt x="856488" y="92963"/>
                </a:lnTo>
                <a:lnTo>
                  <a:pt x="856488" y="182117"/>
                </a:lnTo>
                <a:lnTo>
                  <a:pt x="879348" y="1821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862719" y="2597657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80">
                <a:moveTo>
                  <a:pt x="67056" y="182880"/>
                </a:moveTo>
                <a:lnTo>
                  <a:pt x="67056" y="0"/>
                </a:lnTo>
                <a:lnTo>
                  <a:pt x="52577" y="0"/>
                </a:lnTo>
                <a:lnTo>
                  <a:pt x="49160" y="5845"/>
                </a:lnTo>
                <a:lnTo>
                  <a:pt x="44672" y="11906"/>
                </a:lnTo>
                <a:lnTo>
                  <a:pt x="9298" y="40993"/>
                </a:lnTo>
                <a:lnTo>
                  <a:pt x="0" y="45720"/>
                </a:lnTo>
                <a:lnTo>
                  <a:pt x="0" y="67056"/>
                </a:lnTo>
                <a:lnTo>
                  <a:pt x="35433" y="47720"/>
                </a:lnTo>
                <a:lnTo>
                  <a:pt x="44957" y="40386"/>
                </a:lnTo>
                <a:lnTo>
                  <a:pt x="44957" y="182880"/>
                </a:lnTo>
                <a:lnTo>
                  <a:pt x="67056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867547" y="4402073"/>
            <a:ext cx="879475" cy="186055"/>
          </a:xfrm>
          <a:custGeom>
            <a:avLst/>
            <a:gdLst/>
            <a:ahLst/>
            <a:cxnLst/>
            <a:rect l="l" t="t" r="r" b="b"/>
            <a:pathLst>
              <a:path w="879475" h="186054">
                <a:moveTo>
                  <a:pt x="24383" y="182879"/>
                </a:moveTo>
                <a:lnTo>
                  <a:pt x="24383" y="0"/>
                </a:lnTo>
                <a:lnTo>
                  <a:pt x="0" y="0"/>
                </a:lnTo>
                <a:lnTo>
                  <a:pt x="0" y="182879"/>
                </a:lnTo>
                <a:lnTo>
                  <a:pt x="24383" y="182879"/>
                </a:lnTo>
                <a:close/>
              </a:path>
              <a:path w="879475" h="186054">
                <a:moveTo>
                  <a:pt x="67818" y="67817"/>
                </a:moveTo>
                <a:lnTo>
                  <a:pt x="67818" y="50291"/>
                </a:lnTo>
                <a:lnTo>
                  <a:pt x="51816" y="50291"/>
                </a:lnTo>
                <a:lnTo>
                  <a:pt x="51816" y="67817"/>
                </a:lnTo>
                <a:lnTo>
                  <a:pt x="67818" y="67817"/>
                </a:lnTo>
                <a:close/>
              </a:path>
              <a:path w="879475" h="186054">
                <a:moveTo>
                  <a:pt x="115824" y="182117"/>
                </a:moveTo>
                <a:lnTo>
                  <a:pt x="112776" y="162305"/>
                </a:lnTo>
                <a:lnTo>
                  <a:pt x="105156" y="163829"/>
                </a:lnTo>
                <a:lnTo>
                  <a:pt x="102870" y="163067"/>
                </a:lnTo>
                <a:lnTo>
                  <a:pt x="99822" y="163829"/>
                </a:lnTo>
                <a:lnTo>
                  <a:pt x="96774" y="163067"/>
                </a:lnTo>
                <a:lnTo>
                  <a:pt x="95250" y="161543"/>
                </a:lnTo>
                <a:lnTo>
                  <a:pt x="93726" y="160781"/>
                </a:lnTo>
                <a:lnTo>
                  <a:pt x="92202" y="159258"/>
                </a:lnTo>
                <a:lnTo>
                  <a:pt x="91440" y="157734"/>
                </a:lnTo>
                <a:lnTo>
                  <a:pt x="90678" y="155448"/>
                </a:lnTo>
                <a:lnTo>
                  <a:pt x="89916" y="151637"/>
                </a:lnTo>
                <a:lnTo>
                  <a:pt x="89916" y="4572"/>
                </a:lnTo>
                <a:lnTo>
                  <a:pt x="67818" y="17525"/>
                </a:lnTo>
                <a:lnTo>
                  <a:pt x="67818" y="144017"/>
                </a:lnTo>
                <a:lnTo>
                  <a:pt x="67972" y="153328"/>
                </a:lnTo>
                <a:lnTo>
                  <a:pt x="90678" y="184403"/>
                </a:lnTo>
                <a:lnTo>
                  <a:pt x="103632" y="184403"/>
                </a:lnTo>
                <a:lnTo>
                  <a:pt x="109728" y="183641"/>
                </a:lnTo>
                <a:lnTo>
                  <a:pt x="115824" y="182117"/>
                </a:lnTo>
                <a:close/>
              </a:path>
              <a:path w="879475" h="186054">
                <a:moveTo>
                  <a:pt x="112776" y="67817"/>
                </a:moveTo>
                <a:lnTo>
                  <a:pt x="112776" y="50291"/>
                </a:lnTo>
                <a:lnTo>
                  <a:pt x="89916" y="50291"/>
                </a:lnTo>
                <a:lnTo>
                  <a:pt x="89916" y="67817"/>
                </a:lnTo>
                <a:lnTo>
                  <a:pt x="112776" y="67817"/>
                </a:lnTo>
                <a:close/>
              </a:path>
              <a:path w="879475" h="186054">
                <a:moveTo>
                  <a:pt x="249174" y="119634"/>
                </a:moveTo>
                <a:lnTo>
                  <a:pt x="249174" y="116586"/>
                </a:lnTo>
                <a:lnTo>
                  <a:pt x="248054" y="101000"/>
                </a:lnTo>
                <a:lnTo>
                  <a:pt x="232410" y="65531"/>
                </a:lnTo>
                <a:lnTo>
                  <a:pt x="188976" y="47243"/>
                </a:lnTo>
                <a:lnTo>
                  <a:pt x="175843" y="48506"/>
                </a:lnTo>
                <a:lnTo>
                  <a:pt x="136576" y="76307"/>
                </a:lnTo>
                <a:lnTo>
                  <a:pt x="127254" y="117348"/>
                </a:lnTo>
                <a:lnTo>
                  <a:pt x="128266" y="132921"/>
                </a:lnTo>
                <a:lnTo>
                  <a:pt x="131349" y="146494"/>
                </a:lnTo>
                <a:lnTo>
                  <a:pt x="136576" y="158067"/>
                </a:lnTo>
                <a:lnTo>
                  <a:pt x="144018" y="167639"/>
                </a:lnTo>
                <a:lnTo>
                  <a:pt x="150114" y="172891"/>
                </a:lnTo>
                <a:lnTo>
                  <a:pt x="150114" y="121920"/>
                </a:lnTo>
                <a:lnTo>
                  <a:pt x="151638" y="121920"/>
                </a:lnTo>
                <a:lnTo>
                  <a:pt x="151638" y="103631"/>
                </a:lnTo>
                <a:lnTo>
                  <a:pt x="152781" y="95488"/>
                </a:lnTo>
                <a:lnTo>
                  <a:pt x="181713" y="66877"/>
                </a:lnTo>
                <a:lnTo>
                  <a:pt x="188976" y="66293"/>
                </a:lnTo>
                <a:lnTo>
                  <a:pt x="197131" y="67032"/>
                </a:lnTo>
                <a:lnTo>
                  <a:pt x="224242" y="96071"/>
                </a:lnTo>
                <a:lnTo>
                  <a:pt x="225552" y="103631"/>
                </a:lnTo>
                <a:lnTo>
                  <a:pt x="225552" y="121920"/>
                </a:lnTo>
                <a:lnTo>
                  <a:pt x="248412" y="121920"/>
                </a:lnTo>
                <a:lnTo>
                  <a:pt x="249174" y="119634"/>
                </a:lnTo>
                <a:close/>
              </a:path>
              <a:path w="879475" h="186054">
                <a:moveTo>
                  <a:pt x="248412" y="143255"/>
                </a:moveTo>
                <a:lnTo>
                  <a:pt x="224790" y="140208"/>
                </a:lnTo>
                <a:lnTo>
                  <a:pt x="221742" y="149351"/>
                </a:lnTo>
                <a:lnTo>
                  <a:pt x="217170" y="156210"/>
                </a:lnTo>
                <a:lnTo>
                  <a:pt x="211074" y="160781"/>
                </a:lnTo>
                <a:lnTo>
                  <a:pt x="205740" y="165353"/>
                </a:lnTo>
                <a:lnTo>
                  <a:pt x="198120" y="166877"/>
                </a:lnTo>
                <a:lnTo>
                  <a:pt x="157614" y="149137"/>
                </a:lnTo>
                <a:lnTo>
                  <a:pt x="150114" y="121920"/>
                </a:lnTo>
                <a:lnTo>
                  <a:pt x="150114" y="172891"/>
                </a:lnTo>
                <a:lnTo>
                  <a:pt x="188976" y="185863"/>
                </a:lnTo>
                <a:lnTo>
                  <a:pt x="190500" y="185879"/>
                </a:lnTo>
                <a:lnTo>
                  <a:pt x="201048" y="185213"/>
                </a:lnTo>
                <a:lnTo>
                  <a:pt x="240411" y="160877"/>
                </a:lnTo>
                <a:lnTo>
                  <a:pt x="244983" y="152530"/>
                </a:lnTo>
                <a:lnTo>
                  <a:pt x="248412" y="143255"/>
                </a:lnTo>
                <a:close/>
              </a:path>
              <a:path w="879475" h="186054">
                <a:moveTo>
                  <a:pt x="225552" y="121920"/>
                </a:moveTo>
                <a:lnTo>
                  <a:pt x="225552" y="103631"/>
                </a:lnTo>
                <a:lnTo>
                  <a:pt x="151638" y="103631"/>
                </a:lnTo>
                <a:lnTo>
                  <a:pt x="151638" y="121920"/>
                </a:lnTo>
                <a:lnTo>
                  <a:pt x="225552" y="121920"/>
                </a:lnTo>
                <a:close/>
              </a:path>
              <a:path w="879475" h="186054">
                <a:moveTo>
                  <a:pt x="347472" y="54863"/>
                </a:moveTo>
                <a:lnTo>
                  <a:pt x="339852" y="50291"/>
                </a:lnTo>
                <a:lnTo>
                  <a:pt x="332232" y="47243"/>
                </a:lnTo>
                <a:lnTo>
                  <a:pt x="319278" y="47243"/>
                </a:lnTo>
                <a:lnTo>
                  <a:pt x="296418" y="70865"/>
                </a:lnTo>
                <a:lnTo>
                  <a:pt x="296418" y="50291"/>
                </a:lnTo>
                <a:lnTo>
                  <a:pt x="275844" y="50291"/>
                </a:lnTo>
                <a:lnTo>
                  <a:pt x="275844" y="182879"/>
                </a:lnTo>
                <a:lnTo>
                  <a:pt x="298704" y="182879"/>
                </a:lnTo>
                <a:lnTo>
                  <a:pt x="298704" y="113537"/>
                </a:lnTo>
                <a:lnTo>
                  <a:pt x="298858" y="106703"/>
                </a:lnTo>
                <a:lnTo>
                  <a:pt x="310134" y="75437"/>
                </a:lnTo>
                <a:lnTo>
                  <a:pt x="314706" y="72389"/>
                </a:lnTo>
                <a:lnTo>
                  <a:pt x="318516" y="70865"/>
                </a:lnTo>
                <a:lnTo>
                  <a:pt x="329184" y="70865"/>
                </a:lnTo>
                <a:lnTo>
                  <a:pt x="334518" y="72389"/>
                </a:lnTo>
                <a:lnTo>
                  <a:pt x="339852" y="75437"/>
                </a:lnTo>
                <a:lnTo>
                  <a:pt x="347472" y="54863"/>
                </a:lnTo>
                <a:close/>
              </a:path>
              <a:path w="879475" h="186054">
                <a:moveTo>
                  <a:pt x="445770" y="116586"/>
                </a:moveTo>
                <a:lnTo>
                  <a:pt x="445770" y="99060"/>
                </a:lnTo>
                <a:lnTo>
                  <a:pt x="438173" y="101215"/>
                </a:lnTo>
                <a:lnTo>
                  <a:pt x="429006" y="103155"/>
                </a:lnTo>
                <a:lnTo>
                  <a:pt x="417814" y="104995"/>
                </a:lnTo>
                <a:lnTo>
                  <a:pt x="405241" y="106692"/>
                </a:lnTo>
                <a:lnTo>
                  <a:pt x="397002" y="107441"/>
                </a:lnTo>
                <a:lnTo>
                  <a:pt x="390144" y="108965"/>
                </a:lnTo>
                <a:lnTo>
                  <a:pt x="355092" y="135636"/>
                </a:lnTo>
                <a:lnTo>
                  <a:pt x="353568" y="140970"/>
                </a:lnTo>
                <a:lnTo>
                  <a:pt x="353568" y="147827"/>
                </a:lnTo>
                <a:lnTo>
                  <a:pt x="377190" y="182304"/>
                </a:lnTo>
                <a:lnTo>
                  <a:pt x="377190" y="143255"/>
                </a:lnTo>
                <a:lnTo>
                  <a:pt x="378714" y="139446"/>
                </a:lnTo>
                <a:lnTo>
                  <a:pt x="380238" y="136398"/>
                </a:lnTo>
                <a:lnTo>
                  <a:pt x="382524" y="133350"/>
                </a:lnTo>
                <a:lnTo>
                  <a:pt x="385572" y="131063"/>
                </a:lnTo>
                <a:lnTo>
                  <a:pt x="389382" y="129539"/>
                </a:lnTo>
                <a:lnTo>
                  <a:pt x="393192" y="127253"/>
                </a:lnTo>
                <a:lnTo>
                  <a:pt x="438912" y="118813"/>
                </a:lnTo>
                <a:lnTo>
                  <a:pt x="445770" y="116586"/>
                </a:lnTo>
                <a:close/>
              </a:path>
              <a:path w="879475" h="186054">
                <a:moveTo>
                  <a:pt x="475488" y="182879"/>
                </a:moveTo>
                <a:lnTo>
                  <a:pt x="467998" y="141374"/>
                </a:lnTo>
                <a:lnTo>
                  <a:pt x="467868" y="127253"/>
                </a:lnTo>
                <a:lnTo>
                  <a:pt x="467868" y="80772"/>
                </a:lnTo>
                <a:lnTo>
                  <a:pt x="467106" y="76962"/>
                </a:lnTo>
                <a:lnTo>
                  <a:pt x="444246" y="51815"/>
                </a:lnTo>
                <a:lnTo>
                  <a:pt x="438673" y="49815"/>
                </a:lnTo>
                <a:lnTo>
                  <a:pt x="432244" y="48386"/>
                </a:lnTo>
                <a:lnTo>
                  <a:pt x="424957" y="47529"/>
                </a:lnTo>
                <a:lnTo>
                  <a:pt x="421767" y="47417"/>
                </a:lnTo>
                <a:lnTo>
                  <a:pt x="413766" y="47353"/>
                </a:lnTo>
                <a:lnTo>
                  <a:pt x="408527" y="47541"/>
                </a:lnTo>
                <a:lnTo>
                  <a:pt x="400812" y="48482"/>
                </a:lnTo>
                <a:lnTo>
                  <a:pt x="393668" y="50137"/>
                </a:lnTo>
                <a:lnTo>
                  <a:pt x="387096" y="52577"/>
                </a:lnTo>
                <a:lnTo>
                  <a:pt x="378714" y="55625"/>
                </a:lnTo>
                <a:lnTo>
                  <a:pt x="371856" y="59436"/>
                </a:lnTo>
                <a:lnTo>
                  <a:pt x="362712" y="71627"/>
                </a:lnTo>
                <a:lnTo>
                  <a:pt x="359664" y="79248"/>
                </a:lnTo>
                <a:lnTo>
                  <a:pt x="357378" y="88391"/>
                </a:lnTo>
                <a:lnTo>
                  <a:pt x="379476" y="91439"/>
                </a:lnTo>
                <a:lnTo>
                  <a:pt x="381762" y="81534"/>
                </a:lnTo>
                <a:lnTo>
                  <a:pt x="385572" y="75437"/>
                </a:lnTo>
                <a:lnTo>
                  <a:pt x="390144" y="71627"/>
                </a:lnTo>
                <a:lnTo>
                  <a:pt x="395478" y="67817"/>
                </a:lnTo>
                <a:lnTo>
                  <a:pt x="403098" y="66293"/>
                </a:lnTo>
                <a:lnTo>
                  <a:pt x="413766" y="66293"/>
                </a:lnTo>
                <a:lnTo>
                  <a:pt x="445770" y="83820"/>
                </a:lnTo>
                <a:lnTo>
                  <a:pt x="445770" y="167395"/>
                </a:lnTo>
                <a:lnTo>
                  <a:pt x="447294" y="166115"/>
                </a:lnTo>
                <a:lnTo>
                  <a:pt x="448056" y="172212"/>
                </a:lnTo>
                <a:lnTo>
                  <a:pt x="449580" y="178308"/>
                </a:lnTo>
                <a:lnTo>
                  <a:pt x="451866" y="182879"/>
                </a:lnTo>
                <a:lnTo>
                  <a:pt x="475488" y="182879"/>
                </a:lnTo>
                <a:close/>
              </a:path>
              <a:path w="879475" h="186054">
                <a:moveTo>
                  <a:pt x="445770" y="167395"/>
                </a:moveTo>
                <a:lnTo>
                  <a:pt x="445770" y="134112"/>
                </a:lnTo>
                <a:lnTo>
                  <a:pt x="444246" y="141731"/>
                </a:lnTo>
                <a:lnTo>
                  <a:pt x="441960" y="147065"/>
                </a:lnTo>
                <a:lnTo>
                  <a:pt x="438912" y="153162"/>
                </a:lnTo>
                <a:lnTo>
                  <a:pt x="433578" y="158496"/>
                </a:lnTo>
                <a:lnTo>
                  <a:pt x="426720" y="162305"/>
                </a:lnTo>
                <a:lnTo>
                  <a:pt x="420624" y="166115"/>
                </a:lnTo>
                <a:lnTo>
                  <a:pt x="413004" y="168401"/>
                </a:lnTo>
                <a:lnTo>
                  <a:pt x="395478" y="168401"/>
                </a:lnTo>
                <a:lnTo>
                  <a:pt x="388620" y="166115"/>
                </a:lnTo>
                <a:lnTo>
                  <a:pt x="384048" y="162305"/>
                </a:lnTo>
                <a:lnTo>
                  <a:pt x="379476" y="157734"/>
                </a:lnTo>
                <a:lnTo>
                  <a:pt x="377190" y="153162"/>
                </a:lnTo>
                <a:lnTo>
                  <a:pt x="377190" y="182304"/>
                </a:lnTo>
                <a:lnTo>
                  <a:pt x="379190" y="183165"/>
                </a:lnTo>
                <a:lnTo>
                  <a:pt x="388250" y="185225"/>
                </a:lnTo>
                <a:lnTo>
                  <a:pt x="397002" y="185823"/>
                </a:lnTo>
                <a:lnTo>
                  <a:pt x="403098" y="185733"/>
                </a:lnTo>
                <a:lnTo>
                  <a:pt x="441138" y="171283"/>
                </a:lnTo>
                <a:lnTo>
                  <a:pt x="445770" y="167395"/>
                </a:lnTo>
                <a:close/>
              </a:path>
              <a:path w="879475" h="186054">
                <a:moveTo>
                  <a:pt x="506730" y="67817"/>
                </a:moveTo>
                <a:lnTo>
                  <a:pt x="506730" y="50291"/>
                </a:lnTo>
                <a:lnTo>
                  <a:pt x="490728" y="50291"/>
                </a:lnTo>
                <a:lnTo>
                  <a:pt x="490728" y="67817"/>
                </a:lnTo>
                <a:lnTo>
                  <a:pt x="506730" y="67817"/>
                </a:lnTo>
                <a:close/>
              </a:path>
              <a:path w="879475" h="186054">
                <a:moveTo>
                  <a:pt x="554736" y="182117"/>
                </a:moveTo>
                <a:lnTo>
                  <a:pt x="551688" y="162305"/>
                </a:lnTo>
                <a:lnTo>
                  <a:pt x="544068" y="163829"/>
                </a:lnTo>
                <a:lnTo>
                  <a:pt x="541782" y="163067"/>
                </a:lnTo>
                <a:lnTo>
                  <a:pt x="538734" y="163829"/>
                </a:lnTo>
                <a:lnTo>
                  <a:pt x="535686" y="163067"/>
                </a:lnTo>
                <a:lnTo>
                  <a:pt x="534162" y="161543"/>
                </a:lnTo>
                <a:lnTo>
                  <a:pt x="532638" y="160781"/>
                </a:lnTo>
                <a:lnTo>
                  <a:pt x="531114" y="159258"/>
                </a:lnTo>
                <a:lnTo>
                  <a:pt x="530352" y="157734"/>
                </a:lnTo>
                <a:lnTo>
                  <a:pt x="529590" y="155448"/>
                </a:lnTo>
                <a:lnTo>
                  <a:pt x="528828" y="151637"/>
                </a:lnTo>
                <a:lnTo>
                  <a:pt x="528828" y="4572"/>
                </a:lnTo>
                <a:lnTo>
                  <a:pt x="506730" y="17525"/>
                </a:lnTo>
                <a:lnTo>
                  <a:pt x="506730" y="144017"/>
                </a:lnTo>
                <a:lnTo>
                  <a:pt x="506884" y="153328"/>
                </a:lnTo>
                <a:lnTo>
                  <a:pt x="529590" y="184403"/>
                </a:lnTo>
                <a:lnTo>
                  <a:pt x="544068" y="184295"/>
                </a:lnTo>
                <a:lnTo>
                  <a:pt x="548640" y="183641"/>
                </a:lnTo>
                <a:lnTo>
                  <a:pt x="554736" y="182117"/>
                </a:lnTo>
                <a:close/>
              </a:path>
              <a:path w="879475" h="186054">
                <a:moveTo>
                  <a:pt x="551688" y="67817"/>
                </a:moveTo>
                <a:lnTo>
                  <a:pt x="551688" y="50291"/>
                </a:lnTo>
                <a:lnTo>
                  <a:pt x="528828" y="50291"/>
                </a:lnTo>
                <a:lnTo>
                  <a:pt x="528828" y="67817"/>
                </a:lnTo>
                <a:lnTo>
                  <a:pt x="551688" y="67817"/>
                </a:lnTo>
                <a:close/>
              </a:path>
              <a:path w="879475" h="186054">
                <a:moveTo>
                  <a:pt x="595884" y="25908"/>
                </a:moveTo>
                <a:lnTo>
                  <a:pt x="595884" y="0"/>
                </a:lnTo>
                <a:lnTo>
                  <a:pt x="573786" y="0"/>
                </a:lnTo>
                <a:lnTo>
                  <a:pt x="573786" y="25908"/>
                </a:lnTo>
                <a:lnTo>
                  <a:pt x="595884" y="25908"/>
                </a:lnTo>
                <a:close/>
              </a:path>
              <a:path w="879475" h="186054">
                <a:moveTo>
                  <a:pt x="595884" y="182879"/>
                </a:moveTo>
                <a:lnTo>
                  <a:pt x="595884" y="50291"/>
                </a:lnTo>
                <a:lnTo>
                  <a:pt x="573786" y="50291"/>
                </a:lnTo>
                <a:lnTo>
                  <a:pt x="573786" y="182879"/>
                </a:lnTo>
                <a:lnTo>
                  <a:pt x="595884" y="182879"/>
                </a:lnTo>
                <a:close/>
              </a:path>
              <a:path w="879475" h="186054">
                <a:moveTo>
                  <a:pt x="745236" y="115062"/>
                </a:moveTo>
                <a:lnTo>
                  <a:pt x="735913" y="75092"/>
                </a:lnTo>
                <a:lnTo>
                  <a:pt x="696646" y="48386"/>
                </a:lnTo>
                <a:lnTo>
                  <a:pt x="683514" y="47243"/>
                </a:lnTo>
                <a:lnTo>
                  <a:pt x="671941" y="48232"/>
                </a:lnTo>
                <a:lnTo>
                  <a:pt x="633364" y="72330"/>
                </a:lnTo>
                <a:lnTo>
                  <a:pt x="621792" y="116586"/>
                </a:lnTo>
                <a:lnTo>
                  <a:pt x="622911" y="132278"/>
                </a:lnTo>
                <a:lnTo>
                  <a:pt x="626173" y="146113"/>
                </a:lnTo>
                <a:lnTo>
                  <a:pt x="631436" y="157948"/>
                </a:lnTo>
                <a:lnTo>
                  <a:pt x="638556" y="167639"/>
                </a:lnTo>
                <a:lnTo>
                  <a:pt x="644652" y="172898"/>
                </a:lnTo>
                <a:lnTo>
                  <a:pt x="644652" y="116586"/>
                </a:lnTo>
                <a:lnTo>
                  <a:pt x="645366" y="104739"/>
                </a:lnTo>
                <a:lnTo>
                  <a:pt x="668369" y="69246"/>
                </a:lnTo>
                <a:lnTo>
                  <a:pt x="683514" y="66293"/>
                </a:lnTo>
                <a:lnTo>
                  <a:pt x="691669" y="67020"/>
                </a:lnTo>
                <a:lnTo>
                  <a:pt x="719613" y="94297"/>
                </a:lnTo>
                <a:lnTo>
                  <a:pt x="722376" y="115824"/>
                </a:lnTo>
                <a:lnTo>
                  <a:pt x="722376" y="173199"/>
                </a:lnTo>
                <a:lnTo>
                  <a:pt x="722506" y="173116"/>
                </a:lnTo>
                <a:lnTo>
                  <a:pt x="743426" y="137445"/>
                </a:lnTo>
                <a:lnTo>
                  <a:pt x="744795" y="126932"/>
                </a:lnTo>
                <a:lnTo>
                  <a:pt x="745236" y="115062"/>
                </a:lnTo>
                <a:close/>
              </a:path>
              <a:path w="879475" h="186054">
                <a:moveTo>
                  <a:pt x="722376" y="173199"/>
                </a:moveTo>
                <a:lnTo>
                  <a:pt x="722376" y="115824"/>
                </a:lnTo>
                <a:lnTo>
                  <a:pt x="721673" y="128111"/>
                </a:lnTo>
                <a:lnTo>
                  <a:pt x="719613" y="138684"/>
                </a:lnTo>
                <a:lnTo>
                  <a:pt x="691669" y="166151"/>
                </a:lnTo>
                <a:lnTo>
                  <a:pt x="683514" y="166877"/>
                </a:lnTo>
                <a:lnTo>
                  <a:pt x="675691" y="166151"/>
                </a:lnTo>
                <a:lnTo>
                  <a:pt x="647509" y="138779"/>
                </a:lnTo>
                <a:lnTo>
                  <a:pt x="644652" y="116586"/>
                </a:lnTo>
                <a:lnTo>
                  <a:pt x="644652" y="172898"/>
                </a:lnTo>
                <a:lnTo>
                  <a:pt x="647830" y="175641"/>
                </a:lnTo>
                <a:lnTo>
                  <a:pt x="658463" y="181356"/>
                </a:lnTo>
                <a:lnTo>
                  <a:pt x="670381" y="184785"/>
                </a:lnTo>
                <a:lnTo>
                  <a:pt x="683514" y="185927"/>
                </a:lnTo>
                <a:lnTo>
                  <a:pt x="691943" y="185368"/>
                </a:lnTo>
                <a:lnTo>
                  <a:pt x="700087" y="183737"/>
                </a:lnTo>
                <a:lnTo>
                  <a:pt x="707945" y="181105"/>
                </a:lnTo>
                <a:lnTo>
                  <a:pt x="715518" y="177546"/>
                </a:lnTo>
                <a:lnTo>
                  <a:pt x="722376" y="173199"/>
                </a:lnTo>
                <a:close/>
              </a:path>
              <a:path w="879475" h="186054">
                <a:moveTo>
                  <a:pt x="879348" y="182879"/>
                </a:moveTo>
                <a:lnTo>
                  <a:pt x="879348" y="91439"/>
                </a:lnTo>
                <a:lnTo>
                  <a:pt x="878586" y="83820"/>
                </a:lnTo>
                <a:lnTo>
                  <a:pt x="855726" y="51815"/>
                </a:lnTo>
                <a:lnTo>
                  <a:pt x="849630" y="48767"/>
                </a:lnTo>
                <a:lnTo>
                  <a:pt x="842010" y="47243"/>
                </a:lnTo>
                <a:lnTo>
                  <a:pt x="834390" y="47243"/>
                </a:lnTo>
                <a:lnTo>
                  <a:pt x="821078" y="48660"/>
                </a:lnTo>
                <a:lnTo>
                  <a:pt x="809625" y="52863"/>
                </a:lnTo>
                <a:lnTo>
                  <a:pt x="799885" y="59781"/>
                </a:lnTo>
                <a:lnTo>
                  <a:pt x="791718" y="69341"/>
                </a:lnTo>
                <a:lnTo>
                  <a:pt x="791718" y="50291"/>
                </a:lnTo>
                <a:lnTo>
                  <a:pt x="771906" y="50291"/>
                </a:lnTo>
                <a:lnTo>
                  <a:pt x="771906" y="182879"/>
                </a:lnTo>
                <a:lnTo>
                  <a:pt x="794004" y="182879"/>
                </a:lnTo>
                <a:lnTo>
                  <a:pt x="794004" y="110489"/>
                </a:lnTo>
                <a:lnTo>
                  <a:pt x="794706" y="98917"/>
                </a:lnTo>
                <a:lnTo>
                  <a:pt x="822352" y="67627"/>
                </a:lnTo>
                <a:lnTo>
                  <a:pt x="829056" y="67055"/>
                </a:lnTo>
                <a:lnTo>
                  <a:pt x="835152" y="67055"/>
                </a:lnTo>
                <a:lnTo>
                  <a:pt x="856488" y="92963"/>
                </a:lnTo>
                <a:lnTo>
                  <a:pt x="856488" y="182879"/>
                </a:lnTo>
                <a:lnTo>
                  <a:pt x="879348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842907" y="4401311"/>
            <a:ext cx="120650" cy="184150"/>
          </a:xfrm>
          <a:custGeom>
            <a:avLst/>
            <a:gdLst/>
            <a:ahLst/>
            <a:cxnLst/>
            <a:rect l="l" t="t" r="r" b="b"/>
            <a:pathLst>
              <a:path w="120650" h="184150">
                <a:moveTo>
                  <a:pt x="96774" y="98751"/>
                </a:moveTo>
                <a:lnTo>
                  <a:pt x="96774" y="50291"/>
                </a:lnTo>
                <a:lnTo>
                  <a:pt x="96190" y="56721"/>
                </a:lnTo>
                <a:lnTo>
                  <a:pt x="94392" y="63436"/>
                </a:lnTo>
                <a:lnTo>
                  <a:pt x="71532" y="94202"/>
                </a:lnTo>
                <a:lnTo>
                  <a:pt x="46481" y="115824"/>
                </a:lnTo>
                <a:lnTo>
                  <a:pt x="37349" y="123539"/>
                </a:lnTo>
                <a:lnTo>
                  <a:pt x="8477" y="155448"/>
                </a:lnTo>
                <a:lnTo>
                  <a:pt x="0" y="178308"/>
                </a:lnTo>
                <a:lnTo>
                  <a:pt x="0" y="183641"/>
                </a:lnTo>
                <a:lnTo>
                  <a:pt x="31242" y="183641"/>
                </a:lnTo>
                <a:lnTo>
                  <a:pt x="31242" y="161543"/>
                </a:lnTo>
                <a:lnTo>
                  <a:pt x="33528" y="157734"/>
                </a:lnTo>
                <a:lnTo>
                  <a:pt x="66293" y="126491"/>
                </a:lnTo>
                <a:lnTo>
                  <a:pt x="77438" y="117205"/>
                </a:lnTo>
                <a:lnTo>
                  <a:pt x="86868" y="108775"/>
                </a:lnTo>
                <a:lnTo>
                  <a:pt x="94583" y="101203"/>
                </a:lnTo>
                <a:lnTo>
                  <a:pt x="96774" y="98751"/>
                </a:lnTo>
                <a:close/>
              </a:path>
              <a:path w="120650" h="184150">
                <a:moveTo>
                  <a:pt x="120395" y="57912"/>
                </a:moveTo>
                <a:lnTo>
                  <a:pt x="120395" y="51053"/>
                </a:lnTo>
                <a:lnTo>
                  <a:pt x="119407" y="40636"/>
                </a:lnTo>
                <a:lnTo>
                  <a:pt x="96571" y="8679"/>
                </a:lnTo>
                <a:lnTo>
                  <a:pt x="63245" y="0"/>
                </a:lnTo>
                <a:lnTo>
                  <a:pt x="50815" y="857"/>
                </a:lnTo>
                <a:lnTo>
                  <a:pt x="14954" y="21300"/>
                </a:lnTo>
                <a:lnTo>
                  <a:pt x="3810" y="53339"/>
                </a:lnTo>
                <a:lnTo>
                  <a:pt x="27431" y="55625"/>
                </a:lnTo>
                <a:lnTo>
                  <a:pt x="28003" y="47494"/>
                </a:lnTo>
                <a:lnTo>
                  <a:pt x="29718" y="40290"/>
                </a:lnTo>
                <a:lnTo>
                  <a:pt x="62483" y="19050"/>
                </a:lnTo>
                <a:lnTo>
                  <a:pt x="70056" y="19621"/>
                </a:lnTo>
                <a:lnTo>
                  <a:pt x="96774" y="41910"/>
                </a:lnTo>
                <a:lnTo>
                  <a:pt x="96774" y="98751"/>
                </a:lnTo>
                <a:lnTo>
                  <a:pt x="100583" y="94487"/>
                </a:lnTo>
                <a:lnTo>
                  <a:pt x="118872" y="65532"/>
                </a:lnTo>
                <a:lnTo>
                  <a:pt x="120395" y="57912"/>
                </a:lnTo>
                <a:close/>
              </a:path>
              <a:path w="120650" h="184150">
                <a:moveTo>
                  <a:pt x="120395" y="183641"/>
                </a:moveTo>
                <a:lnTo>
                  <a:pt x="120395" y="161543"/>
                </a:lnTo>
                <a:lnTo>
                  <a:pt x="31242" y="161543"/>
                </a:lnTo>
                <a:lnTo>
                  <a:pt x="31242" y="183641"/>
                </a:lnTo>
                <a:lnTo>
                  <a:pt x="120395" y="1836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263531" y="6012179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601217" y="300228"/>
                </a:moveTo>
                <a:lnTo>
                  <a:pt x="597295" y="251455"/>
                </a:lnTo>
                <a:lnTo>
                  <a:pt x="585935" y="205215"/>
                </a:lnTo>
                <a:lnTo>
                  <a:pt x="567744" y="162121"/>
                </a:lnTo>
                <a:lnTo>
                  <a:pt x="543330" y="122785"/>
                </a:lnTo>
                <a:lnTo>
                  <a:pt x="513302" y="87820"/>
                </a:lnTo>
                <a:lnTo>
                  <a:pt x="478267" y="57838"/>
                </a:lnTo>
                <a:lnTo>
                  <a:pt x="438835" y="33453"/>
                </a:lnTo>
                <a:lnTo>
                  <a:pt x="395612" y="15276"/>
                </a:lnTo>
                <a:lnTo>
                  <a:pt x="349207" y="3921"/>
                </a:lnTo>
                <a:lnTo>
                  <a:pt x="300227" y="0"/>
                </a:lnTo>
                <a:lnTo>
                  <a:pt x="251455" y="3921"/>
                </a:lnTo>
                <a:lnTo>
                  <a:pt x="205215" y="15276"/>
                </a:lnTo>
                <a:lnTo>
                  <a:pt x="162121" y="33453"/>
                </a:lnTo>
                <a:lnTo>
                  <a:pt x="122785" y="57838"/>
                </a:lnTo>
                <a:lnTo>
                  <a:pt x="87820" y="87820"/>
                </a:lnTo>
                <a:lnTo>
                  <a:pt x="57838" y="122785"/>
                </a:lnTo>
                <a:lnTo>
                  <a:pt x="33453" y="162121"/>
                </a:lnTo>
                <a:lnTo>
                  <a:pt x="15276" y="205215"/>
                </a:lnTo>
                <a:lnTo>
                  <a:pt x="3921" y="251455"/>
                </a:lnTo>
                <a:lnTo>
                  <a:pt x="0" y="300228"/>
                </a:lnTo>
                <a:lnTo>
                  <a:pt x="3921" y="349021"/>
                </a:lnTo>
                <a:lnTo>
                  <a:pt x="15276" y="395319"/>
                </a:lnTo>
                <a:lnTo>
                  <a:pt x="33453" y="438498"/>
                </a:lnTo>
                <a:lnTo>
                  <a:pt x="57838" y="477938"/>
                </a:lnTo>
                <a:lnTo>
                  <a:pt x="87820" y="513016"/>
                </a:lnTo>
                <a:lnTo>
                  <a:pt x="122785" y="543110"/>
                </a:lnTo>
                <a:lnTo>
                  <a:pt x="162121" y="567600"/>
                </a:lnTo>
                <a:lnTo>
                  <a:pt x="205215" y="585862"/>
                </a:lnTo>
                <a:lnTo>
                  <a:pt x="251455" y="597275"/>
                </a:lnTo>
                <a:lnTo>
                  <a:pt x="300227" y="601218"/>
                </a:lnTo>
                <a:lnTo>
                  <a:pt x="349207" y="597275"/>
                </a:lnTo>
                <a:lnTo>
                  <a:pt x="395612" y="585862"/>
                </a:lnTo>
                <a:lnTo>
                  <a:pt x="438835" y="567600"/>
                </a:lnTo>
                <a:lnTo>
                  <a:pt x="478267" y="543110"/>
                </a:lnTo>
                <a:lnTo>
                  <a:pt x="513302" y="513016"/>
                </a:lnTo>
                <a:lnTo>
                  <a:pt x="543330" y="477938"/>
                </a:lnTo>
                <a:lnTo>
                  <a:pt x="567744" y="438498"/>
                </a:lnTo>
                <a:lnTo>
                  <a:pt x="585935" y="395319"/>
                </a:lnTo>
                <a:lnTo>
                  <a:pt x="597295" y="349021"/>
                </a:lnTo>
                <a:lnTo>
                  <a:pt x="601217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263531" y="6012179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8"/>
                </a:moveTo>
                <a:lnTo>
                  <a:pt x="3921" y="251455"/>
                </a:lnTo>
                <a:lnTo>
                  <a:pt x="15276" y="205215"/>
                </a:lnTo>
                <a:lnTo>
                  <a:pt x="33453" y="162121"/>
                </a:lnTo>
                <a:lnTo>
                  <a:pt x="57838" y="122785"/>
                </a:lnTo>
                <a:lnTo>
                  <a:pt x="87820" y="87820"/>
                </a:lnTo>
                <a:lnTo>
                  <a:pt x="122785" y="57838"/>
                </a:lnTo>
                <a:lnTo>
                  <a:pt x="162121" y="33453"/>
                </a:lnTo>
                <a:lnTo>
                  <a:pt x="205215" y="15276"/>
                </a:lnTo>
                <a:lnTo>
                  <a:pt x="251455" y="3921"/>
                </a:lnTo>
                <a:lnTo>
                  <a:pt x="300227" y="0"/>
                </a:lnTo>
                <a:lnTo>
                  <a:pt x="349207" y="3921"/>
                </a:lnTo>
                <a:lnTo>
                  <a:pt x="395612" y="15276"/>
                </a:lnTo>
                <a:lnTo>
                  <a:pt x="438835" y="33453"/>
                </a:lnTo>
                <a:lnTo>
                  <a:pt x="478267" y="57838"/>
                </a:lnTo>
                <a:lnTo>
                  <a:pt x="513302" y="87820"/>
                </a:lnTo>
                <a:lnTo>
                  <a:pt x="543330" y="122785"/>
                </a:lnTo>
                <a:lnTo>
                  <a:pt x="567744" y="162121"/>
                </a:lnTo>
                <a:lnTo>
                  <a:pt x="585935" y="205215"/>
                </a:lnTo>
                <a:lnTo>
                  <a:pt x="597295" y="251455"/>
                </a:lnTo>
                <a:lnTo>
                  <a:pt x="601217" y="300228"/>
                </a:lnTo>
                <a:lnTo>
                  <a:pt x="597295" y="349021"/>
                </a:lnTo>
                <a:lnTo>
                  <a:pt x="585935" y="395319"/>
                </a:lnTo>
                <a:lnTo>
                  <a:pt x="567744" y="438498"/>
                </a:lnTo>
                <a:lnTo>
                  <a:pt x="543330" y="477938"/>
                </a:lnTo>
                <a:lnTo>
                  <a:pt x="513302" y="513016"/>
                </a:lnTo>
                <a:lnTo>
                  <a:pt x="478267" y="543110"/>
                </a:lnTo>
                <a:lnTo>
                  <a:pt x="438835" y="567600"/>
                </a:lnTo>
                <a:lnTo>
                  <a:pt x="395612" y="585862"/>
                </a:lnTo>
                <a:lnTo>
                  <a:pt x="349207" y="597275"/>
                </a:lnTo>
                <a:lnTo>
                  <a:pt x="300227" y="601218"/>
                </a:lnTo>
                <a:lnTo>
                  <a:pt x="251455" y="597275"/>
                </a:lnTo>
                <a:lnTo>
                  <a:pt x="205215" y="585862"/>
                </a:lnTo>
                <a:lnTo>
                  <a:pt x="162121" y="567600"/>
                </a:lnTo>
                <a:lnTo>
                  <a:pt x="122785" y="543110"/>
                </a:lnTo>
                <a:lnTo>
                  <a:pt x="87820" y="513016"/>
                </a:lnTo>
                <a:lnTo>
                  <a:pt x="57838" y="477938"/>
                </a:lnTo>
                <a:lnTo>
                  <a:pt x="33453" y="438498"/>
                </a:lnTo>
                <a:lnTo>
                  <a:pt x="15276" y="395319"/>
                </a:lnTo>
                <a:lnTo>
                  <a:pt x="3921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521087" y="6205728"/>
            <a:ext cx="67310" cy="182880"/>
          </a:xfrm>
          <a:custGeom>
            <a:avLst/>
            <a:gdLst/>
            <a:ahLst/>
            <a:cxnLst/>
            <a:rect l="l" t="t" r="r" b="b"/>
            <a:pathLst>
              <a:path w="67310" h="182879">
                <a:moveTo>
                  <a:pt x="67056" y="182880"/>
                </a:moveTo>
                <a:lnTo>
                  <a:pt x="67056" y="0"/>
                </a:lnTo>
                <a:lnTo>
                  <a:pt x="52578" y="0"/>
                </a:lnTo>
                <a:lnTo>
                  <a:pt x="49160" y="6167"/>
                </a:lnTo>
                <a:lnTo>
                  <a:pt x="44672" y="12191"/>
                </a:lnTo>
                <a:lnTo>
                  <a:pt x="8977" y="41314"/>
                </a:lnTo>
                <a:lnTo>
                  <a:pt x="0" y="45720"/>
                </a:lnTo>
                <a:lnTo>
                  <a:pt x="0" y="67818"/>
                </a:lnTo>
                <a:lnTo>
                  <a:pt x="35433" y="48291"/>
                </a:lnTo>
                <a:lnTo>
                  <a:pt x="44958" y="40386"/>
                </a:lnTo>
                <a:lnTo>
                  <a:pt x="44958" y="182880"/>
                </a:lnTo>
                <a:lnTo>
                  <a:pt x="67056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165739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79" y="300228"/>
                </a:moveTo>
                <a:lnTo>
                  <a:pt x="598037" y="251455"/>
                </a:lnTo>
                <a:lnTo>
                  <a:pt x="586624" y="205215"/>
                </a:lnTo>
                <a:lnTo>
                  <a:pt x="568362" y="162121"/>
                </a:lnTo>
                <a:lnTo>
                  <a:pt x="543872" y="122785"/>
                </a:lnTo>
                <a:lnTo>
                  <a:pt x="513778" y="87820"/>
                </a:lnTo>
                <a:lnTo>
                  <a:pt x="478700" y="57838"/>
                </a:lnTo>
                <a:lnTo>
                  <a:pt x="439260" y="33453"/>
                </a:lnTo>
                <a:lnTo>
                  <a:pt x="396081" y="15276"/>
                </a:lnTo>
                <a:lnTo>
                  <a:pt x="349783" y="3921"/>
                </a:lnTo>
                <a:lnTo>
                  <a:pt x="300989" y="0"/>
                </a:lnTo>
                <a:lnTo>
                  <a:pt x="252196" y="3921"/>
                </a:lnTo>
                <a:lnTo>
                  <a:pt x="205898" y="15276"/>
                </a:lnTo>
                <a:lnTo>
                  <a:pt x="162719" y="33453"/>
                </a:lnTo>
                <a:lnTo>
                  <a:pt x="123279" y="57838"/>
                </a:lnTo>
                <a:lnTo>
                  <a:pt x="88201" y="87820"/>
                </a:lnTo>
                <a:lnTo>
                  <a:pt x="58107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8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7" y="477938"/>
                </a:lnTo>
                <a:lnTo>
                  <a:pt x="88201" y="513016"/>
                </a:lnTo>
                <a:lnTo>
                  <a:pt x="123279" y="543110"/>
                </a:lnTo>
                <a:lnTo>
                  <a:pt x="162719" y="567600"/>
                </a:lnTo>
                <a:lnTo>
                  <a:pt x="205898" y="585862"/>
                </a:lnTo>
                <a:lnTo>
                  <a:pt x="252196" y="597275"/>
                </a:lnTo>
                <a:lnTo>
                  <a:pt x="300989" y="601218"/>
                </a:lnTo>
                <a:lnTo>
                  <a:pt x="349783" y="597275"/>
                </a:lnTo>
                <a:lnTo>
                  <a:pt x="396081" y="585862"/>
                </a:lnTo>
                <a:lnTo>
                  <a:pt x="439260" y="567600"/>
                </a:lnTo>
                <a:lnTo>
                  <a:pt x="478700" y="543110"/>
                </a:lnTo>
                <a:lnTo>
                  <a:pt x="513778" y="513016"/>
                </a:lnTo>
                <a:lnTo>
                  <a:pt x="543872" y="477938"/>
                </a:lnTo>
                <a:lnTo>
                  <a:pt x="568362" y="438498"/>
                </a:lnTo>
                <a:lnTo>
                  <a:pt x="586624" y="395319"/>
                </a:lnTo>
                <a:lnTo>
                  <a:pt x="598037" y="349021"/>
                </a:lnTo>
                <a:lnTo>
                  <a:pt x="601979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165739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8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79" y="300228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89" y="601218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406531" y="6205849"/>
            <a:ext cx="120014" cy="186690"/>
          </a:xfrm>
          <a:custGeom>
            <a:avLst/>
            <a:gdLst/>
            <a:ahLst/>
            <a:cxnLst/>
            <a:rect l="l" t="t" r="r" b="b"/>
            <a:pathLst>
              <a:path w="120014" h="186689">
                <a:moveTo>
                  <a:pt x="96012" y="174489"/>
                </a:moveTo>
                <a:lnTo>
                  <a:pt x="96012" y="129418"/>
                </a:lnTo>
                <a:lnTo>
                  <a:pt x="95297" y="137454"/>
                </a:lnTo>
                <a:lnTo>
                  <a:pt x="93154" y="144562"/>
                </a:lnTo>
                <a:lnTo>
                  <a:pt x="57912" y="167518"/>
                </a:lnTo>
                <a:lnTo>
                  <a:pt x="49529" y="167518"/>
                </a:lnTo>
                <a:lnTo>
                  <a:pt x="22098" y="131704"/>
                </a:lnTo>
                <a:lnTo>
                  <a:pt x="0" y="134752"/>
                </a:lnTo>
                <a:lnTo>
                  <a:pt x="18287" y="172090"/>
                </a:lnTo>
                <a:lnTo>
                  <a:pt x="57912" y="186568"/>
                </a:lnTo>
                <a:lnTo>
                  <a:pt x="70604" y="185448"/>
                </a:lnTo>
                <a:lnTo>
                  <a:pt x="82296" y="182186"/>
                </a:lnTo>
                <a:lnTo>
                  <a:pt x="92844" y="176924"/>
                </a:lnTo>
                <a:lnTo>
                  <a:pt x="96012" y="174489"/>
                </a:lnTo>
                <a:close/>
              </a:path>
              <a:path w="120014" h="186689">
                <a:moveTo>
                  <a:pt x="110489" y="55504"/>
                </a:moveTo>
                <a:lnTo>
                  <a:pt x="110489" y="39502"/>
                </a:lnTo>
                <a:lnTo>
                  <a:pt x="108203" y="31120"/>
                </a:lnTo>
                <a:lnTo>
                  <a:pt x="78152" y="3735"/>
                </a:lnTo>
                <a:lnTo>
                  <a:pt x="55625" y="0"/>
                </a:lnTo>
                <a:lnTo>
                  <a:pt x="46732" y="711"/>
                </a:lnTo>
                <a:lnTo>
                  <a:pt x="9239" y="27310"/>
                </a:lnTo>
                <a:lnTo>
                  <a:pt x="2286" y="47122"/>
                </a:lnTo>
                <a:lnTo>
                  <a:pt x="24384" y="50932"/>
                </a:lnTo>
                <a:lnTo>
                  <a:pt x="26277" y="43371"/>
                </a:lnTo>
                <a:lnTo>
                  <a:pt x="28670" y="36739"/>
                </a:lnTo>
                <a:lnTo>
                  <a:pt x="31777" y="31108"/>
                </a:lnTo>
                <a:lnTo>
                  <a:pt x="35813" y="26548"/>
                </a:lnTo>
                <a:lnTo>
                  <a:pt x="41910" y="21214"/>
                </a:lnTo>
                <a:lnTo>
                  <a:pt x="48767" y="18166"/>
                </a:lnTo>
                <a:lnTo>
                  <a:pt x="66293" y="18166"/>
                </a:lnTo>
                <a:lnTo>
                  <a:pt x="73913" y="21214"/>
                </a:lnTo>
                <a:lnTo>
                  <a:pt x="84581" y="31882"/>
                </a:lnTo>
                <a:lnTo>
                  <a:pt x="87629" y="38740"/>
                </a:lnTo>
                <a:lnTo>
                  <a:pt x="87629" y="83420"/>
                </a:lnTo>
                <a:lnTo>
                  <a:pt x="93725" y="80650"/>
                </a:lnTo>
                <a:lnTo>
                  <a:pt x="99822" y="75316"/>
                </a:lnTo>
                <a:lnTo>
                  <a:pt x="104393" y="69220"/>
                </a:lnTo>
                <a:lnTo>
                  <a:pt x="108203" y="62362"/>
                </a:lnTo>
                <a:lnTo>
                  <a:pt x="110489" y="55504"/>
                </a:lnTo>
                <a:close/>
              </a:path>
              <a:path w="120014" h="186689">
                <a:moveTo>
                  <a:pt x="87629" y="83420"/>
                </a:moveTo>
                <a:lnTo>
                  <a:pt x="87629" y="47122"/>
                </a:lnTo>
                <a:lnTo>
                  <a:pt x="86915" y="54122"/>
                </a:lnTo>
                <a:lnTo>
                  <a:pt x="84772" y="60266"/>
                </a:lnTo>
                <a:lnTo>
                  <a:pt x="50291" y="77602"/>
                </a:lnTo>
                <a:lnTo>
                  <a:pt x="48005" y="77602"/>
                </a:lnTo>
                <a:lnTo>
                  <a:pt x="46732" y="76965"/>
                </a:lnTo>
                <a:lnTo>
                  <a:pt x="46470" y="76943"/>
                </a:lnTo>
                <a:lnTo>
                  <a:pt x="44196" y="96652"/>
                </a:lnTo>
                <a:lnTo>
                  <a:pt x="50291" y="95128"/>
                </a:lnTo>
                <a:lnTo>
                  <a:pt x="55625" y="94366"/>
                </a:lnTo>
                <a:lnTo>
                  <a:pt x="60198" y="94366"/>
                </a:lnTo>
                <a:lnTo>
                  <a:pt x="67448" y="94949"/>
                </a:lnTo>
                <a:lnTo>
                  <a:pt x="74199" y="96747"/>
                </a:lnTo>
                <a:lnTo>
                  <a:pt x="80236" y="99831"/>
                </a:lnTo>
                <a:lnTo>
                  <a:pt x="85343" y="104272"/>
                </a:lnTo>
                <a:lnTo>
                  <a:pt x="85343" y="84460"/>
                </a:lnTo>
                <a:lnTo>
                  <a:pt x="87629" y="83420"/>
                </a:lnTo>
                <a:close/>
              </a:path>
              <a:path w="120014" h="186689">
                <a:moveTo>
                  <a:pt x="119634" y="129418"/>
                </a:moveTo>
                <a:lnTo>
                  <a:pt x="99631" y="90079"/>
                </a:lnTo>
                <a:lnTo>
                  <a:pt x="85343" y="84460"/>
                </a:lnTo>
                <a:lnTo>
                  <a:pt x="85343" y="104272"/>
                </a:lnTo>
                <a:lnTo>
                  <a:pt x="89904" y="109701"/>
                </a:lnTo>
                <a:lnTo>
                  <a:pt x="93249" y="115702"/>
                </a:lnTo>
                <a:lnTo>
                  <a:pt x="95309" y="122274"/>
                </a:lnTo>
                <a:lnTo>
                  <a:pt x="96012" y="129418"/>
                </a:lnTo>
                <a:lnTo>
                  <a:pt x="96012" y="174489"/>
                </a:lnTo>
                <a:lnTo>
                  <a:pt x="102108" y="169804"/>
                </a:lnTo>
                <a:lnTo>
                  <a:pt x="109668" y="160922"/>
                </a:lnTo>
                <a:lnTo>
                  <a:pt x="115157" y="151325"/>
                </a:lnTo>
                <a:lnTo>
                  <a:pt x="118502" y="140871"/>
                </a:lnTo>
                <a:lnTo>
                  <a:pt x="119634" y="129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068709" y="6012179"/>
            <a:ext cx="601345" cy="601345"/>
          </a:xfrm>
          <a:custGeom>
            <a:avLst/>
            <a:gdLst/>
            <a:ahLst/>
            <a:cxnLst/>
            <a:rect l="l" t="t" r="r" b="b"/>
            <a:pathLst>
              <a:path w="601345" h="601345">
                <a:moveTo>
                  <a:pt x="0" y="300228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7" y="122785"/>
                </a:lnTo>
                <a:lnTo>
                  <a:pt x="88201" y="87820"/>
                </a:lnTo>
                <a:lnTo>
                  <a:pt x="123279" y="57838"/>
                </a:lnTo>
                <a:lnTo>
                  <a:pt x="162719" y="33453"/>
                </a:lnTo>
                <a:lnTo>
                  <a:pt x="205898" y="15276"/>
                </a:lnTo>
                <a:lnTo>
                  <a:pt x="252196" y="3921"/>
                </a:lnTo>
                <a:lnTo>
                  <a:pt x="300989" y="0"/>
                </a:lnTo>
                <a:lnTo>
                  <a:pt x="349762" y="3921"/>
                </a:lnTo>
                <a:lnTo>
                  <a:pt x="396002" y="15276"/>
                </a:lnTo>
                <a:lnTo>
                  <a:pt x="439096" y="33453"/>
                </a:lnTo>
                <a:lnTo>
                  <a:pt x="478432" y="57838"/>
                </a:lnTo>
                <a:lnTo>
                  <a:pt x="513397" y="87820"/>
                </a:lnTo>
                <a:lnTo>
                  <a:pt x="543379" y="122785"/>
                </a:lnTo>
                <a:lnTo>
                  <a:pt x="567764" y="162121"/>
                </a:lnTo>
                <a:lnTo>
                  <a:pt x="585941" y="205215"/>
                </a:lnTo>
                <a:lnTo>
                  <a:pt x="597296" y="251455"/>
                </a:lnTo>
                <a:lnTo>
                  <a:pt x="601218" y="300228"/>
                </a:lnTo>
                <a:lnTo>
                  <a:pt x="597296" y="349021"/>
                </a:lnTo>
                <a:lnTo>
                  <a:pt x="585941" y="395319"/>
                </a:lnTo>
                <a:lnTo>
                  <a:pt x="567764" y="438498"/>
                </a:lnTo>
                <a:lnTo>
                  <a:pt x="543379" y="477938"/>
                </a:lnTo>
                <a:lnTo>
                  <a:pt x="513397" y="513016"/>
                </a:lnTo>
                <a:lnTo>
                  <a:pt x="478432" y="543110"/>
                </a:lnTo>
                <a:lnTo>
                  <a:pt x="439096" y="567600"/>
                </a:lnTo>
                <a:lnTo>
                  <a:pt x="396002" y="585862"/>
                </a:lnTo>
                <a:lnTo>
                  <a:pt x="349762" y="597275"/>
                </a:lnTo>
                <a:lnTo>
                  <a:pt x="300989" y="601218"/>
                </a:lnTo>
                <a:lnTo>
                  <a:pt x="252196" y="597275"/>
                </a:lnTo>
                <a:lnTo>
                  <a:pt x="205898" y="585862"/>
                </a:lnTo>
                <a:lnTo>
                  <a:pt x="162719" y="567600"/>
                </a:lnTo>
                <a:lnTo>
                  <a:pt x="123279" y="543110"/>
                </a:lnTo>
                <a:lnTo>
                  <a:pt x="88201" y="513016"/>
                </a:lnTo>
                <a:lnTo>
                  <a:pt x="58107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310263" y="6208776"/>
            <a:ext cx="118110" cy="180340"/>
          </a:xfrm>
          <a:custGeom>
            <a:avLst/>
            <a:gdLst/>
            <a:ahLst/>
            <a:cxnLst/>
            <a:rect l="l" t="t" r="r" b="b"/>
            <a:pathLst>
              <a:path w="118110" h="180339">
                <a:moveTo>
                  <a:pt x="118110" y="17525"/>
                </a:moveTo>
                <a:lnTo>
                  <a:pt x="118110" y="0"/>
                </a:lnTo>
                <a:lnTo>
                  <a:pt x="0" y="0"/>
                </a:lnTo>
                <a:lnTo>
                  <a:pt x="0" y="22098"/>
                </a:lnTo>
                <a:lnTo>
                  <a:pt x="89916" y="22098"/>
                </a:lnTo>
                <a:lnTo>
                  <a:pt x="89916" y="56599"/>
                </a:lnTo>
                <a:lnTo>
                  <a:pt x="92392" y="52351"/>
                </a:lnTo>
                <a:lnTo>
                  <a:pt x="100964" y="39147"/>
                </a:lnTo>
                <a:lnTo>
                  <a:pt x="109537" y="27515"/>
                </a:lnTo>
                <a:lnTo>
                  <a:pt x="118110" y="17525"/>
                </a:lnTo>
                <a:close/>
              </a:path>
              <a:path w="118110" h="180339">
                <a:moveTo>
                  <a:pt x="89916" y="56599"/>
                </a:moveTo>
                <a:lnTo>
                  <a:pt x="89916" y="22098"/>
                </a:lnTo>
                <a:lnTo>
                  <a:pt x="81474" y="31944"/>
                </a:lnTo>
                <a:lnTo>
                  <a:pt x="57150" y="69341"/>
                </a:lnTo>
                <a:lnTo>
                  <a:pt x="38719" y="113168"/>
                </a:lnTo>
                <a:lnTo>
                  <a:pt x="28098" y="156495"/>
                </a:lnTo>
                <a:lnTo>
                  <a:pt x="25908" y="179832"/>
                </a:lnTo>
                <a:lnTo>
                  <a:pt x="48768" y="179832"/>
                </a:lnTo>
                <a:lnTo>
                  <a:pt x="50077" y="166842"/>
                </a:lnTo>
                <a:lnTo>
                  <a:pt x="51816" y="154209"/>
                </a:lnTo>
                <a:lnTo>
                  <a:pt x="62603" y="113990"/>
                </a:lnTo>
                <a:lnTo>
                  <a:pt x="83820" y="67056"/>
                </a:lnTo>
                <a:lnTo>
                  <a:pt x="89916" y="565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970917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8"/>
                </a:moveTo>
                <a:lnTo>
                  <a:pt x="598025" y="251455"/>
                </a:lnTo>
                <a:lnTo>
                  <a:pt x="586612" y="205215"/>
                </a:lnTo>
                <a:lnTo>
                  <a:pt x="568351" y="162121"/>
                </a:lnTo>
                <a:lnTo>
                  <a:pt x="543863" y="122785"/>
                </a:lnTo>
                <a:lnTo>
                  <a:pt x="513770" y="87820"/>
                </a:lnTo>
                <a:lnTo>
                  <a:pt x="478693" y="57838"/>
                </a:lnTo>
                <a:lnTo>
                  <a:pt x="439253" y="33453"/>
                </a:lnTo>
                <a:lnTo>
                  <a:pt x="396073" y="15276"/>
                </a:lnTo>
                <a:lnTo>
                  <a:pt x="349774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8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8"/>
                </a:lnTo>
                <a:lnTo>
                  <a:pt x="349774" y="597275"/>
                </a:lnTo>
                <a:lnTo>
                  <a:pt x="396073" y="585862"/>
                </a:lnTo>
                <a:lnTo>
                  <a:pt x="439253" y="567600"/>
                </a:lnTo>
                <a:lnTo>
                  <a:pt x="478693" y="543110"/>
                </a:lnTo>
                <a:lnTo>
                  <a:pt x="513770" y="513016"/>
                </a:lnTo>
                <a:lnTo>
                  <a:pt x="543863" y="477938"/>
                </a:lnTo>
                <a:lnTo>
                  <a:pt x="568351" y="438498"/>
                </a:lnTo>
                <a:lnTo>
                  <a:pt x="586612" y="395319"/>
                </a:lnTo>
                <a:lnTo>
                  <a:pt x="598025" y="349021"/>
                </a:lnTo>
                <a:lnTo>
                  <a:pt x="601967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970917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8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4" y="3921"/>
                </a:lnTo>
                <a:lnTo>
                  <a:pt x="396073" y="15276"/>
                </a:lnTo>
                <a:lnTo>
                  <a:pt x="439253" y="33453"/>
                </a:lnTo>
                <a:lnTo>
                  <a:pt x="478693" y="57838"/>
                </a:lnTo>
                <a:lnTo>
                  <a:pt x="513770" y="87820"/>
                </a:lnTo>
                <a:lnTo>
                  <a:pt x="543863" y="122785"/>
                </a:lnTo>
                <a:lnTo>
                  <a:pt x="568351" y="162121"/>
                </a:lnTo>
                <a:lnTo>
                  <a:pt x="586612" y="205215"/>
                </a:lnTo>
                <a:lnTo>
                  <a:pt x="598025" y="251455"/>
                </a:lnTo>
                <a:lnTo>
                  <a:pt x="601967" y="300228"/>
                </a:lnTo>
                <a:lnTo>
                  <a:pt x="598025" y="349021"/>
                </a:lnTo>
                <a:lnTo>
                  <a:pt x="586612" y="395319"/>
                </a:lnTo>
                <a:lnTo>
                  <a:pt x="568351" y="438498"/>
                </a:lnTo>
                <a:lnTo>
                  <a:pt x="543863" y="477938"/>
                </a:lnTo>
                <a:lnTo>
                  <a:pt x="513770" y="513016"/>
                </a:lnTo>
                <a:lnTo>
                  <a:pt x="478693" y="543110"/>
                </a:lnTo>
                <a:lnTo>
                  <a:pt x="439253" y="567600"/>
                </a:lnTo>
                <a:lnTo>
                  <a:pt x="396073" y="585862"/>
                </a:lnTo>
                <a:lnTo>
                  <a:pt x="349774" y="597275"/>
                </a:lnTo>
                <a:lnTo>
                  <a:pt x="300977" y="601218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211709" y="6205728"/>
            <a:ext cx="120014" cy="186055"/>
          </a:xfrm>
          <a:custGeom>
            <a:avLst/>
            <a:gdLst/>
            <a:ahLst/>
            <a:cxnLst/>
            <a:rect l="l" t="t" r="r" b="b"/>
            <a:pathLst>
              <a:path w="120014" h="186054">
                <a:moveTo>
                  <a:pt x="119634" y="88392"/>
                </a:moveTo>
                <a:lnTo>
                  <a:pt x="115449" y="47029"/>
                </a:lnTo>
                <a:lnTo>
                  <a:pt x="89903" y="9906"/>
                </a:lnTo>
                <a:lnTo>
                  <a:pt x="57150" y="0"/>
                </a:lnTo>
                <a:lnTo>
                  <a:pt x="46088" y="1069"/>
                </a:lnTo>
                <a:lnTo>
                  <a:pt x="9001" y="26038"/>
                </a:lnTo>
                <a:lnTo>
                  <a:pt x="0" y="61722"/>
                </a:lnTo>
                <a:lnTo>
                  <a:pt x="1000" y="74295"/>
                </a:lnTo>
                <a:lnTo>
                  <a:pt x="4000" y="85725"/>
                </a:lnTo>
                <a:lnTo>
                  <a:pt x="9001" y="96012"/>
                </a:lnTo>
                <a:lnTo>
                  <a:pt x="16001" y="105156"/>
                </a:lnTo>
                <a:lnTo>
                  <a:pt x="22860" y="111165"/>
                </a:lnTo>
                <a:lnTo>
                  <a:pt x="22860" y="62484"/>
                </a:lnTo>
                <a:lnTo>
                  <a:pt x="23574" y="53209"/>
                </a:lnTo>
                <a:lnTo>
                  <a:pt x="46088" y="22002"/>
                </a:lnTo>
                <a:lnTo>
                  <a:pt x="59423" y="19126"/>
                </a:lnTo>
                <a:lnTo>
                  <a:pt x="61709" y="19179"/>
                </a:lnTo>
                <a:lnTo>
                  <a:pt x="92482" y="43338"/>
                </a:lnTo>
                <a:lnTo>
                  <a:pt x="95250" y="60960"/>
                </a:lnTo>
                <a:lnTo>
                  <a:pt x="95250" y="100955"/>
                </a:lnTo>
                <a:lnTo>
                  <a:pt x="97523" y="97536"/>
                </a:lnTo>
                <a:lnTo>
                  <a:pt x="97523" y="168670"/>
                </a:lnTo>
                <a:lnTo>
                  <a:pt x="102958" y="162210"/>
                </a:lnTo>
                <a:lnTo>
                  <a:pt x="117819" y="119633"/>
                </a:lnTo>
                <a:lnTo>
                  <a:pt x="119191" y="104798"/>
                </a:lnTo>
                <a:lnTo>
                  <a:pt x="119634" y="88392"/>
                </a:lnTo>
                <a:close/>
              </a:path>
              <a:path w="120014" h="186054">
                <a:moveTo>
                  <a:pt x="97523" y="168670"/>
                </a:moveTo>
                <a:lnTo>
                  <a:pt x="97523" y="102108"/>
                </a:lnTo>
                <a:lnTo>
                  <a:pt x="97368" y="108965"/>
                </a:lnTo>
                <a:lnTo>
                  <a:pt x="96858" y="115824"/>
                </a:lnTo>
                <a:lnTo>
                  <a:pt x="78473" y="160020"/>
                </a:lnTo>
                <a:lnTo>
                  <a:pt x="61709" y="167639"/>
                </a:lnTo>
                <a:lnTo>
                  <a:pt x="47244" y="167639"/>
                </a:lnTo>
                <a:lnTo>
                  <a:pt x="25146" y="138684"/>
                </a:lnTo>
                <a:lnTo>
                  <a:pt x="3048" y="140970"/>
                </a:lnTo>
                <a:lnTo>
                  <a:pt x="27108" y="179498"/>
                </a:lnTo>
                <a:lnTo>
                  <a:pt x="54863" y="185927"/>
                </a:lnTo>
                <a:lnTo>
                  <a:pt x="64410" y="185332"/>
                </a:lnTo>
                <a:lnTo>
                  <a:pt x="73526" y="183451"/>
                </a:lnTo>
                <a:lnTo>
                  <a:pt x="82070" y="180141"/>
                </a:lnTo>
                <a:lnTo>
                  <a:pt x="89903" y="175260"/>
                </a:lnTo>
                <a:lnTo>
                  <a:pt x="96897" y="169414"/>
                </a:lnTo>
                <a:lnTo>
                  <a:pt x="97523" y="168670"/>
                </a:lnTo>
                <a:close/>
              </a:path>
              <a:path w="120014" h="186054">
                <a:moveTo>
                  <a:pt x="95250" y="100955"/>
                </a:moveTo>
                <a:lnTo>
                  <a:pt x="95250" y="60960"/>
                </a:lnTo>
                <a:lnTo>
                  <a:pt x="94545" y="69830"/>
                </a:lnTo>
                <a:lnTo>
                  <a:pt x="92578" y="77819"/>
                </a:lnTo>
                <a:lnTo>
                  <a:pt x="59423" y="101346"/>
                </a:lnTo>
                <a:lnTo>
                  <a:pt x="52160" y="100750"/>
                </a:lnTo>
                <a:lnTo>
                  <a:pt x="23562" y="70746"/>
                </a:lnTo>
                <a:lnTo>
                  <a:pt x="22860" y="62484"/>
                </a:lnTo>
                <a:lnTo>
                  <a:pt x="22860" y="111165"/>
                </a:lnTo>
                <a:lnTo>
                  <a:pt x="54863" y="121109"/>
                </a:lnTo>
                <a:lnTo>
                  <a:pt x="60809" y="120741"/>
                </a:lnTo>
                <a:lnTo>
                  <a:pt x="92963" y="104394"/>
                </a:lnTo>
                <a:lnTo>
                  <a:pt x="95250" y="100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7387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92" y="300228"/>
                </a:moveTo>
                <a:lnTo>
                  <a:pt x="598050" y="251455"/>
                </a:lnTo>
                <a:lnTo>
                  <a:pt x="586636" y="205215"/>
                </a:lnTo>
                <a:lnTo>
                  <a:pt x="568374" y="162121"/>
                </a:lnTo>
                <a:lnTo>
                  <a:pt x="543885" y="122785"/>
                </a:lnTo>
                <a:lnTo>
                  <a:pt x="513791" y="87820"/>
                </a:lnTo>
                <a:lnTo>
                  <a:pt x="478713" y="57838"/>
                </a:lnTo>
                <a:lnTo>
                  <a:pt x="439273" y="33453"/>
                </a:lnTo>
                <a:lnTo>
                  <a:pt x="396094" y="15276"/>
                </a:lnTo>
                <a:lnTo>
                  <a:pt x="349796" y="3921"/>
                </a:lnTo>
                <a:lnTo>
                  <a:pt x="301002" y="0"/>
                </a:lnTo>
                <a:lnTo>
                  <a:pt x="252205" y="3921"/>
                </a:lnTo>
                <a:lnTo>
                  <a:pt x="205904" y="15276"/>
                </a:lnTo>
                <a:lnTo>
                  <a:pt x="162723" y="33453"/>
                </a:lnTo>
                <a:lnTo>
                  <a:pt x="123282" y="57838"/>
                </a:lnTo>
                <a:lnTo>
                  <a:pt x="88203" y="87820"/>
                </a:lnTo>
                <a:lnTo>
                  <a:pt x="58107" y="122785"/>
                </a:lnTo>
                <a:lnTo>
                  <a:pt x="33618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8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8" y="438498"/>
                </a:lnTo>
                <a:lnTo>
                  <a:pt x="58107" y="477938"/>
                </a:lnTo>
                <a:lnTo>
                  <a:pt x="88203" y="513016"/>
                </a:lnTo>
                <a:lnTo>
                  <a:pt x="123282" y="543110"/>
                </a:lnTo>
                <a:lnTo>
                  <a:pt x="162723" y="567600"/>
                </a:lnTo>
                <a:lnTo>
                  <a:pt x="205904" y="585862"/>
                </a:lnTo>
                <a:lnTo>
                  <a:pt x="252205" y="597275"/>
                </a:lnTo>
                <a:lnTo>
                  <a:pt x="301002" y="601218"/>
                </a:lnTo>
                <a:lnTo>
                  <a:pt x="349796" y="597275"/>
                </a:lnTo>
                <a:lnTo>
                  <a:pt x="396094" y="585862"/>
                </a:lnTo>
                <a:lnTo>
                  <a:pt x="439273" y="567600"/>
                </a:lnTo>
                <a:lnTo>
                  <a:pt x="478713" y="543110"/>
                </a:lnTo>
                <a:lnTo>
                  <a:pt x="513791" y="513016"/>
                </a:lnTo>
                <a:lnTo>
                  <a:pt x="543885" y="477938"/>
                </a:lnTo>
                <a:lnTo>
                  <a:pt x="568374" y="438498"/>
                </a:lnTo>
                <a:lnTo>
                  <a:pt x="586636" y="395319"/>
                </a:lnTo>
                <a:lnTo>
                  <a:pt x="598050" y="349021"/>
                </a:lnTo>
                <a:lnTo>
                  <a:pt x="601992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87387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8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8" y="162121"/>
                </a:lnTo>
                <a:lnTo>
                  <a:pt x="58107" y="122785"/>
                </a:lnTo>
                <a:lnTo>
                  <a:pt x="88203" y="87820"/>
                </a:lnTo>
                <a:lnTo>
                  <a:pt x="123282" y="57838"/>
                </a:lnTo>
                <a:lnTo>
                  <a:pt x="162723" y="33453"/>
                </a:lnTo>
                <a:lnTo>
                  <a:pt x="205904" y="15276"/>
                </a:lnTo>
                <a:lnTo>
                  <a:pt x="252205" y="3921"/>
                </a:lnTo>
                <a:lnTo>
                  <a:pt x="301002" y="0"/>
                </a:lnTo>
                <a:lnTo>
                  <a:pt x="349796" y="3921"/>
                </a:lnTo>
                <a:lnTo>
                  <a:pt x="396094" y="15276"/>
                </a:lnTo>
                <a:lnTo>
                  <a:pt x="439273" y="33453"/>
                </a:lnTo>
                <a:lnTo>
                  <a:pt x="478713" y="57838"/>
                </a:lnTo>
                <a:lnTo>
                  <a:pt x="513791" y="87820"/>
                </a:lnTo>
                <a:lnTo>
                  <a:pt x="543885" y="122785"/>
                </a:lnTo>
                <a:lnTo>
                  <a:pt x="568374" y="162121"/>
                </a:lnTo>
                <a:lnTo>
                  <a:pt x="586636" y="205215"/>
                </a:lnTo>
                <a:lnTo>
                  <a:pt x="598050" y="251455"/>
                </a:lnTo>
                <a:lnTo>
                  <a:pt x="601992" y="300228"/>
                </a:lnTo>
                <a:lnTo>
                  <a:pt x="598050" y="349021"/>
                </a:lnTo>
                <a:lnTo>
                  <a:pt x="586636" y="395319"/>
                </a:lnTo>
                <a:lnTo>
                  <a:pt x="568374" y="438498"/>
                </a:lnTo>
                <a:lnTo>
                  <a:pt x="543885" y="477938"/>
                </a:lnTo>
                <a:lnTo>
                  <a:pt x="513791" y="513016"/>
                </a:lnTo>
                <a:lnTo>
                  <a:pt x="478713" y="543110"/>
                </a:lnTo>
                <a:lnTo>
                  <a:pt x="439273" y="567600"/>
                </a:lnTo>
                <a:lnTo>
                  <a:pt x="396094" y="585862"/>
                </a:lnTo>
                <a:lnTo>
                  <a:pt x="349796" y="597275"/>
                </a:lnTo>
                <a:lnTo>
                  <a:pt x="301002" y="601218"/>
                </a:lnTo>
                <a:lnTo>
                  <a:pt x="252205" y="597275"/>
                </a:lnTo>
                <a:lnTo>
                  <a:pt x="205904" y="585862"/>
                </a:lnTo>
                <a:lnTo>
                  <a:pt x="162723" y="567600"/>
                </a:lnTo>
                <a:lnTo>
                  <a:pt x="123282" y="543110"/>
                </a:lnTo>
                <a:lnTo>
                  <a:pt x="88203" y="513016"/>
                </a:lnTo>
                <a:lnTo>
                  <a:pt x="58107" y="477938"/>
                </a:lnTo>
                <a:lnTo>
                  <a:pt x="33618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060577" y="6205728"/>
            <a:ext cx="243840" cy="186690"/>
          </a:xfrm>
          <a:custGeom>
            <a:avLst/>
            <a:gdLst/>
            <a:ahLst/>
            <a:cxnLst/>
            <a:rect l="l" t="t" r="r" b="b"/>
            <a:pathLst>
              <a:path w="243840" h="186689">
                <a:moveTo>
                  <a:pt x="67043" y="182880"/>
                </a:moveTo>
                <a:lnTo>
                  <a:pt x="67043" y="0"/>
                </a:lnTo>
                <a:lnTo>
                  <a:pt x="52577" y="0"/>
                </a:lnTo>
                <a:lnTo>
                  <a:pt x="49266" y="6167"/>
                </a:lnTo>
                <a:lnTo>
                  <a:pt x="44945" y="12200"/>
                </a:lnTo>
                <a:lnTo>
                  <a:pt x="9296" y="41314"/>
                </a:lnTo>
                <a:lnTo>
                  <a:pt x="0" y="45720"/>
                </a:lnTo>
                <a:lnTo>
                  <a:pt x="0" y="67818"/>
                </a:lnTo>
                <a:lnTo>
                  <a:pt x="5399" y="65377"/>
                </a:lnTo>
                <a:lnTo>
                  <a:pt x="11233" y="62579"/>
                </a:lnTo>
                <a:lnTo>
                  <a:pt x="17352" y="59352"/>
                </a:lnTo>
                <a:lnTo>
                  <a:pt x="23609" y="55625"/>
                </a:lnTo>
                <a:lnTo>
                  <a:pt x="30055" y="52066"/>
                </a:lnTo>
                <a:lnTo>
                  <a:pt x="35710" y="48291"/>
                </a:lnTo>
                <a:lnTo>
                  <a:pt x="40648" y="44374"/>
                </a:lnTo>
                <a:lnTo>
                  <a:pt x="44945" y="40386"/>
                </a:lnTo>
                <a:lnTo>
                  <a:pt x="44945" y="182880"/>
                </a:lnTo>
                <a:lnTo>
                  <a:pt x="67043" y="182880"/>
                </a:lnTo>
                <a:close/>
              </a:path>
              <a:path w="243840" h="186689">
                <a:moveTo>
                  <a:pt x="220218" y="175016"/>
                </a:moveTo>
                <a:lnTo>
                  <a:pt x="220218" y="129539"/>
                </a:lnTo>
                <a:lnTo>
                  <a:pt x="219513" y="137576"/>
                </a:lnTo>
                <a:lnTo>
                  <a:pt x="217450" y="144684"/>
                </a:lnTo>
                <a:lnTo>
                  <a:pt x="184403" y="167520"/>
                </a:lnTo>
                <a:lnTo>
                  <a:pt x="173723" y="167639"/>
                </a:lnTo>
                <a:lnTo>
                  <a:pt x="166115" y="165354"/>
                </a:lnTo>
                <a:lnTo>
                  <a:pt x="147065" y="131825"/>
                </a:lnTo>
                <a:lnTo>
                  <a:pt x="124968" y="134874"/>
                </a:lnTo>
                <a:lnTo>
                  <a:pt x="142494" y="172212"/>
                </a:lnTo>
                <a:lnTo>
                  <a:pt x="182879" y="186689"/>
                </a:lnTo>
                <a:lnTo>
                  <a:pt x="195457" y="185570"/>
                </a:lnTo>
                <a:lnTo>
                  <a:pt x="206968" y="182308"/>
                </a:lnTo>
                <a:lnTo>
                  <a:pt x="217484" y="177045"/>
                </a:lnTo>
                <a:lnTo>
                  <a:pt x="220218" y="175016"/>
                </a:lnTo>
                <a:close/>
              </a:path>
              <a:path w="243840" h="186689">
                <a:moveTo>
                  <a:pt x="235445" y="55625"/>
                </a:moveTo>
                <a:lnTo>
                  <a:pt x="235445" y="39624"/>
                </a:lnTo>
                <a:lnTo>
                  <a:pt x="233159" y="31242"/>
                </a:lnTo>
                <a:lnTo>
                  <a:pt x="203118" y="3857"/>
                </a:lnTo>
                <a:lnTo>
                  <a:pt x="180594" y="121"/>
                </a:lnTo>
                <a:lnTo>
                  <a:pt x="171686" y="833"/>
                </a:lnTo>
                <a:lnTo>
                  <a:pt x="133535" y="27432"/>
                </a:lnTo>
                <a:lnTo>
                  <a:pt x="127253" y="47244"/>
                </a:lnTo>
                <a:lnTo>
                  <a:pt x="149351" y="51054"/>
                </a:lnTo>
                <a:lnTo>
                  <a:pt x="150921" y="43493"/>
                </a:lnTo>
                <a:lnTo>
                  <a:pt x="153346" y="36861"/>
                </a:lnTo>
                <a:lnTo>
                  <a:pt x="156627" y="31230"/>
                </a:lnTo>
                <a:lnTo>
                  <a:pt x="160769" y="26670"/>
                </a:lnTo>
                <a:lnTo>
                  <a:pt x="166115" y="21336"/>
                </a:lnTo>
                <a:lnTo>
                  <a:pt x="173723" y="18287"/>
                </a:lnTo>
                <a:lnTo>
                  <a:pt x="191249" y="18287"/>
                </a:lnTo>
                <a:lnTo>
                  <a:pt x="198120" y="21336"/>
                </a:lnTo>
                <a:lnTo>
                  <a:pt x="204215" y="26670"/>
                </a:lnTo>
                <a:lnTo>
                  <a:pt x="209550" y="32004"/>
                </a:lnTo>
                <a:lnTo>
                  <a:pt x="211823" y="38862"/>
                </a:lnTo>
                <a:lnTo>
                  <a:pt x="211823" y="83890"/>
                </a:lnTo>
                <a:lnTo>
                  <a:pt x="218694" y="80772"/>
                </a:lnTo>
                <a:lnTo>
                  <a:pt x="224789" y="75437"/>
                </a:lnTo>
                <a:lnTo>
                  <a:pt x="228600" y="69342"/>
                </a:lnTo>
                <a:lnTo>
                  <a:pt x="233159" y="62484"/>
                </a:lnTo>
                <a:lnTo>
                  <a:pt x="235445" y="55625"/>
                </a:lnTo>
                <a:close/>
              </a:path>
              <a:path w="243840" h="186689">
                <a:moveTo>
                  <a:pt x="211823" y="83890"/>
                </a:moveTo>
                <a:lnTo>
                  <a:pt x="211823" y="47244"/>
                </a:lnTo>
                <a:lnTo>
                  <a:pt x="211110" y="54244"/>
                </a:lnTo>
                <a:lnTo>
                  <a:pt x="208970" y="60388"/>
                </a:lnTo>
                <a:lnTo>
                  <a:pt x="175247" y="77724"/>
                </a:lnTo>
                <a:lnTo>
                  <a:pt x="172961" y="77724"/>
                </a:lnTo>
                <a:lnTo>
                  <a:pt x="171450" y="76962"/>
                </a:lnTo>
                <a:lnTo>
                  <a:pt x="169163" y="96774"/>
                </a:lnTo>
                <a:lnTo>
                  <a:pt x="175247" y="95250"/>
                </a:lnTo>
                <a:lnTo>
                  <a:pt x="180594" y="94487"/>
                </a:lnTo>
                <a:lnTo>
                  <a:pt x="184403" y="94487"/>
                </a:lnTo>
                <a:lnTo>
                  <a:pt x="191982" y="95071"/>
                </a:lnTo>
                <a:lnTo>
                  <a:pt x="198780" y="96869"/>
                </a:lnTo>
                <a:lnTo>
                  <a:pt x="204863" y="99952"/>
                </a:lnTo>
                <a:lnTo>
                  <a:pt x="210299" y="104394"/>
                </a:lnTo>
                <a:lnTo>
                  <a:pt x="210299" y="84582"/>
                </a:lnTo>
                <a:lnTo>
                  <a:pt x="211823" y="83890"/>
                </a:lnTo>
                <a:close/>
              </a:path>
              <a:path w="243840" h="186689">
                <a:moveTo>
                  <a:pt x="243839" y="129539"/>
                </a:moveTo>
                <a:lnTo>
                  <a:pt x="224591" y="90201"/>
                </a:lnTo>
                <a:lnTo>
                  <a:pt x="210299" y="84582"/>
                </a:lnTo>
                <a:lnTo>
                  <a:pt x="210299" y="104394"/>
                </a:lnTo>
                <a:lnTo>
                  <a:pt x="214747" y="109823"/>
                </a:lnTo>
                <a:lnTo>
                  <a:pt x="217835" y="115824"/>
                </a:lnTo>
                <a:lnTo>
                  <a:pt x="219634" y="122396"/>
                </a:lnTo>
                <a:lnTo>
                  <a:pt x="220218" y="129539"/>
                </a:lnTo>
                <a:lnTo>
                  <a:pt x="220218" y="175016"/>
                </a:lnTo>
                <a:lnTo>
                  <a:pt x="227075" y="169925"/>
                </a:lnTo>
                <a:lnTo>
                  <a:pt x="234512" y="161043"/>
                </a:lnTo>
                <a:lnTo>
                  <a:pt x="239739" y="151447"/>
                </a:lnTo>
                <a:lnTo>
                  <a:pt x="242826" y="140993"/>
                </a:lnTo>
                <a:lnTo>
                  <a:pt x="243839" y="129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77609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67" y="300228"/>
                </a:moveTo>
                <a:lnTo>
                  <a:pt x="598024" y="251455"/>
                </a:lnTo>
                <a:lnTo>
                  <a:pt x="586611" y="205215"/>
                </a:lnTo>
                <a:lnTo>
                  <a:pt x="568349" y="162121"/>
                </a:lnTo>
                <a:lnTo>
                  <a:pt x="543860" y="122785"/>
                </a:lnTo>
                <a:lnTo>
                  <a:pt x="513765" y="87820"/>
                </a:lnTo>
                <a:lnTo>
                  <a:pt x="478687" y="57838"/>
                </a:lnTo>
                <a:lnTo>
                  <a:pt x="439248" y="33453"/>
                </a:lnTo>
                <a:lnTo>
                  <a:pt x="396068" y="15276"/>
                </a:lnTo>
                <a:lnTo>
                  <a:pt x="349771" y="3921"/>
                </a:lnTo>
                <a:lnTo>
                  <a:pt x="300977" y="0"/>
                </a:lnTo>
                <a:lnTo>
                  <a:pt x="252186" y="3921"/>
                </a:lnTo>
                <a:lnTo>
                  <a:pt x="205891" y="15276"/>
                </a:lnTo>
                <a:lnTo>
                  <a:pt x="162714" y="33453"/>
                </a:lnTo>
                <a:lnTo>
                  <a:pt x="123276" y="57838"/>
                </a:lnTo>
                <a:lnTo>
                  <a:pt x="88199" y="87820"/>
                </a:lnTo>
                <a:lnTo>
                  <a:pt x="58106" y="122785"/>
                </a:lnTo>
                <a:lnTo>
                  <a:pt x="33617" y="162121"/>
                </a:lnTo>
                <a:lnTo>
                  <a:pt x="15355" y="205215"/>
                </a:lnTo>
                <a:lnTo>
                  <a:pt x="3942" y="251455"/>
                </a:lnTo>
                <a:lnTo>
                  <a:pt x="0" y="300228"/>
                </a:lnTo>
                <a:lnTo>
                  <a:pt x="3942" y="349021"/>
                </a:lnTo>
                <a:lnTo>
                  <a:pt x="15355" y="395319"/>
                </a:lnTo>
                <a:lnTo>
                  <a:pt x="33617" y="438498"/>
                </a:lnTo>
                <a:lnTo>
                  <a:pt x="58106" y="477938"/>
                </a:lnTo>
                <a:lnTo>
                  <a:pt x="88199" y="513016"/>
                </a:lnTo>
                <a:lnTo>
                  <a:pt x="123276" y="543110"/>
                </a:lnTo>
                <a:lnTo>
                  <a:pt x="162714" y="567600"/>
                </a:lnTo>
                <a:lnTo>
                  <a:pt x="205891" y="585862"/>
                </a:lnTo>
                <a:lnTo>
                  <a:pt x="252186" y="597275"/>
                </a:lnTo>
                <a:lnTo>
                  <a:pt x="300977" y="601218"/>
                </a:lnTo>
                <a:lnTo>
                  <a:pt x="349771" y="597275"/>
                </a:lnTo>
                <a:lnTo>
                  <a:pt x="396068" y="585862"/>
                </a:lnTo>
                <a:lnTo>
                  <a:pt x="439248" y="567600"/>
                </a:lnTo>
                <a:lnTo>
                  <a:pt x="478687" y="543110"/>
                </a:lnTo>
                <a:lnTo>
                  <a:pt x="513765" y="513016"/>
                </a:lnTo>
                <a:lnTo>
                  <a:pt x="543860" y="477938"/>
                </a:lnTo>
                <a:lnTo>
                  <a:pt x="568349" y="438498"/>
                </a:lnTo>
                <a:lnTo>
                  <a:pt x="586611" y="395319"/>
                </a:lnTo>
                <a:lnTo>
                  <a:pt x="598024" y="349021"/>
                </a:lnTo>
                <a:lnTo>
                  <a:pt x="601967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77609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8"/>
                </a:moveTo>
                <a:lnTo>
                  <a:pt x="3942" y="251455"/>
                </a:lnTo>
                <a:lnTo>
                  <a:pt x="15355" y="205215"/>
                </a:lnTo>
                <a:lnTo>
                  <a:pt x="33617" y="162121"/>
                </a:lnTo>
                <a:lnTo>
                  <a:pt x="58106" y="122785"/>
                </a:lnTo>
                <a:lnTo>
                  <a:pt x="88199" y="87820"/>
                </a:lnTo>
                <a:lnTo>
                  <a:pt x="123276" y="57838"/>
                </a:lnTo>
                <a:lnTo>
                  <a:pt x="162714" y="33453"/>
                </a:lnTo>
                <a:lnTo>
                  <a:pt x="205891" y="15276"/>
                </a:lnTo>
                <a:lnTo>
                  <a:pt x="252186" y="3921"/>
                </a:lnTo>
                <a:lnTo>
                  <a:pt x="300977" y="0"/>
                </a:lnTo>
                <a:lnTo>
                  <a:pt x="349771" y="3921"/>
                </a:lnTo>
                <a:lnTo>
                  <a:pt x="396068" y="15276"/>
                </a:lnTo>
                <a:lnTo>
                  <a:pt x="439248" y="33453"/>
                </a:lnTo>
                <a:lnTo>
                  <a:pt x="478687" y="57838"/>
                </a:lnTo>
                <a:lnTo>
                  <a:pt x="513765" y="87820"/>
                </a:lnTo>
                <a:lnTo>
                  <a:pt x="543860" y="122785"/>
                </a:lnTo>
                <a:lnTo>
                  <a:pt x="568349" y="162121"/>
                </a:lnTo>
                <a:lnTo>
                  <a:pt x="586611" y="205215"/>
                </a:lnTo>
                <a:lnTo>
                  <a:pt x="598024" y="251455"/>
                </a:lnTo>
                <a:lnTo>
                  <a:pt x="601967" y="300228"/>
                </a:lnTo>
                <a:lnTo>
                  <a:pt x="598024" y="349021"/>
                </a:lnTo>
                <a:lnTo>
                  <a:pt x="586611" y="395319"/>
                </a:lnTo>
                <a:lnTo>
                  <a:pt x="568349" y="438498"/>
                </a:lnTo>
                <a:lnTo>
                  <a:pt x="543860" y="477938"/>
                </a:lnTo>
                <a:lnTo>
                  <a:pt x="513765" y="513016"/>
                </a:lnTo>
                <a:lnTo>
                  <a:pt x="478687" y="543110"/>
                </a:lnTo>
                <a:lnTo>
                  <a:pt x="439248" y="567600"/>
                </a:lnTo>
                <a:lnTo>
                  <a:pt x="396068" y="585862"/>
                </a:lnTo>
                <a:lnTo>
                  <a:pt x="349771" y="597275"/>
                </a:lnTo>
                <a:lnTo>
                  <a:pt x="300977" y="601218"/>
                </a:lnTo>
                <a:lnTo>
                  <a:pt x="252186" y="597275"/>
                </a:lnTo>
                <a:lnTo>
                  <a:pt x="205891" y="585862"/>
                </a:lnTo>
                <a:lnTo>
                  <a:pt x="162714" y="567600"/>
                </a:lnTo>
                <a:lnTo>
                  <a:pt x="123276" y="543110"/>
                </a:lnTo>
                <a:lnTo>
                  <a:pt x="88199" y="513016"/>
                </a:lnTo>
                <a:lnTo>
                  <a:pt x="58106" y="477938"/>
                </a:lnTo>
                <a:lnTo>
                  <a:pt x="33617" y="438498"/>
                </a:lnTo>
                <a:lnTo>
                  <a:pt x="15355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942974" y="6205728"/>
            <a:ext cx="264160" cy="186055"/>
          </a:xfrm>
          <a:custGeom>
            <a:avLst/>
            <a:gdLst/>
            <a:ahLst/>
            <a:cxnLst/>
            <a:rect l="l" t="t" r="r" b="b"/>
            <a:pathLst>
              <a:path w="264159" h="186054">
                <a:moveTo>
                  <a:pt x="97523" y="98489"/>
                </a:moveTo>
                <a:lnTo>
                  <a:pt x="97523" y="50292"/>
                </a:lnTo>
                <a:lnTo>
                  <a:pt x="96928" y="56709"/>
                </a:lnTo>
                <a:lnTo>
                  <a:pt x="95048" y="63341"/>
                </a:lnTo>
                <a:lnTo>
                  <a:pt x="71908" y="94107"/>
                </a:lnTo>
                <a:lnTo>
                  <a:pt x="38094" y="123539"/>
                </a:lnTo>
                <a:lnTo>
                  <a:pt x="30092" y="130683"/>
                </a:lnTo>
                <a:lnTo>
                  <a:pt x="5631" y="161472"/>
                </a:lnTo>
                <a:lnTo>
                  <a:pt x="3048" y="167639"/>
                </a:lnTo>
                <a:lnTo>
                  <a:pt x="749" y="172974"/>
                </a:lnTo>
                <a:lnTo>
                  <a:pt x="0" y="177546"/>
                </a:lnTo>
                <a:lnTo>
                  <a:pt x="0" y="182880"/>
                </a:lnTo>
                <a:lnTo>
                  <a:pt x="31241" y="182880"/>
                </a:lnTo>
                <a:lnTo>
                  <a:pt x="31241" y="161544"/>
                </a:lnTo>
                <a:lnTo>
                  <a:pt x="33515" y="157734"/>
                </a:lnTo>
                <a:lnTo>
                  <a:pt x="37325" y="153924"/>
                </a:lnTo>
                <a:lnTo>
                  <a:pt x="41148" y="149351"/>
                </a:lnTo>
                <a:lnTo>
                  <a:pt x="44872" y="145780"/>
                </a:lnTo>
                <a:lnTo>
                  <a:pt x="50382" y="140779"/>
                </a:lnTo>
                <a:lnTo>
                  <a:pt x="57751" y="134350"/>
                </a:lnTo>
                <a:lnTo>
                  <a:pt x="67055" y="126492"/>
                </a:lnTo>
                <a:lnTo>
                  <a:pt x="78198" y="116776"/>
                </a:lnTo>
                <a:lnTo>
                  <a:pt x="87625" y="108203"/>
                </a:lnTo>
                <a:lnTo>
                  <a:pt x="95339" y="100774"/>
                </a:lnTo>
                <a:lnTo>
                  <a:pt x="97523" y="98489"/>
                </a:lnTo>
                <a:close/>
              </a:path>
              <a:path w="264159" h="186054">
                <a:moveTo>
                  <a:pt x="120395" y="57912"/>
                </a:moveTo>
                <a:lnTo>
                  <a:pt x="120395" y="51054"/>
                </a:lnTo>
                <a:lnTo>
                  <a:pt x="119514" y="40624"/>
                </a:lnTo>
                <a:lnTo>
                  <a:pt x="97012" y="8358"/>
                </a:lnTo>
                <a:lnTo>
                  <a:pt x="64007" y="0"/>
                </a:lnTo>
                <a:lnTo>
                  <a:pt x="51564" y="857"/>
                </a:lnTo>
                <a:lnTo>
                  <a:pt x="15394" y="21288"/>
                </a:lnTo>
                <a:lnTo>
                  <a:pt x="4572" y="52577"/>
                </a:lnTo>
                <a:lnTo>
                  <a:pt x="27431" y="54863"/>
                </a:lnTo>
                <a:lnTo>
                  <a:pt x="28122" y="46839"/>
                </a:lnTo>
                <a:lnTo>
                  <a:pt x="30097" y="39814"/>
                </a:lnTo>
                <a:lnTo>
                  <a:pt x="63245" y="19050"/>
                </a:lnTo>
                <a:lnTo>
                  <a:pt x="70384" y="19621"/>
                </a:lnTo>
                <a:lnTo>
                  <a:pt x="97523" y="41148"/>
                </a:lnTo>
                <a:lnTo>
                  <a:pt x="97523" y="98489"/>
                </a:lnTo>
                <a:lnTo>
                  <a:pt x="101345" y="94487"/>
                </a:lnTo>
                <a:lnTo>
                  <a:pt x="118872" y="65532"/>
                </a:lnTo>
                <a:lnTo>
                  <a:pt x="120395" y="57912"/>
                </a:lnTo>
                <a:close/>
              </a:path>
              <a:path w="264159" h="186054">
                <a:moveTo>
                  <a:pt x="121157" y="182880"/>
                </a:moveTo>
                <a:lnTo>
                  <a:pt x="121157" y="161544"/>
                </a:lnTo>
                <a:lnTo>
                  <a:pt x="31241" y="161544"/>
                </a:lnTo>
                <a:lnTo>
                  <a:pt x="31241" y="182880"/>
                </a:lnTo>
                <a:lnTo>
                  <a:pt x="121157" y="182880"/>
                </a:lnTo>
                <a:close/>
              </a:path>
              <a:path w="264159" h="186054">
                <a:moveTo>
                  <a:pt x="263639" y="92963"/>
                </a:moveTo>
                <a:lnTo>
                  <a:pt x="259841" y="50292"/>
                </a:lnTo>
                <a:lnTo>
                  <a:pt x="237743" y="9906"/>
                </a:lnTo>
                <a:lnTo>
                  <a:pt x="204203" y="0"/>
                </a:lnTo>
                <a:lnTo>
                  <a:pt x="194799" y="702"/>
                </a:lnTo>
                <a:lnTo>
                  <a:pt x="159823" y="23907"/>
                </a:lnTo>
                <a:lnTo>
                  <a:pt x="146488" y="63912"/>
                </a:lnTo>
                <a:lnTo>
                  <a:pt x="144779" y="92963"/>
                </a:lnTo>
                <a:lnTo>
                  <a:pt x="145921" y="116955"/>
                </a:lnTo>
                <a:lnTo>
                  <a:pt x="149347" y="137445"/>
                </a:lnTo>
                <a:lnTo>
                  <a:pt x="155061" y="154364"/>
                </a:lnTo>
                <a:lnTo>
                  <a:pt x="163067" y="167639"/>
                </a:lnTo>
                <a:lnTo>
                  <a:pt x="167627" y="172120"/>
                </a:lnTo>
                <a:lnTo>
                  <a:pt x="167627" y="92963"/>
                </a:lnTo>
                <a:lnTo>
                  <a:pt x="168343" y="72401"/>
                </a:lnTo>
                <a:lnTo>
                  <a:pt x="179069" y="32004"/>
                </a:lnTo>
                <a:lnTo>
                  <a:pt x="204203" y="19050"/>
                </a:lnTo>
                <a:lnTo>
                  <a:pt x="211793" y="19919"/>
                </a:lnTo>
                <a:lnTo>
                  <a:pt x="238029" y="55816"/>
                </a:lnTo>
                <a:lnTo>
                  <a:pt x="240791" y="92963"/>
                </a:lnTo>
                <a:lnTo>
                  <a:pt x="240791" y="172342"/>
                </a:lnTo>
                <a:lnTo>
                  <a:pt x="243727" y="169533"/>
                </a:lnTo>
                <a:lnTo>
                  <a:pt x="260108" y="134219"/>
                </a:lnTo>
                <a:lnTo>
                  <a:pt x="263222" y="108239"/>
                </a:lnTo>
                <a:lnTo>
                  <a:pt x="263639" y="92963"/>
                </a:lnTo>
                <a:close/>
              </a:path>
              <a:path w="264159" h="186054">
                <a:moveTo>
                  <a:pt x="240791" y="172342"/>
                </a:moveTo>
                <a:lnTo>
                  <a:pt x="240791" y="92963"/>
                </a:lnTo>
                <a:lnTo>
                  <a:pt x="240089" y="113835"/>
                </a:lnTo>
                <a:lnTo>
                  <a:pt x="238029" y="130778"/>
                </a:lnTo>
                <a:lnTo>
                  <a:pt x="218592" y="164115"/>
                </a:lnTo>
                <a:lnTo>
                  <a:pt x="204203" y="167639"/>
                </a:lnTo>
                <a:lnTo>
                  <a:pt x="196940" y="166770"/>
                </a:lnTo>
                <a:lnTo>
                  <a:pt x="170395" y="130778"/>
                </a:lnTo>
                <a:lnTo>
                  <a:pt x="167627" y="92963"/>
                </a:lnTo>
                <a:lnTo>
                  <a:pt x="167627" y="172120"/>
                </a:lnTo>
                <a:lnTo>
                  <a:pt x="171209" y="175641"/>
                </a:lnTo>
                <a:lnTo>
                  <a:pt x="180778" y="181356"/>
                </a:lnTo>
                <a:lnTo>
                  <a:pt x="191775" y="184785"/>
                </a:lnTo>
                <a:lnTo>
                  <a:pt x="204203" y="185927"/>
                </a:lnTo>
                <a:lnTo>
                  <a:pt x="213949" y="185332"/>
                </a:lnTo>
                <a:lnTo>
                  <a:pt x="222692" y="183451"/>
                </a:lnTo>
                <a:lnTo>
                  <a:pt x="230576" y="180141"/>
                </a:lnTo>
                <a:lnTo>
                  <a:pt x="237743" y="175260"/>
                </a:lnTo>
                <a:lnTo>
                  <a:pt x="240791" y="172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67906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601980" y="300228"/>
                </a:moveTo>
                <a:lnTo>
                  <a:pt x="598037" y="251455"/>
                </a:lnTo>
                <a:lnTo>
                  <a:pt x="586624" y="205215"/>
                </a:lnTo>
                <a:lnTo>
                  <a:pt x="568362" y="162121"/>
                </a:lnTo>
                <a:lnTo>
                  <a:pt x="543872" y="122785"/>
                </a:lnTo>
                <a:lnTo>
                  <a:pt x="513778" y="87820"/>
                </a:lnTo>
                <a:lnTo>
                  <a:pt x="478700" y="57838"/>
                </a:lnTo>
                <a:lnTo>
                  <a:pt x="439260" y="33453"/>
                </a:lnTo>
                <a:lnTo>
                  <a:pt x="396081" y="15276"/>
                </a:lnTo>
                <a:lnTo>
                  <a:pt x="349783" y="3921"/>
                </a:lnTo>
                <a:lnTo>
                  <a:pt x="300990" y="0"/>
                </a:lnTo>
                <a:lnTo>
                  <a:pt x="252193" y="3921"/>
                </a:lnTo>
                <a:lnTo>
                  <a:pt x="205893" y="15276"/>
                </a:lnTo>
                <a:lnTo>
                  <a:pt x="162713" y="33453"/>
                </a:lnTo>
                <a:lnTo>
                  <a:pt x="123273" y="57838"/>
                </a:lnTo>
                <a:lnTo>
                  <a:pt x="88196" y="87820"/>
                </a:lnTo>
                <a:lnTo>
                  <a:pt x="58103" y="122785"/>
                </a:lnTo>
                <a:lnTo>
                  <a:pt x="33615" y="162121"/>
                </a:lnTo>
                <a:lnTo>
                  <a:pt x="15354" y="205215"/>
                </a:lnTo>
                <a:lnTo>
                  <a:pt x="3942" y="251455"/>
                </a:lnTo>
                <a:lnTo>
                  <a:pt x="0" y="300228"/>
                </a:lnTo>
                <a:lnTo>
                  <a:pt x="3942" y="349021"/>
                </a:lnTo>
                <a:lnTo>
                  <a:pt x="15354" y="395319"/>
                </a:lnTo>
                <a:lnTo>
                  <a:pt x="33615" y="438498"/>
                </a:lnTo>
                <a:lnTo>
                  <a:pt x="58103" y="477938"/>
                </a:lnTo>
                <a:lnTo>
                  <a:pt x="88196" y="513016"/>
                </a:lnTo>
                <a:lnTo>
                  <a:pt x="123273" y="543110"/>
                </a:lnTo>
                <a:lnTo>
                  <a:pt x="162713" y="567600"/>
                </a:lnTo>
                <a:lnTo>
                  <a:pt x="205893" y="585862"/>
                </a:lnTo>
                <a:lnTo>
                  <a:pt x="252193" y="597275"/>
                </a:lnTo>
                <a:lnTo>
                  <a:pt x="300990" y="601218"/>
                </a:lnTo>
                <a:lnTo>
                  <a:pt x="349783" y="597275"/>
                </a:lnTo>
                <a:lnTo>
                  <a:pt x="396081" y="585862"/>
                </a:lnTo>
                <a:lnTo>
                  <a:pt x="439260" y="567600"/>
                </a:lnTo>
                <a:lnTo>
                  <a:pt x="478700" y="543110"/>
                </a:lnTo>
                <a:lnTo>
                  <a:pt x="513778" y="513016"/>
                </a:lnTo>
                <a:lnTo>
                  <a:pt x="543872" y="477938"/>
                </a:lnTo>
                <a:lnTo>
                  <a:pt x="568362" y="438498"/>
                </a:lnTo>
                <a:lnTo>
                  <a:pt x="586624" y="395319"/>
                </a:lnTo>
                <a:lnTo>
                  <a:pt x="598037" y="349021"/>
                </a:lnTo>
                <a:lnTo>
                  <a:pt x="601980" y="30022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679065" y="6012179"/>
            <a:ext cx="601980" cy="601345"/>
          </a:xfrm>
          <a:custGeom>
            <a:avLst/>
            <a:gdLst/>
            <a:ahLst/>
            <a:cxnLst/>
            <a:rect l="l" t="t" r="r" b="b"/>
            <a:pathLst>
              <a:path w="601979" h="601345">
                <a:moveTo>
                  <a:pt x="0" y="300228"/>
                </a:moveTo>
                <a:lnTo>
                  <a:pt x="3942" y="251455"/>
                </a:lnTo>
                <a:lnTo>
                  <a:pt x="15354" y="205215"/>
                </a:lnTo>
                <a:lnTo>
                  <a:pt x="33615" y="162121"/>
                </a:lnTo>
                <a:lnTo>
                  <a:pt x="58103" y="122785"/>
                </a:lnTo>
                <a:lnTo>
                  <a:pt x="88196" y="87820"/>
                </a:lnTo>
                <a:lnTo>
                  <a:pt x="123273" y="57838"/>
                </a:lnTo>
                <a:lnTo>
                  <a:pt x="162713" y="33453"/>
                </a:lnTo>
                <a:lnTo>
                  <a:pt x="205893" y="15276"/>
                </a:lnTo>
                <a:lnTo>
                  <a:pt x="252193" y="3921"/>
                </a:lnTo>
                <a:lnTo>
                  <a:pt x="300990" y="0"/>
                </a:lnTo>
                <a:lnTo>
                  <a:pt x="349783" y="3921"/>
                </a:lnTo>
                <a:lnTo>
                  <a:pt x="396081" y="15276"/>
                </a:lnTo>
                <a:lnTo>
                  <a:pt x="439260" y="33453"/>
                </a:lnTo>
                <a:lnTo>
                  <a:pt x="478700" y="57838"/>
                </a:lnTo>
                <a:lnTo>
                  <a:pt x="513778" y="87820"/>
                </a:lnTo>
                <a:lnTo>
                  <a:pt x="543872" y="122785"/>
                </a:lnTo>
                <a:lnTo>
                  <a:pt x="568362" y="162121"/>
                </a:lnTo>
                <a:lnTo>
                  <a:pt x="586624" y="205215"/>
                </a:lnTo>
                <a:lnTo>
                  <a:pt x="598037" y="251455"/>
                </a:lnTo>
                <a:lnTo>
                  <a:pt x="601980" y="300228"/>
                </a:lnTo>
                <a:lnTo>
                  <a:pt x="598037" y="349021"/>
                </a:lnTo>
                <a:lnTo>
                  <a:pt x="586624" y="395319"/>
                </a:lnTo>
                <a:lnTo>
                  <a:pt x="568362" y="438498"/>
                </a:lnTo>
                <a:lnTo>
                  <a:pt x="543872" y="477938"/>
                </a:lnTo>
                <a:lnTo>
                  <a:pt x="513778" y="513016"/>
                </a:lnTo>
                <a:lnTo>
                  <a:pt x="478700" y="543110"/>
                </a:lnTo>
                <a:lnTo>
                  <a:pt x="439260" y="567600"/>
                </a:lnTo>
                <a:lnTo>
                  <a:pt x="396081" y="585862"/>
                </a:lnTo>
                <a:lnTo>
                  <a:pt x="349783" y="597275"/>
                </a:lnTo>
                <a:lnTo>
                  <a:pt x="300990" y="601218"/>
                </a:lnTo>
                <a:lnTo>
                  <a:pt x="252193" y="597275"/>
                </a:lnTo>
                <a:lnTo>
                  <a:pt x="205893" y="585862"/>
                </a:lnTo>
                <a:lnTo>
                  <a:pt x="162713" y="567600"/>
                </a:lnTo>
                <a:lnTo>
                  <a:pt x="123273" y="543110"/>
                </a:lnTo>
                <a:lnTo>
                  <a:pt x="88196" y="513016"/>
                </a:lnTo>
                <a:lnTo>
                  <a:pt x="58103" y="477938"/>
                </a:lnTo>
                <a:lnTo>
                  <a:pt x="33615" y="438498"/>
                </a:lnTo>
                <a:lnTo>
                  <a:pt x="15354" y="395319"/>
                </a:lnTo>
                <a:lnTo>
                  <a:pt x="3942" y="349021"/>
                </a:lnTo>
                <a:lnTo>
                  <a:pt x="0" y="300228"/>
                </a:lnTo>
                <a:close/>
              </a:path>
            </a:pathLst>
          </a:custGeom>
          <a:ln w="5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848991" y="6205728"/>
            <a:ext cx="226060" cy="186690"/>
          </a:xfrm>
          <a:custGeom>
            <a:avLst/>
            <a:gdLst/>
            <a:ahLst/>
            <a:cxnLst/>
            <a:rect l="l" t="t" r="r" b="b"/>
            <a:pathLst>
              <a:path w="226059" h="186689">
                <a:moveTo>
                  <a:pt x="95250" y="175197"/>
                </a:moveTo>
                <a:lnTo>
                  <a:pt x="95250" y="129539"/>
                </a:lnTo>
                <a:lnTo>
                  <a:pt x="94654" y="137576"/>
                </a:lnTo>
                <a:lnTo>
                  <a:pt x="92773" y="144684"/>
                </a:lnTo>
                <a:lnTo>
                  <a:pt x="57912" y="167639"/>
                </a:lnTo>
                <a:lnTo>
                  <a:pt x="48755" y="167639"/>
                </a:lnTo>
                <a:lnTo>
                  <a:pt x="22085" y="131825"/>
                </a:lnTo>
                <a:lnTo>
                  <a:pt x="0" y="134874"/>
                </a:lnTo>
                <a:lnTo>
                  <a:pt x="18288" y="172212"/>
                </a:lnTo>
                <a:lnTo>
                  <a:pt x="57912" y="186689"/>
                </a:lnTo>
                <a:lnTo>
                  <a:pt x="70604" y="185570"/>
                </a:lnTo>
                <a:lnTo>
                  <a:pt x="82296" y="182308"/>
                </a:lnTo>
                <a:lnTo>
                  <a:pt x="92773" y="177081"/>
                </a:lnTo>
                <a:lnTo>
                  <a:pt x="92909" y="176996"/>
                </a:lnTo>
                <a:lnTo>
                  <a:pt x="95250" y="175197"/>
                </a:lnTo>
                <a:close/>
              </a:path>
              <a:path w="226059" h="186689">
                <a:moveTo>
                  <a:pt x="110490" y="55625"/>
                </a:moveTo>
                <a:lnTo>
                  <a:pt x="110490" y="39624"/>
                </a:lnTo>
                <a:lnTo>
                  <a:pt x="108204" y="31242"/>
                </a:lnTo>
                <a:lnTo>
                  <a:pt x="78152" y="3857"/>
                </a:lnTo>
                <a:lnTo>
                  <a:pt x="55625" y="121"/>
                </a:lnTo>
                <a:lnTo>
                  <a:pt x="46714" y="833"/>
                </a:lnTo>
                <a:lnTo>
                  <a:pt x="8853" y="27432"/>
                </a:lnTo>
                <a:lnTo>
                  <a:pt x="2286" y="47244"/>
                </a:lnTo>
                <a:lnTo>
                  <a:pt x="24384" y="51054"/>
                </a:lnTo>
                <a:lnTo>
                  <a:pt x="25953" y="43493"/>
                </a:lnTo>
                <a:lnTo>
                  <a:pt x="28379" y="36861"/>
                </a:lnTo>
                <a:lnTo>
                  <a:pt x="31665" y="31230"/>
                </a:lnTo>
                <a:lnTo>
                  <a:pt x="35814" y="26670"/>
                </a:lnTo>
                <a:lnTo>
                  <a:pt x="41897" y="21336"/>
                </a:lnTo>
                <a:lnTo>
                  <a:pt x="48755" y="18287"/>
                </a:lnTo>
                <a:lnTo>
                  <a:pt x="66281" y="18287"/>
                </a:lnTo>
                <a:lnTo>
                  <a:pt x="73151" y="21336"/>
                </a:lnTo>
                <a:lnTo>
                  <a:pt x="79235" y="26670"/>
                </a:lnTo>
                <a:lnTo>
                  <a:pt x="84582" y="32004"/>
                </a:lnTo>
                <a:lnTo>
                  <a:pt x="87630" y="38862"/>
                </a:lnTo>
                <a:lnTo>
                  <a:pt x="87630" y="83538"/>
                </a:lnTo>
                <a:lnTo>
                  <a:pt x="93725" y="80772"/>
                </a:lnTo>
                <a:lnTo>
                  <a:pt x="99809" y="75437"/>
                </a:lnTo>
                <a:lnTo>
                  <a:pt x="104381" y="69342"/>
                </a:lnTo>
                <a:lnTo>
                  <a:pt x="108204" y="62484"/>
                </a:lnTo>
                <a:lnTo>
                  <a:pt x="110490" y="55625"/>
                </a:lnTo>
                <a:close/>
              </a:path>
              <a:path w="226059" h="186689">
                <a:moveTo>
                  <a:pt x="87630" y="83538"/>
                </a:moveTo>
                <a:lnTo>
                  <a:pt x="87630" y="47244"/>
                </a:lnTo>
                <a:lnTo>
                  <a:pt x="86913" y="54244"/>
                </a:lnTo>
                <a:lnTo>
                  <a:pt x="84767" y="60388"/>
                </a:lnTo>
                <a:lnTo>
                  <a:pt x="50279" y="77724"/>
                </a:lnTo>
                <a:lnTo>
                  <a:pt x="48006" y="77724"/>
                </a:lnTo>
                <a:lnTo>
                  <a:pt x="46482" y="76962"/>
                </a:lnTo>
                <a:lnTo>
                  <a:pt x="44183" y="96774"/>
                </a:lnTo>
                <a:lnTo>
                  <a:pt x="50279" y="95250"/>
                </a:lnTo>
                <a:lnTo>
                  <a:pt x="55625" y="94487"/>
                </a:lnTo>
                <a:lnTo>
                  <a:pt x="60185" y="94487"/>
                </a:lnTo>
                <a:lnTo>
                  <a:pt x="67336" y="95071"/>
                </a:lnTo>
                <a:lnTo>
                  <a:pt x="73910" y="96869"/>
                </a:lnTo>
                <a:lnTo>
                  <a:pt x="79909" y="99952"/>
                </a:lnTo>
                <a:lnTo>
                  <a:pt x="85331" y="104394"/>
                </a:lnTo>
                <a:lnTo>
                  <a:pt x="85331" y="84582"/>
                </a:lnTo>
                <a:lnTo>
                  <a:pt x="87630" y="83538"/>
                </a:lnTo>
                <a:close/>
              </a:path>
              <a:path w="226059" h="186689">
                <a:moveTo>
                  <a:pt x="119634" y="129539"/>
                </a:moveTo>
                <a:lnTo>
                  <a:pt x="99625" y="90201"/>
                </a:lnTo>
                <a:lnTo>
                  <a:pt x="85331" y="84582"/>
                </a:lnTo>
                <a:lnTo>
                  <a:pt x="85331" y="104394"/>
                </a:lnTo>
                <a:lnTo>
                  <a:pt x="89779" y="109823"/>
                </a:lnTo>
                <a:lnTo>
                  <a:pt x="92867" y="115824"/>
                </a:lnTo>
                <a:lnTo>
                  <a:pt x="94666" y="122396"/>
                </a:lnTo>
                <a:lnTo>
                  <a:pt x="95250" y="129539"/>
                </a:lnTo>
                <a:lnTo>
                  <a:pt x="95250" y="175197"/>
                </a:lnTo>
                <a:lnTo>
                  <a:pt x="102108" y="169925"/>
                </a:lnTo>
                <a:lnTo>
                  <a:pt x="109668" y="161043"/>
                </a:lnTo>
                <a:lnTo>
                  <a:pt x="115157" y="151447"/>
                </a:lnTo>
                <a:lnTo>
                  <a:pt x="118502" y="140993"/>
                </a:lnTo>
                <a:lnTo>
                  <a:pt x="119634" y="129539"/>
                </a:lnTo>
                <a:close/>
              </a:path>
              <a:path w="226059" h="186689">
                <a:moveTo>
                  <a:pt x="225551" y="182880"/>
                </a:moveTo>
                <a:lnTo>
                  <a:pt x="225551" y="0"/>
                </a:lnTo>
                <a:lnTo>
                  <a:pt x="211074" y="0"/>
                </a:lnTo>
                <a:lnTo>
                  <a:pt x="207762" y="6167"/>
                </a:lnTo>
                <a:lnTo>
                  <a:pt x="203449" y="12191"/>
                </a:lnTo>
                <a:lnTo>
                  <a:pt x="167787" y="41314"/>
                </a:lnTo>
                <a:lnTo>
                  <a:pt x="158483" y="45720"/>
                </a:lnTo>
                <a:lnTo>
                  <a:pt x="158483" y="67818"/>
                </a:lnTo>
                <a:lnTo>
                  <a:pt x="163895" y="65377"/>
                </a:lnTo>
                <a:lnTo>
                  <a:pt x="169732" y="62579"/>
                </a:lnTo>
                <a:lnTo>
                  <a:pt x="175849" y="59352"/>
                </a:lnTo>
                <a:lnTo>
                  <a:pt x="182105" y="55625"/>
                </a:lnTo>
                <a:lnTo>
                  <a:pt x="188552" y="52066"/>
                </a:lnTo>
                <a:lnTo>
                  <a:pt x="194208" y="48291"/>
                </a:lnTo>
                <a:lnTo>
                  <a:pt x="199150" y="44374"/>
                </a:lnTo>
                <a:lnTo>
                  <a:pt x="203454" y="40386"/>
                </a:lnTo>
                <a:lnTo>
                  <a:pt x="203454" y="182880"/>
                </a:lnTo>
                <a:lnTo>
                  <a:pt x="225551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857641" y="6203441"/>
            <a:ext cx="593090" cy="188595"/>
          </a:xfrm>
          <a:custGeom>
            <a:avLst/>
            <a:gdLst/>
            <a:ahLst/>
            <a:cxnLst/>
            <a:rect l="l" t="t" r="r" b="b"/>
            <a:pathLst>
              <a:path w="593089" h="188595">
                <a:moveTo>
                  <a:pt x="165354" y="54102"/>
                </a:moveTo>
                <a:lnTo>
                  <a:pt x="146637" y="18966"/>
                </a:lnTo>
                <a:lnTo>
                  <a:pt x="109728" y="1714"/>
                </a:lnTo>
                <a:lnTo>
                  <a:pt x="90678" y="0"/>
                </a:lnTo>
                <a:lnTo>
                  <a:pt x="77819" y="714"/>
                </a:lnTo>
                <a:lnTo>
                  <a:pt x="32956" y="17859"/>
                </a:lnTo>
                <a:lnTo>
                  <a:pt x="5786" y="57423"/>
                </a:lnTo>
                <a:lnTo>
                  <a:pt x="0" y="95250"/>
                </a:lnTo>
                <a:lnTo>
                  <a:pt x="595" y="108227"/>
                </a:lnTo>
                <a:lnTo>
                  <a:pt x="17085" y="154174"/>
                </a:lnTo>
                <a:lnTo>
                  <a:pt x="24384" y="162433"/>
                </a:lnTo>
                <a:lnTo>
                  <a:pt x="24384" y="93725"/>
                </a:lnTo>
                <a:lnTo>
                  <a:pt x="24812" y="84153"/>
                </a:lnTo>
                <a:lnTo>
                  <a:pt x="38100" y="44196"/>
                </a:lnTo>
                <a:lnTo>
                  <a:pt x="62484" y="25908"/>
                </a:lnTo>
                <a:lnTo>
                  <a:pt x="68937" y="23467"/>
                </a:lnTo>
                <a:lnTo>
                  <a:pt x="75819" y="21812"/>
                </a:lnTo>
                <a:lnTo>
                  <a:pt x="83272" y="20871"/>
                </a:lnTo>
                <a:lnTo>
                  <a:pt x="90678" y="20601"/>
                </a:lnTo>
                <a:lnTo>
                  <a:pt x="92964" y="20638"/>
                </a:lnTo>
                <a:lnTo>
                  <a:pt x="129540" y="32766"/>
                </a:lnTo>
                <a:lnTo>
                  <a:pt x="133350" y="38100"/>
                </a:lnTo>
                <a:lnTo>
                  <a:pt x="137922" y="43434"/>
                </a:lnTo>
                <a:lnTo>
                  <a:pt x="140970" y="51054"/>
                </a:lnTo>
                <a:lnTo>
                  <a:pt x="144018" y="60198"/>
                </a:lnTo>
                <a:lnTo>
                  <a:pt x="165354" y="54102"/>
                </a:lnTo>
                <a:close/>
              </a:path>
              <a:path w="593089" h="188595">
                <a:moveTo>
                  <a:pt x="144780" y="175305"/>
                </a:moveTo>
                <a:lnTo>
                  <a:pt x="144780" y="147828"/>
                </a:lnTo>
                <a:lnTo>
                  <a:pt x="140350" y="151245"/>
                </a:lnTo>
                <a:lnTo>
                  <a:pt x="135064" y="154590"/>
                </a:lnTo>
                <a:lnTo>
                  <a:pt x="92964" y="166797"/>
                </a:lnTo>
                <a:lnTo>
                  <a:pt x="90678" y="166830"/>
                </a:lnTo>
                <a:lnTo>
                  <a:pt x="82438" y="166318"/>
                </a:lnTo>
                <a:lnTo>
                  <a:pt x="43243" y="148875"/>
                </a:lnTo>
                <a:lnTo>
                  <a:pt x="24943" y="105286"/>
                </a:lnTo>
                <a:lnTo>
                  <a:pt x="24384" y="93725"/>
                </a:lnTo>
                <a:lnTo>
                  <a:pt x="24384" y="162433"/>
                </a:lnTo>
                <a:lnTo>
                  <a:pt x="67151" y="185356"/>
                </a:lnTo>
                <a:lnTo>
                  <a:pt x="92964" y="188213"/>
                </a:lnTo>
                <a:lnTo>
                  <a:pt x="102679" y="187785"/>
                </a:lnTo>
                <a:lnTo>
                  <a:pt x="112394" y="186499"/>
                </a:lnTo>
                <a:lnTo>
                  <a:pt x="122110" y="184356"/>
                </a:lnTo>
                <a:lnTo>
                  <a:pt x="131826" y="181356"/>
                </a:lnTo>
                <a:lnTo>
                  <a:pt x="140970" y="177379"/>
                </a:lnTo>
                <a:lnTo>
                  <a:pt x="144780" y="175305"/>
                </a:lnTo>
                <a:close/>
              </a:path>
              <a:path w="593089" h="188595">
                <a:moveTo>
                  <a:pt x="168402" y="160020"/>
                </a:moveTo>
                <a:lnTo>
                  <a:pt x="168402" y="92202"/>
                </a:lnTo>
                <a:lnTo>
                  <a:pt x="91440" y="92202"/>
                </a:lnTo>
                <a:lnTo>
                  <a:pt x="91440" y="114300"/>
                </a:lnTo>
                <a:lnTo>
                  <a:pt x="144780" y="114300"/>
                </a:lnTo>
                <a:lnTo>
                  <a:pt x="144780" y="175305"/>
                </a:lnTo>
                <a:lnTo>
                  <a:pt x="150114" y="172402"/>
                </a:lnTo>
                <a:lnTo>
                  <a:pt x="159258" y="166568"/>
                </a:lnTo>
                <a:lnTo>
                  <a:pt x="168402" y="160020"/>
                </a:lnTo>
                <a:close/>
              </a:path>
              <a:path w="593089" h="188595">
                <a:moveTo>
                  <a:pt x="316230" y="117348"/>
                </a:moveTo>
                <a:lnTo>
                  <a:pt x="306907" y="78128"/>
                </a:lnTo>
                <a:lnTo>
                  <a:pt x="267640" y="51435"/>
                </a:lnTo>
                <a:lnTo>
                  <a:pt x="254508" y="50292"/>
                </a:lnTo>
                <a:lnTo>
                  <a:pt x="242935" y="51268"/>
                </a:lnTo>
                <a:lnTo>
                  <a:pt x="204358" y="75056"/>
                </a:lnTo>
                <a:lnTo>
                  <a:pt x="192786" y="119634"/>
                </a:lnTo>
                <a:lnTo>
                  <a:pt x="193798" y="135219"/>
                </a:lnTo>
                <a:lnTo>
                  <a:pt x="196881" y="148875"/>
                </a:lnTo>
                <a:lnTo>
                  <a:pt x="202108" y="160674"/>
                </a:lnTo>
                <a:lnTo>
                  <a:pt x="209550" y="170687"/>
                </a:lnTo>
                <a:lnTo>
                  <a:pt x="215646" y="175868"/>
                </a:lnTo>
                <a:lnTo>
                  <a:pt x="215646" y="119634"/>
                </a:lnTo>
                <a:lnTo>
                  <a:pt x="216360" y="107787"/>
                </a:lnTo>
                <a:lnTo>
                  <a:pt x="239363" y="72199"/>
                </a:lnTo>
                <a:lnTo>
                  <a:pt x="254508" y="68580"/>
                </a:lnTo>
                <a:lnTo>
                  <a:pt x="262663" y="69746"/>
                </a:lnTo>
                <a:lnTo>
                  <a:pt x="290607" y="97059"/>
                </a:lnTo>
                <a:lnTo>
                  <a:pt x="293370" y="118872"/>
                </a:lnTo>
                <a:lnTo>
                  <a:pt x="293370" y="176247"/>
                </a:lnTo>
                <a:lnTo>
                  <a:pt x="293500" y="176164"/>
                </a:lnTo>
                <a:lnTo>
                  <a:pt x="314420" y="140398"/>
                </a:lnTo>
                <a:lnTo>
                  <a:pt x="315789" y="129659"/>
                </a:lnTo>
                <a:lnTo>
                  <a:pt x="316230" y="117348"/>
                </a:lnTo>
                <a:close/>
              </a:path>
              <a:path w="593089" h="188595">
                <a:moveTo>
                  <a:pt x="293370" y="176247"/>
                </a:moveTo>
                <a:lnTo>
                  <a:pt x="293370" y="118872"/>
                </a:lnTo>
                <a:lnTo>
                  <a:pt x="292667" y="130730"/>
                </a:lnTo>
                <a:lnTo>
                  <a:pt x="290607" y="141160"/>
                </a:lnTo>
                <a:lnTo>
                  <a:pt x="262663" y="169199"/>
                </a:lnTo>
                <a:lnTo>
                  <a:pt x="254508" y="169925"/>
                </a:lnTo>
                <a:lnTo>
                  <a:pt x="246685" y="169199"/>
                </a:lnTo>
                <a:lnTo>
                  <a:pt x="218503" y="141827"/>
                </a:lnTo>
                <a:lnTo>
                  <a:pt x="215646" y="119634"/>
                </a:lnTo>
                <a:lnTo>
                  <a:pt x="215646" y="175868"/>
                </a:lnTo>
                <a:lnTo>
                  <a:pt x="218824" y="178569"/>
                </a:lnTo>
                <a:lnTo>
                  <a:pt x="229457" y="184023"/>
                </a:lnTo>
                <a:lnTo>
                  <a:pt x="241375" y="187190"/>
                </a:lnTo>
                <a:lnTo>
                  <a:pt x="254508" y="188213"/>
                </a:lnTo>
                <a:lnTo>
                  <a:pt x="262937" y="187773"/>
                </a:lnTo>
                <a:lnTo>
                  <a:pt x="271081" y="186404"/>
                </a:lnTo>
                <a:lnTo>
                  <a:pt x="278939" y="184034"/>
                </a:lnTo>
                <a:lnTo>
                  <a:pt x="286512" y="180594"/>
                </a:lnTo>
                <a:lnTo>
                  <a:pt x="293370" y="176247"/>
                </a:lnTo>
                <a:close/>
              </a:path>
              <a:path w="593089" h="188595">
                <a:moveTo>
                  <a:pt x="346710" y="70866"/>
                </a:moveTo>
                <a:lnTo>
                  <a:pt x="346710" y="53340"/>
                </a:lnTo>
                <a:lnTo>
                  <a:pt x="330708" y="53340"/>
                </a:lnTo>
                <a:lnTo>
                  <a:pt x="330708" y="70866"/>
                </a:lnTo>
                <a:lnTo>
                  <a:pt x="346710" y="70866"/>
                </a:lnTo>
                <a:close/>
              </a:path>
              <a:path w="593089" h="188595">
                <a:moveTo>
                  <a:pt x="394716" y="185166"/>
                </a:moveTo>
                <a:lnTo>
                  <a:pt x="391668" y="165354"/>
                </a:lnTo>
                <a:lnTo>
                  <a:pt x="387858" y="166116"/>
                </a:lnTo>
                <a:lnTo>
                  <a:pt x="375666" y="166116"/>
                </a:lnTo>
                <a:lnTo>
                  <a:pt x="374142" y="164592"/>
                </a:lnTo>
                <a:lnTo>
                  <a:pt x="372618" y="163830"/>
                </a:lnTo>
                <a:lnTo>
                  <a:pt x="371094" y="162306"/>
                </a:lnTo>
                <a:lnTo>
                  <a:pt x="370332" y="160020"/>
                </a:lnTo>
                <a:lnTo>
                  <a:pt x="369570" y="158496"/>
                </a:lnTo>
                <a:lnTo>
                  <a:pt x="368808" y="154686"/>
                </a:lnTo>
                <a:lnTo>
                  <a:pt x="368808" y="7620"/>
                </a:lnTo>
                <a:lnTo>
                  <a:pt x="346710" y="20574"/>
                </a:lnTo>
                <a:lnTo>
                  <a:pt x="346710" y="147066"/>
                </a:lnTo>
                <a:lnTo>
                  <a:pt x="346864" y="156043"/>
                </a:lnTo>
                <a:lnTo>
                  <a:pt x="347376" y="163449"/>
                </a:lnTo>
                <a:lnTo>
                  <a:pt x="348317" y="169140"/>
                </a:lnTo>
                <a:lnTo>
                  <a:pt x="349758" y="172974"/>
                </a:lnTo>
                <a:lnTo>
                  <a:pt x="351282" y="177546"/>
                </a:lnTo>
                <a:lnTo>
                  <a:pt x="354330" y="180594"/>
                </a:lnTo>
                <a:lnTo>
                  <a:pt x="358902" y="183642"/>
                </a:lnTo>
                <a:lnTo>
                  <a:pt x="363474" y="185928"/>
                </a:lnTo>
                <a:lnTo>
                  <a:pt x="369570" y="187452"/>
                </a:lnTo>
                <a:lnTo>
                  <a:pt x="383286" y="187452"/>
                </a:lnTo>
                <a:lnTo>
                  <a:pt x="388620" y="186690"/>
                </a:lnTo>
                <a:lnTo>
                  <a:pt x="394716" y="185166"/>
                </a:lnTo>
                <a:close/>
              </a:path>
              <a:path w="593089" h="188595">
                <a:moveTo>
                  <a:pt x="391668" y="70866"/>
                </a:moveTo>
                <a:lnTo>
                  <a:pt x="391668" y="53340"/>
                </a:lnTo>
                <a:lnTo>
                  <a:pt x="368808" y="53340"/>
                </a:lnTo>
                <a:lnTo>
                  <a:pt x="368808" y="70866"/>
                </a:lnTo>
                <a:lnTo>
                  <a:pt x="391668" y="70866"/>
                </a:lnTo>
                <a:close/>
              </a:path>
              <a:path w="593089" h="188595">
                <a:moveTo>
                  <a:pt x="506730" y="28956"/>
                </a:moveTo>
                <a:lnTo>
                  <a:pt x="506730" y="3048"/>
                </a:lnTo>
                <a:lnTo>
                  <a:pt x="484632" y="3048"/>
                </a:lnTo>
                <a:lnTo>
                  <a:pt x="484632" y="28956"/>
                </a:lnTo>
                <a:lnTo>
                  <a:pt x="506730" y="28956"/>
                </a:lnTo>
                <a:close/>
              </a:path>
              <a:path w="593089" h="188595">
                <a:moveTo>
                  <a:pt x="506730" y="185166"/>
                </a:moveTo>
                <a:lnTo>
                  <a:pt x="506730" y="53340"/>
                </a:lnTo>
                <a:lnTo>
                  <a:pt x="484632" y="53340"/>
                </a:lnTo>
                <a:lnTo>
                  <a:pt x="484632" y="185166"/>
                </a:lnTo>
                <a:lnTo>
                  <a:pt x="506730" y="185166"/>
                </a:lnTo>
                <a:close/>
              </a:path>
              <a:path w="593089" h="188595">
                <a:moveTo>
                  <a:pt x="544830" y="70866"/>
                </a:moveTo>
                <a:lnTo>
                  <a:pt x="544830" y="53340"/>
                </a:lnTo>
                <a:lnTo>
                  <a:pt x="528828" y="53340"/>
                </a:lnTo>
                <a:lnTo>
                  <a:pt x="528828" y="70866"/>
                </a:lnTo>
                <a:lnTo>
                  <a:pt x="544830" y="70866"/>
                </a:lnTo>
                <a:close/>
              </a:path>
              <a:path w="593089" h="188595">
                <a:moveTo>
                  <a:pt x="592836" y="185166"/>
                </a:moveTo>
                <a:lnTo>
                  <a:pt x="589788" y="165354"/>
                </a:lnTo>
                <a:lnTo>
                  <a:pt x="585978" y="166116"/>
                </a:lnTo>
                <a:lnTo>
                  <a:pt x="573786" y="166116"/>
                </a:lnTo>
                <a:lnTo>
                  <a:pt x="572262" y="164592"/>
                </a:lnTo>
                <a:lnTo>
                  <a:pt x="570738" y="163830"/>
                </a:lnTo>
                <a:lnTo>
                  <a:pt x="569214" y="162306"/>
                </a:lnTo>
                <a:lnTo>
                  <a:pt x="568452" y="160020"/>
                </a:lnTo>
                <a:lnTo>
                  <a:pt x="567690" y="158496"/>
                </a:lnTo>
                <a:lnTo>
                  <a:pt x="566928" y="154686"/>
                </a:lnTo>
                <a:lnTo>
                  <a:pt x="566928" y="7620"/>
                </a:lnTo>
                <a:lnTo>
                  <a:pt x="544830" y="20574"/>
                </a:lnTo>
                <a:lnTo>
                  <a:pt x="544830" y="147066"/>
                </a:lnTo>
                <a:lnTo>
                  <a:pt x="544984" y="156043"/>
                </a:lnTo>
                <a:lnTo>
                  <a:pt x="545496" y="163449"/>
                </a:lnTo>
                <a:lnTo>
                  <a:pt x="546437" y="169140"/>
                </a:lnTo>
                <a:lnTo>
                  <a:pt x="547878" y="172974"/>
                </a:lnTo>
                <a:lnTo>
                  <a:pt x="549402" y="177546"/>
                </a:lnTo>
                <a:lnTo>
                  <a:pt x="552450" y="180594"/>
                </a:lnTo>
                <a:lnTo>
                  <a:pt x="557022" y="183642"/>
                </a:lnTo>
                <a:lnTo>
                  <a:pt x="561594" y="185928"/>
                </a:lnTo>
                <a:lnTo>
                  <a:pt x="567690" y="187452"/>
                </a:lnTo>
                <a:lnTo>
                  <a:pt x="581406" y="187452"/>
                </a:lnTo>
                <a:lnTo>
                  <a:pt x="586740" y="186690"/>
                </a:lnTo>
                <a:lnTo>
                  <a:pt x="592836" y="185166"/>
                </a:lnTo>
                <a:close/>
              </a:path>
              <a:path w="593089" h="188595">
                <a:moveTo>
                  <a:pt x="589788" y="70866"/>
                </a:moveTo>
                <a:lnTo>
                  <a:pt x="589788" y="53340"/>
                </a:lnTo>
                <a:lnTo>
                  <a:pt x="566928" y="53340"/>
                </a:lnTo>
                <a:lnTo>
                  <a:pt x="566928" y="70866"/>
                </a:lnTo>
                <a:lnTo>
                  <a:pt x="589788" y="708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>
            <a:spLocks noGrp="1"/>
          </p:cNvSpPr>
          <p:nvPr>
            <p:ph type="title"/>
          </p:nvPr>
        </p:nvSpPr>
        <p:spPr>
          <a:xfrm>
            <a:off x="2454529" y="614426"/>
            <a:ext cx="196532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0" u="heavy" dirty="0">
                <a:solidFill>
                  <a:srgbClr val="000000"/>
                </a:solidFill>
                <a:latin typeface="Arial"/>
                <a:cs typeface="Arial"/>
              </a:rPr>
              <a:t>Search for</a:t>
            </a:r>
            <a:r>
              <a:rPr sz="2800" i="0" u="heavy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i="0" u="heavy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82453" y="45415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7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7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0103" y="640841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30">
                <a:moveTo>
                  <a:pt x="64769" y="176021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6" y="62769"/>
                </a:lnTo>
                <a:lnTo>
                  <a:pt x="10858" y="60197"/>
                </a:lnTo>
                <a:lnTo>
                  <a:pt x="16716" y="57054"/>
                </a:lnTo>
                <a:lnTo>
                  <a:pt x="22859" y="53339"/>
                </a:lnTo>
                <a:lnTo>
                  <a:pt x="31241" y="48767"/>
                </a:lnTo>
                <a:lnTo>
                  <a:pt x="38100" y="43433"/>
                </a:lnTo>
                <a:lnTo>
                  <a:pt x="43433" y="38861"/>
                </a:lnTo>
                <a:lnTo>
                  <a:pt x="43433" y="176021"/>
                </a:lnTo>
                <a:lnTo>
                  <a:pt x="64769" y="176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0371" y="45415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7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7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2019" y="640952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92201" y="167630"/>
                </a:moveTo>
                <a:lnTo>
                  <a:pt x="92201" y="124857"/>
                </a:lnTo>
                <a:lnTo>
                  <a:pt x="91499" y="132119"/>
                </a:lnTo>
                <a:lnTo>
                  <a:pt x="89415" y="138998"/>
                </a:lnTo>
                <a:lnTo>
                  <a:pt x="55625" y="161433"/>
                </a:lnTo>
                <a:lnTo>
                  <a:pt x="47243" y="161433"/>
                </a:lnTo>
                <a:lnTo>
                  <a:pt x="21336" y="126381"/>
                </a:lnTo>
                <a:lnTo>
                  <a:pt x="0" y="129429"/>
                </a:lnTo>
                <a:lnTo>
                  <a:pt x="17525" y="165243"/>
                </a:lnTo>
                <a:lnTo>
                  <a:pt x="54863" y="178899"/>
                </a:lnTo>
                <a:lnTo>
                  <a:pt x="57150" y="178833"/>
                </a:lnTo>
                <a:lnTo>
                  <a:pt x="67758" y="177958"/>
                </a:lnTo>
                <a:lnTo>
                  <a:pt x="78962" y="174958"/>
                </a:lnTo>
                <a:lnTo>
                  <a:pt x="89165" y="169957"/>
                </a:lnTo>
                <a:lnTo>
                  <a:pt x="92201" y="167630"/>
                </a:lnTo>
                <a:close/>
              </a:path>
              <a:path w="115570" h="179069">
                <a:moveTo>
                  <a:pt x="105917" y="53229"/>
                </a:moveTo>
                <a:lnTo>
                  <a:pt x="105917" y="37227"/>
                </a:lnTo>
                <a:lnTo>
                  <a:pt x="103632" y="29607"/>
                </a:lnTo>
                <a:lnTo>
                  <a:pt x="75116" y="3425"/>
                </a:lnTo>
                <a:lnTo>
                  <a:pt x="53339" y="0"/>
                </a:lnTo>
                <a:lnTo>
                  <a:pt x="44958" y="610"/>
                </a:lnTo>
                <a:lnTo>
                  <a:pt x="8477" y="26273"/>
                </a:lnTo>
                <a:lnTo>
                  <a:pt x="2286" y="45609"/>
                </a:lnTo>
                <a:lnTo>
                  <a:pt x="23622" y="49419"/>
                </a:lnTo>
                <a:lnTo>
                  <a:pt x="25181" y="41858"/>
                </a:lnTo>
                <a:lnTo>
                  <a:pt x="27527" y="35226"/>
                </a:lnTo>
                <a:lnTo>
                  <a:pt x="30587" y="29595"/>
                </a:lnTo>
                <a:lnTo>
                  <a:pt x="34289" y="25035"/>
                </a:lnTo>
                <a:lnTo>
                  <a:pt x="39624" y="20463"/>
                </a:lnTo>
                <a:lnTo>
                  <a:pt x="47243" y="17415"/>
                </a:lnTo>
                <a:lnTo>
                  <a:pt x="64008" y="17415"/>
                </a:lnTo>
                <a:lnTo>
                  <a:pt x="70865" y="20463"/>
                </a:lnTo>
                <a:lnTo>
                  <a:pt x="76200" y="25035"/>
                </a:lnTo>
                <a:lnTo>
                  <a:pt x="81534" y="30369"/>
                </a:lnTo>
                <a:lnTo>
                  <a:pt x="83820" y="37227"/>
                </a:lnTo>
                <a:lnTo>
                  <a:pt x="83820" y="79899"/>
                </a:lnTo>
                <a:lnTo>
                  <a:pt x="89915" y="76851"/>
                </a:lnTo>
                <a:lnTo>
                  <a:pt x="96012" y="72279"/>
                </a:lnTo>
                <a:lnTo>
                  <a:pt x="99822" y="66183"/>
                </a:lnTo>
                <a:lnTo>
                  <a:pt x="104393" y="60087"/>
                </a:lnTo>
                <a:lnTo>
                  <a:pt x="105917" y="53229"/>
                </a:lnTo>
                <a:close/>
              </a:path>
              <a:path w="115570" h="179069">
                <a:moveTo>
                  <a:pt x="83820" y="79899"/>
                </a:moveTo>
                <a:lnTo>
                  <a:pt x="83820" y="54753"/>
                </a:lnTo>
                <a:lnTo>
                  <a:pt x="80010" y="62373"/>
                </a:lnTo>
                <a:lnTo>
                  <a:pt x="73151" y="66945"/>
                </a:lnTo>
                <a:lnTo>
                  <a:pt x="47243" y="74565"/>
                </a:lnTo>
                <a:lnTo>
                  <a:pt x="46482" y="73803"/>
                </a:lnTo>
                <a:lnTo>
                  <a:pt x="44958" y="73803"/>
                </a:lnTo>
                <a:lnTo>
                  <a:pt x="42672" y="92853"/>
                </a:lnTo>
                <a:lnTo>
                  <a:pt x="48767" y="91329"/>
                </a:lnTo>
                <a:lnTo>
                  <a:pt x="53339" y="90567"/>
                </a:lnTo>
                <a:lnTo>
                  <a:pt x="57150" y="90567"/>
                </a:lnTo>
                <a:lnTo>
                  <a:pt x="64615" y="91138"/>
                </a:lnTo>
                <a:lnTo>
                  <a:pt x="71151" y="92853"/>
                </a:lnTo>
                <a:lnTo>
                  <a:pt x="76973" y="95710"/>
                </a:lnTo>
                <a:lnTo>
                  <a:pt x="82296" y="99711"/>
                </a:lnTo>
                <a:lnTo>
                  <a:pt x="82296" y="80661"/>
                </a:lnTo>
                <a:lnTo>
                  <a:pt x="83820" y="79899"/>
                </a:lnTo>
                <a:close/>
              </a:path>
              <a:path w="115570" h="179069">
                <a:moveTo>
                  <a:pt x="115062" y="124095"/>
                </a:moveTo>
                <a:lnTo>
                  <a:pt x="95821" y="86280"/>
                </a:lnTo>
                <a:lnTo>
                  <a:pt x="82296" y="80661"/>
                </a:lnTo>
                <a:lnTo>
                  <a:pt x="82296" y="99711"/>
                </a:lnTo>
                <a:lnTo>
                  <a:pt x="86415" y="105140"/>
                </a:lnTo>
                <a:lnTo>
                  <a:pt x="89535" y="111141"/>
                </a:lnTo>
                <a:lnTo>
                  <a:pt x="91511" y="117713"/>
                </a:lnTo>
                <a:lnTo>
                  <a:pt x="92201" y="124857"/>
                </a:lnTo>
                <a:lnTo>
                  <a:pt x="92201" y="167630"/>
                </a:lnTo>
                <a:lnTo>
                  <a:pt x="98298" y="162957"/>
                </a:lnTo>
                <a:lnTo>
                  <a:pt x="105417" y="154527"/>
                </a:lnTo>
                <a:lnTo>
                  <a:pt x="110680" y="145240"/>
                </a:lnTo>
                <a:lnTo>
                  <a:pt x="113942" y="135096"/>
                </a:lnTo>
                <a:lnTo>
                  <a:pt x="115062" y="124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18289" y="45415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7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7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51461" y="643890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5">
                <a:moveTo>
                  <a:pt x="113537" y="16764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4"/>
                </a:lnTo>
                <a:close/>
              </a:path>
              <a:path w="113664" h="173355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4"/>
                </a:lnTo>
                <a:lnTo>
                  <a:pt x="36754" y="108406"/>
                </a:lnTo>
                <a:lnTo>
                  <a:pt x="26574" y="150114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8"/>
                </a:lnTo>
                <a:lnTo>
                  <a:pt x="59864" y="109227"/>
                </a:lnTo>
                <a:lnTo>
                  <a:pt x="80010" y="64008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86195" y="45415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7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7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7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17855" y="640841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115061" y="84582"/>
                </a:moveTo>
                <a:lnTo>
                  <a:pt x="111199" y="44612"/>
                </a:lnTo>
                <a:lnTo>
                  <a:pt x="86093" y="9144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6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4"/>
                </a:lnTo>
                <a:lnTo>
                  <a:pt x="22098" y="106698"/>
                </a:lnTo>
                <a:lnTo>
                  <a:pt x="22098" y="60198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6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6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2"/>
                </a:lnTo>
                <a:close/>
              </a:path>
              <a:path w="115570" h="179069">
                <a:moveTo>
                  <a:pt x="93725" y="161795"/>
                </a:moveTo>
                <a:lnTo>
                  <a:pt x="93725" y="97536"/>
                </a:lnTo>
                <a:lnTo>
                  <a:pt x="93571" y="104382"/>
                </a:lnTo>
                <a:lnTo>
                  <a:pt x="93057" y="111156"/>
                </a:lnTo>
                <a:lnTo>
                  <a:pt x="82283" y="144780"/>
                </a:lnTo>
                <a:lnTo>
                  <a:pt x="79248" y="149352"/>
                </a:lnTo>
                <a:lnTo>
                  <a:pt x="75437" y="153924"/>
                </a:lnTo>
                <a:lnTo>
                  <a:pt x="70091" y="156972"/>
                </a:lnTo>
                <a:lnTo>
                  <a:pt x="65519" y="160020"/>
                </a:lnTo>
                <a:lnTo>
                  <a:pt x="59435" y="161544"/>
                </a:lnTo>
                <a:lnTo>
                  <a:pt x="44945" y="161544"/>
                </a:lnTo>
                <a:lnTo>
                  <a:pt x="23622" y="133350"/>
                </a:lnTo>
                <a:lnTo>
                  <a:pt x="3048" y="135636"/>
                </a:lnTo>
                <a:lnTo>
                  <a:pt x="25895" y="172642"/>
                </a:lnTo>
                <a:lnTo>
                  <a:pt x="52565" y="179070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2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69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6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8"/>
                </a:lnTo>
                <a:lnTo>
                  <a:pt x="22098" y="106698"/>
                </a:lnTo>
                <a:lnTo>
                  <a:pt x="60198" y="116586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8"/>
                </a:lnTo>
                <a:lnTo>
                  <a:pt x="89141" y="100584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54113" y="45415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7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7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7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33957" y="640841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69">
                <a:moveTo>
                  <a:pt x="64770" y="176022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40"/>
                </a:lnTo>
                <a:lnTo>
                  <a:pt x="31229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70" y="176022"/>
                </a:lnTo>
                <a:close/>
              </a:path>
              <a:path w="234950" h="179069">
                <a:moveTo>
                  <a:pt x="211835" y="167972"/>
                </a:moveTo>
                <a:lnTo>
                  <a:pt x="211835" y="124968"/>
                </a:lnTo>
                <a:lnTo>
                  <a:pt x="211252" y="132230"/>
                </a:lnTo>
                <a:lnTo>
                  <a:pt x="209453" y="139065"/>
                </a:lnTo>
                <a:lnTo>
                  <a:pt x="176022" y="161544"/>
                </a:lnTo>
                <a:lnTo>
                  <a:pt x="167640" y="161544"/>
                </a:lnTo>
                <a:lnTo>
                  <a:pt x="141719" y="126492"/>
                </a:lnTo>
                <a:lnTo>
                  <a:pt x="120396" y="129540"/>
                </a:lnTo>
                <a:lnTo>
                  <a:pt x="137159" y="165354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69">
                <a:moveTo>
                  <a:pt x="226314" y="53340"/>
                </a:moveTo>
                <a:lnTo>
                  <a:pt x="226314" y="37338"/>
                </a:lnTo>
                <a:lnTo>
                  <a:pt x="224015" y="29718"/>
                </a:lnTo>
                <a:lnTo>
                  <a:pt x="195183" y="3536"/>
                </a:lnTo>
                <a:lnTo>
                  <a:pt x="173735" y="107"/>
                </a:lnTo>
                <a:lnTo>
                  <a:pt x="165013" y="722"/>
                </a:lnTo>
                <a:lnTo>
                  <a:pt x="128773" y="26384"/>
                </a:lnTo>
                <a:lnTo>
                  <a:pt x="121920" y="45720"/>
                </a:lnTo>
                <a:lnTo>
                  <a:pt x="144005" y="49530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6"/>
                </a:lnTo>
                <a:lnTo>
                  <a:pt x="160020" y="20574"/>
                </a:lnTo>
                <a:lnTo>
                  <a:pt x="166865" y="17526"/>
                </a:lnTo>
                <a:lnTo>
                  <a:pt x="183629" y="17526"/>
                </a:lnTo>
                <a:lnTo>
                  <a:pt x="190500" y="20574"/>
                </a:lnTo>
                <a:lnTo>
                  <a:pt x="195833" y="25146"/>
                </a:lnTo>
                <a:lnTo>
                  <a:pt x="201155" y="30480"/>
                </a:lnTo>
                <a:lnTo>
                  <a:pt x="204216" y="37338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90"/>
                </a:lnTo>
                <a:lnTo>
                  <a:pt x="224015" y="60198"/>
                </a:lnTo>
                <a:lnTo>
                  <a:pt x="226314" y="53340"/>
                </a:lnTo>
                <a:close/>
              </a:path>
              <a:path w="234950" h="179069">
                <a:moveTo>
                  <a:pt x="204216" y="79728"/>
                </a:moveTo>
                <a:lnTo>
                  <a:pt x="204216" y="54864"/>
                </a:lnTo>
                <a:lnTo>
                  <a:pt x="200393" y="62484"/>
                </a:lnTo>
                <a:lnTo>
                  <a:pt x="192785" y="67056"/>
                </a:lnTo>
                <a:lnTo>
                  <a:pt x="187363" y="70175"/>
                </a:lnTo>
                <a:lnTo>
                  <a:pt x="181444" y="72580"/>
                </a:lnTo>
                <a:lnTo>
                  <a:pt x="175098" y="74128"/>
                </a:lnTo>
                <a:lnTo>
                  <a:pt x="168389" y="74676"/>
                </a:lnTo>
                <a:lnTo>
                  <a:pt x="167640" y="74676"/>
                </a:lnTo>
                <a:lnTo>
                  <a:pt x="166116" y="73914"/>
                </a:lnTo>
                <a:lnTo>
                  <a:pt x="164579" y="73914"/>
                </a:lnTo>
                <a:lnTo>
                  <a:pt x="162293" y="92964"/>
                </a:lnTo>
                <a:lnTo>
                  <a:pt x="168389" y="91440"/>
                </a:lnTo>
                <a:lnTo>
                  <a:pt x="173735" y="90678"/>
                </a:lnTo>
                <a:lnTo>
                  <a:pt x="177546" y="90678"/>
                </a:lnTo>
                <a:lnTo>
                  <a:pt x="184684" y="91249"/>
                </a:lnTo>
                <a:lnTo>
                  <a:pt x="191255" y="92964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2"/>
                </a:lnTo>
                <a:lnTo>
                  <a:pt x="204216" y="79728"/>
                </a:lnTo>
                <a:close/>
              </a:path>
              <a:path w="234950" h="179069">
                <a:moveTo>
                  <a:pt x="234696" y="124206"/>
                </a:moveTo>
                <a:lnTo>
                  <a:pt x="215830" y="86391"/>
                </a:lnTo>
                <a:lnTo>
                  <a:pt x="201917" y="80772"/>
                </a:lnTo>
                <a:lnTo>
                  <a:pt x="201917" y="99259"/>
                </a:lnTo>
                <a:lnTo>
                  <a:pt x="202679" y="99822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8"/>
                </a:lnTo>
                <a:lnTo>
                  <a:pt x="211835" y="167972"/>
                </a:lnTo>
                <a:lnTo>
                  <a:pt x="217919" y="163068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22805" y="45415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7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82813" y="640841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69">
                <a:moveTo>
                  <a:pt x="93725" y="94070"/>
                </a:moveTo>
                <a:lnTo>
                  <a:pt x="93725" y="48006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7"/>
                </a:lnTo>
                <a:lnTo>
                  <a:pt x="0" y="170688"/>
                </a:lnTo>
                <a:lnTo>
                  <a:pt x="0" y="176022"/>
                </a:lnTo>
                <a:lnTo>
                  <a:pt x="29730" y="176022"/>
                </a:lnTo>
                <a:lnTo>
                  <a:pt x="29730" y="155448"/>
                </a:lnTo>
                <a:lnTo>
                  <a:pt x="32016" y="151638"/>
                </a:lnTo>
                <a:lnTo>
                  <a:pt x="64020" y="121920"/>
                </a:lnTo>
                <a:lnTo>
                  <a:pt x="74712" y="112323"/>
                </a:lnTo>
                <a:lnTo>
                  <a:pt x="83832" y="104011"/>
                </a:lnTo>
                <a:lnTo>
                  <a:pt x="91233" y="96845"/>
                </a:lnTo>
                <a:lnTo>
                  <a:pt x="93725" y="94070"/>
                </a:lnTo>
                <a:close/>
              </a:path>
              <a:path w="254000" h="179069">
                <a:moveTo>
                  <a:pt x="115823" y="55626"/>
                </a:moveTo>
                <a:lnTo>
                  <a:pt x="115823" y="48768"/>
                </a:lnTo>
                <a:lnTo>
                  <a:pt x="114849" y="38790"/>
                </a:lnTo>
                <a:lnTo>
                  <a:pt x="83731" y="3429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2"/>
                </a:lnTo>
                <a:lnTo>
                  <a:pt x="25920" y="52578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6"/>
                </a:lnTo>
                <a:lnTo>
                  <a:pt x="70116" y="17526"/>
                </a:lnTo>
                <a:lnTo>
                  <a:pt x="78485" y="20574"/>
                </a:lnTo>
                <a:lnTo>
                  <a:pt x="90690" y="32766"/>
                </a:lnTo>
                <a:lnTo>
                  <a:pt x="93725" y="39624"/>
                </a:lnTo>
                <a:lnTo>
                  <a:pt x="93725" y="94070"/>
                </a:lnTo>
                <a:lnTo>
                  <a:pt x="96773" y="90678"/>
                </a:lnTo>
                <a:lnTo>
                  <a:pt x="114300" y="62484"/>
                </a:lnTo>
                <a:lnTo>
                  <a:pt x="115823" y="55626"/>
                </a:lnTo>
                <a:close/>
              </a:path>
              <a:path w="254000" h="179069">
                <a:moveTo>
                  <a:pt x="115823" y="176022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2"/>
                </a:lnTo>
                <a:lnTo>
                  <a:pt x="115823" y="176022"/>
                </a:lnTo>
                <a:close/>
              </a:path>
              <a:path w="254000" h="179069">
                <a:moveTo>
                  <a:pt x="253758" y="89154"/>
                </a:moveTo>
                <a:lnTo>
                  <a:pt x="249173" y="48006"/>
                </a:lnTo>
                <a:lnTo>
                  <a:pt x="227837" y="9144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1"/>
                </a:lnTo>
                <a:lnTo>
                  <a:pt x="140792" y="61245"/>
                </a:lnTo>
                <a:lnTo>
                  <a:pt x="139458" y="89154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2"/>
                </a:lnTo>
                <a:lnTo>
                  <a:pt x="161556" y="166107"/>
                </a:lnTo>
                <a:lnTo>
                  <a:pt x="161556" y="89154"/>
                </a:lnTo>
                <a:lnTo>
                  <a:pt x="162151" y="69592"/>
                </a:lnTo>
                <a:lnTo>
                  <a:pt x="172211" y="30480"/>
                </a:lnTo>
                <a:lnTo>
                  <a:pt x="195833" y="17526"/>
                </a:lnTo>
                <a:lnTo>
                  <a:pt x="202985" y="18502"/>
                </a:lnTo>
                <a:lnTo>
                  <a:pt x="228893" y="53435"/>
                </a:lnTo>
                <a:lnTo>
                  <a:pt x="231660" y="89154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4"/>
                </a:lnTo>
                <a:close/>
              </a:path>
              <a:path w="254000" h="179069">
                <a:moveTo>
                  <a:pt x="231660" y="164758"/>
                </a:moveTo>
                <a:lnTo>
                  <a:pt x="231660" y="89154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4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4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7"/>
                </a:lnTo>
                <a:lnTo>
                  <a:pt x="196608" y="179070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2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28379" y="638647"/>
            <a:ext cx="504825" cy="181610"/>
          </a:xfrm>
          <a:custGeom>
            <a:avLst/>
            <a:gdLst/>
            <a:ahLst/>
            <a:cxnLst/>
            <a:rect l="l" t="t" r="r" b="b"/>
            <a:pathLst>
              <a:path w="504825" h="181609">
                <a:moveTo>
                  <a:pt x="117347" y="169549"/>
                </a:moveTo>
                <a:lnTo>
                  <a:pt x="117347" y="136306"/>
                </a:lnTo>
                <a:lnTo>
                  <a:pt x="115823" y="140878"/>
                </a:lnTo>
                <a:lnTo>
                  <a:pt x="112013" y="145450"/>
                </a:lnTo>
                <a:lnTo>
                  <a:pt x="108965" y="150022"/>
                </a:lnTo>
                <a:lnTo>
                  <a:pt x="103631" y="153832"/>
                </a:lnTo>
                <a:lnTo>
                  <a:pt x="97535" y="156118"/>
                </a:lnTo>
                <a:lnTo>
                  <a:pt x="90677" y="159166"/>
                </a:lnTo>
                <a:lnTo>
                  <a:pt x="82295" y="160690"/>
                </a:lnTo>
                <a:lnTo>
                  <a:pt x="73913" y="160690"/>
                </a:lnTo>
                <a:lnTo>
                  <a:pt x="32765" y="146974"/>
                </a:lnTo>
                <a:lnTo>
                  <a:pt x="22097" y="119542"/>
                </a:lnTo>
                <a:lnTo>
                  <a:pt x="0" y="121828"/>
                </a:lnTo>
                <a:lnTo>
                  <a:pt x="14906" y="159940"/>
                </a:lnTo>
                <a:lnTo>
                  <a:pt x="52911" y="179555"/>
                </a:lnTo>
                <a:lnTo>
                  <a:pt x="73913" y="181235"/>
                </a:lnTo>
                <a:lnTo>
                  <a:pt x="78926" y="181068"/>
                </a:lnTo>
                <a:lnTo>
                  <a:pt x="116014" y="170537"/>
                </a:lnTo>
                <a:lnTo>
                  <a:pt x="117347" y="169549"/>
                </a:lnTo>
                <a:close/>
              </a:path>
              <a:path w="504825" h="181609">
                <a:moveTo>
                  <a:pt x="134111" y="52486"/>
                </a:moveTo>
                <a:lnTo>
                  <a:pt x="115966" y="13971"/>
                </a:lnTo>
                <a:lnTo>
                  <a:pt x="78009" y="324"/>
                </a:lnTo>
                <a:lnTo>
                  <a:pt x="66627" y="0"/>
                </a:lnTo>
                <a:lnTo>
                  <a:pt x="59626" y="338"/>
                </a:lnTo>
                <a:lnTo>
                  <a:pt x="23526" y="13338"/>
                </a:lnTo>
                <a:lnTo>
                  <a:pt x="6857" y="47914"/>
                </a:lnTo>
                <a:lnTo>
                  <a:pt x="6857" y="56296"/>
                </a:lnTo>
                <a:lnTo>
                  <a:pt x="28956" y="84871"/>
                </a:lnTo>
                <a:lnTo>
                  <a:pt x="28956" y="39532"/>
                </a:lnTo>
                <a:lnTo>
                  <a:pt x="32003" y="33436"/>
                </a:lnTo>
                <a:lnTo>
                  <a:pt x="70865" y="20554"/>
                </a:lnTo>
                <a:lnTo>
                  <a:pt x="78926" y="20934"/>
                </a:lnTo>
                <a:lnTo>
                  <a:pt x="110751" y="46009"/>
                </a:lnTo>
                <a:lnTo>
                  <a:pt x="112013" y="54010"/>
                </a:lnTo>
                <a:lnTo>
                  <a:pt x="134111" y="52486"/>
                </a:lnTo>
                <a:close/>
              </a:path>
              <a:path w="504825" h="181609">
                <a:moveTo>
                  <a:pt x="139445" y="128686"/>
                </a:moveTo>
                <a:lnTo>
                  <a:pt x="122872" y="93919"/>
                </a:lnTo>
                <a:lnTo>
                  <a:pt x="83998" y="77867"/>
                </a:lnTo>
                <a:lnTo>
                  <a:pt x="70865" y="74584"/>
                </a:lnTo>
                <a:lnTo>
                  <a:pt x="57995" y="71286"/>
                </a:lnTo>
                <a:lnTo>
                  <a:pt x="28956" y="53248"/>
                </a:lnTo>
                <a:lnTo>
                  <a:pt x="28956" y="84871"/>
                </a:lnTo>
                <a:lnTo>
                  <a:pt x="65531" y="97444"/>
                </a:lnTo>
                <a:lnTo>
                  <a:pt x="76521" y="100146"/>
                </a:lnTo>
                <a:lnTo>
                  <a:pt x="85439" y="102492"/>
                </a:lnTo>
                <a:lnTo>
                  <a:pt x="117347" y="124876"/>
                </a:lnTo>
                <a:lnTo>
                  <a:pt x="117347" y="169549"/>
                </a:lnTo>
                <a:lnTo>
                  <a:pt x="122110" y="166024"/>
                </a:lnTo>
                <a:lnTo>
                  <a:pt x="139005" y="135532"/>
                </a:lnTo>
                <a:lnTo>
                  <a:pt x="139445" y="128686"/>
                </a:lnTo>
                <a:close/>
              </a:path>
              <a:path w="504825" h="181609">
                <a:moveTo>
                  <a:pt x="172211" y="67726"/>
                </a:moveTo>
                <a:lnTo>
                  <a:pt x="172211" y="50962"/>
                </a:lnTo>
                <a:lnTo>
                  <a:pt x="156971" y="50962"/>
                </a:lnTo>
                <a:lnTo>
                  <a:pt x="156971" y="67726"/>
                </a:lnTo>
                <a:lnTo>
                  <a:pt x="172211" y="67726"/>
                </a:lnTo>
                <a:close/>
              </a:path>
              <a:path w="504825" h="181609">
                <a:moveTo>
                  <a:pt x="218694" y="178216"/>
                </a:moveTo>
                <a:lnTo>
                  <a:pt x="215645" y="159166"/>
                </a:lnTo>
                <a:lnTo>
                  <a:pt x="211835" y="159166"/>
                </a:lnTo>
                <a:lnTo>
                  <a:pt x="208787" y="159928"/>
                </a:lnTo>
                <a:lnTo>
                  <a:pt x="202691" y="159928"/>
                </a:lnTo>
                <a:lnTo>
                  <a:pt x="200406" y="159166"/>
                </a:lnTo>
                <a:lnTo>
                  <a:pt x="198881" y="158404"/>
                </a:lnTo>
                <a:lnTo>
                  <a:pt x="197357" y="156880"/>
                </a:lnTo>
                <a:lnTo>
                  <a:pt x="195833" y="156118"/>
                </a:lnTo>
                <a:lnTo>
                  <a:pt x="195071" y="153832"/>
                </a:lnTo>
                <a:lnTo>
                  <a:pt x="194309" y="152308"/>
                </a:lnTo>
                <a:lnTo>
                  <a:pt x="194309" y="6766"/>
                </a:lnTo>
                <a:lnTo>
                  <a:pt x="172211" y="19720"/>
                </a:lnTo>
                <a:lnTo>
                  <a:pt x="172211" y="153832"/>
                </a:lnTo>
                <a:lnTo>
                  <a:pt x="173735" y="162214"/>
                </a:lnTo>
                <a:lnTo>
                  <a:pt x="175259" y="166024"/>
                </a:lnTo>
                <a:lnTo>
                  <a:pt x="176783" y="170596"/>
                </a:lnTo>
                <a:lnTo>
                  <a:pt x="179831" y="173644"/>
                </a:lnTo>
                <a:lnTo>
                  <a:pt x="184403" y="175930"/>
                </a:lnTo>
                <a:lnTo>
                  <a:pt x="188213" y="178978"/>
                </a:lnTo>
                <a:lnTo>
                  <a:pt x="194309" y="179740"/>
                </a:lnTo>
                <a:lnTo>
                  <a:pt x="207263" y="179740"/>
                </a:lnTo>
                <a:lnTo>
                  <a:pt x="212597" y="178978"/>
                </a:lnTo>
                <a:lnTo>
                  <a:pt x="218694" y="178216"/>
                </a:lnTo>
                <a:close/>
              </a:path>
              <a:path w="504825" h="181609">
                <a:moveTo>
                  <a:pt x="215645" y="67726"/>
                </a:moveTo>
                <a:lnTo>
                  <a:pt x="215645" y="50962"/>
                </a:lnTo>
                <a:lnTo>
                  <a:pt x="194309" y="50962"/>
                </a:lnTo>
                <a:lnTo>
                  <a:pt x="194309" y="67726"/>
                </a:lnTo>
                <a:lnTo>
                  <a:pt x="215645" y="67726"/>
                </a:lnTo>
                <a:close/>
              </a:path>
              <a:path w="504825" h="181609">
                <a:moveTo>
                  <a:pt x="317753" y="114208"/>
                </a:moveTo>
                <a:lnTo>
                  <a:pt x="317753" y="97444"/>
                </a:lnTo>
                <a:lnTo>
                  <a:pt x="310622" y="99599"/>
                </a:lnTo>
                <a:lnTo>
                  <a:pt x="301847" y="101539"/>
                </a:lnTo>
                <a:lnTo>
                  <a:pt x="291500" y="103337"/>
                </a:lnTo>
                <a:lnTo>
                  <a:pt x="279653" y="105064"/>
                </a:lnTo>
                <a:lnTo>
                  <a:pt x="270509" y="105826"/>
                </a:lnTo>
                <a:lnTo>
                  <a:pt x="264413" y="107350"/>
                </a:lnTo>
                <a:lnTo>
                  <a:pt x="233933" y="127924"/>
                </a:lnTo>
                <a:lnTo>
                  <a:pt x="230885" y="132496"/>
                </a:lnTo>
                <a:lnTo>
                  <a:pt x="229361" y="138592"/>
                </a:lnTo>
                <a:lnTo>
                  <a:pt x="229361" y="144688"/>
                </a:lnTo>
                <a:lnTo>
                  <a:pt x="252221" y="177472"/>
                </a:lnTo>
                <a:lnTo>
                  <a:pt x="252221" y="140116"/>
                </a:lnTo>
                <a:lnTo>
                  <a:pt x="252983" y="137068"/>
                </a:lnTo>
                <a:lnTo>
                  <a:pt x="282701" y="122590"/>
                </a:lnTo>
                <a:lnTo>
                  <a:pt x="293536" y="120744"/>
                </a:lnTo>
                <a:lnTo>
                  <a:pt x="303085" y="118684"/>
                </a:lnTo>
                <a:lnTo>
                  <a:pt x="311205" y="116482"/>
                </a:lnTo>
                <a:lnTo>
                  <a:pt x="317753" y="114208"/>
                </a:lnTo>
                <a:close/>
              </a:path>
              <a:path w="504825" h="181609">
                <a:moveTo>
                  <a:pt x="345947" y="178216"/>
                </a:moveTo>
                <a:lnTo>
                  <a:pt x="339851" y="86776"/>
                </a:lnTo>
                <a:lnTo>
                  <a:pt x="339089" y="79918"/>
                </a:lnTo>
                <a:lnTo>
                  <a:pt x="338327" y="76108"/>
                </a:lnTo>
                <a:lnTo>
                  <a:pt x="335279" y="65440"/>
                </a:lnTo>
                <a:lnTo>
                  <a:pt x="331469" y="61630"/>
                </a:lnTo>
                <a:lnTo>
                  <a:pt x="328421" y="57820"/>
                </a:lnTo>
                <a:lnTo>
                  <a:pt x="288797" y="47969"/>
                </a:lnTo>
                <a:lnTo>
                  <a:pt x="282475" y="48199"/>
                </a:lnTo>
                <a:lnTo>
                  <a:pt x="237744" y="70774"/>
                </a:lnTo>
                <a:lnTo>
                  <a:pt x="233171" y="87538"/>
                </a:lnTo>
                <a:lnTo>
                  <a:pt x="253745" y="90586"/>
                </a:lnTo>
                <a:lnTo>
                  <a:pt x="256794" y="81442"/>
                </a:lnTo>
                <a:lnTo>
                  <a:pt x="259841" y="75346"/>
                </a:lnTo>
                <a:lnTo>
                  <a:pt x="265175" y="71536"/>
                </a:lnTo>
                <a:lnTo>
                  <a:pt x="269747" y="67726"/>
                </a:lnTo>
                <a:lnTo>
                  <a:pt x="277367" y="66202"/>
                </a:lnTo>
                <a:lnTo>
                  <a:pt x="315467" y="76870"/>
                </a:lnTo>
                <a:lnTo>
                  <a:pt x="317753" y="82966"/>
                </a:lnTo>
                <a:lnTo>
                  <a:pt x="317753" y="163503"/>
                </a:lnTo>
                <a:lnTo>
                  <a:pt x="319277" y="162214"/>
                </a:lnTo>
                <a:lnTo>
                  <a:pt x="320039" y="168310"/>
                </a:lnTo>
                <a:lnTo>
                  <a:pt x="321563" y="173644"/>
                </a:lnTo>
                <a:lnTo>
                  <a:pt x="323850" y="178216"/>
                </a:lnTo>
                <a:lnTo>
                  <a:pt x="345947" y="178216"/>
                </a:lnTo>
                <a:close/>
              </a:path>
              <a:path w="504825" h="181609">
                <a:moveTo>
                  <a:pt x="317753" y="163503"/>
                </a:moveTo>
                <a:lnTo>
                  <a:pt x="317753" y="131734"/>
                </a:lnTo>
                <a:lnTo>
                  <a:pt x="316229" y="139354"/>
                </a:lnTo>
                <a:lnTo>
                  <a:pt x="310895" y="150022"/>
                </a:lnTo>
                <a:lnTo>
                  <a:pt x="306323" y="155356"/>
                </a:lnTo>
                <a:lnTo>
                  <a:pt x="300227" y="158404"/>
                </a:lnTo>
                <a:lnTo>
                  <a:pt x="293369" y="162214"/>
                </a:lnTo>
                <a:lnTo>
                  <a:pt x="286511" y="164500"/>
                </a:lnTo>
                <a:lnTo>
                  <a:pt x="269747" y="164500"/>
                </a:lnTo>
                <a:lnTo>
                  <a:pt x="262889" y="162214"/>
                </a:lnTo>
                <a:lnTo>
                  <a:pt x="259079" y="158404"/>
                </a:lnTo>
                <a:lnTo>
                  <a:pt x="254507" y="154594"/>
                </a:lnTo>
                <a:lnTo>
                  <a:pt x="252221" y="150022"/>
                </a:lnTo>
                <a:lnTo>
                  <a:pt x="252221" y="177472"/>
                </a:lnTo>
                <a:lnTo>
                  <a:pt x="254507" y="178501"/>
                </a:lnTo>
                <a:lnTo>
                  <a:pt x="263080" y="180561"/>
                </a:lnTo>
                <a:lnTo>
                  <a:pt x="272795" y="181264"/>
                </a:lnTo>
                <a:lnTo>
                  <a:pt x="281177" y="181264"/>
                </a:lnTo>
                <a:lnTo>
                  <a:pt x="288797" y="179740"/>
                </a:lnTo>
                <a:lnTo>
                  <a:pt x="302132" y="174429"/>
                </a:lnTo>
                <a:lnTo>
                  <a:pt x="307848" y="171167"/>
                </a:lnTo>
                <a:lnTo>
                  <a:pt x="313563" y="167048"/>
                </a:lnTo>
                <a:lnTo>
                  <a:pt x="317753" y="163503"/>
                </a:lnTo>
                <a:close/>
              </a:path>
              <a:path w="504825" h="181609">
                <a:moveTo>
                  <a:pt x="441959" y="55534"/>
                </a:moveTo>
                <a:lnTo>
                  <a:pt x="434339" y="50962"/>
                </a:lnTo>
                <a:lnTo>
                  <a:pt x="426719" y="47914"/>
                </a:lnTo>
                <a:lnTo>
                  <a:pt x="414527" y="47914"/>
                </a:lnTo>
                <a:lnTo>
                  <a:pt x="391667" y="70774"/>
                </a:lnTo>
                <a:lnTo>
                  <a:pt x="391667" y="50962"/>
                </a:lnTo>
                <a:lnTo>
                  <a:pt x="372617" y="50962"/>
                </a:lnTo>
                <a:lnTo>
                  <a:pt x="372617" y="178216"/>
                </a:lnTo>
                <a:lnTo>
                  <a:pt x="393953" y="178216"/>
                </a:lnTo>
                <a:lnTo>
                  <a:pt x="393953" y="111922"/>
                </a:lnTo>
                <a:lnTo>
                  <a:pt x="394227" y="105207"/>
                </a:lnTo>
                <a:lnTo>
                  <a:pt x="413765" y="70774"/>
                </a:lnTo>
                <a:lnTo>
                  <a:pt x="423671" y="70774"/>
                </a:lnTo>
                <a:lnTo>
                  <a:pt x="429006" y="72298"/>
                </a:lnTo>
                <a:lnTo>
                  <a:pt x="434339" y="75346"/>
                </a:lnTo>
                <a:lnTo>
                  <a:pt x="441959" y="55534"/>
                </a:lnTo>
                <a:close/>
              </a:path>
              <a:path w="504825" h="181609">
                <a:moveTo>
                  <a:pt x="458723" y="67726"/>
                </a:moveTo>
                <a:lnTo>
                  <a:pt x="458723" y="50962"/>
                </a:lnTo>
                <a:lnTo>
                  <a:pt x="442721" y="50962"/>
                </a:lnTo>
                <a:lnTo>
                  <a:pt x="442721" y="67726"/>
                </a:lnTo>
                <a:lnTo>
                  <a:pt x="458723" y="67726"/>
                </a:lnTo>
                <a:close/>
              </a:path>
              <a:path w="504825" h="181609">
                <a:moveTo>
                  <a:pt x="504444" y="178216"/>
                </a:moveTo>
                <a:lnTo>
                  <a:pt x="501395" y="159166"/>
                </a:lnTo>
                <a:lnTo>
                  <a:pt x="497585" y="159166"/>
                </a:lnTo>
                <a:lnTo>
                  <a:pt x="494538" y="159928"/>
                </a:lnTo>
                <a:lnTo>
                  <a:pt x="489203" y="159928"/>
                </a:lnTo>
                <a:lnTo>
                  <a:pt x="486156" y="159166"/>
                </a:lnTo>
                <a:lnTo>
                  <a:pt x="484631" y="158404"/>
                </a:lnTo>
                <a:lnTo>
                  <a:pt x="483107" y="156880"/>
                </a:lnTo>
                <a:lnTo>
                  <a:pt x="481583" y="156118"/>
                </a:lnTo>
                <a:lnTo>
                  <a:pt x="480821" y="153832"/>
                </a:lnTo>
                <a:lnTo>
                  <a:pt x="480059" y="152308"/>
                </a:lnTo>
                <a:lnTo>
                  <a:pt x="480059" y="6766"/>
                </a:lnTo>
                <a:lnTo>
                  <a:pt x="458723" y="19720"/>
                </a:lnTo>
                <a:lnTo>
                  <a:pt x="458723" y="153832"/>
                </a:lnTo>
                <a:lnTo>
                  <a:pt x="459485" y="162214"/>
                </a:lnTo>
                <a:lnTo>
                  <a:pt x="461009" y="166024"/>
                </a:lnTo>
                <a:lnTo>
                  <a:pt x="462533" y="170596"/>
                </a:lnTo>
                <a:lnTo>
                  <a:pt x="465581" y="173644"/>
                </a:lnTo>
                <a:lnTo>
                  <a:pt x="470153" y="175930"/>
                </a:lnTo>
                <a:lnTo>
                  <a:pt x="474725" y="178978"/>
                </a:lnTo>
                <a:lnTo>
                  <a:pt x="480059" y="179644"/>
                </a:lnTo>
                <a:lnTo>
                  <a:pt x="493013" y="179740"/>
                </a:lnTo>
                <a:lnTo>
                  <a:pt x="498347" y="178978"/>
                </a:lnTo>
                <a:lnTo>
                  <a:pt x="504444" y="178216"/>
                </a:lnTo>
                <a:close/>
              </a:path>
              <a:path w="504825" h="181609">
                <a:moveTo>
                  <a:pt x="501395" y="67726"/>
                </a:moveTo>
                <a:lnTo>
                  <a:pt x="501395" y="50962"/>
                </a:lnTo>
                <a:lnTo>
                  <a:pt x="480059" y="50962"/>
                </a:lnTo>
                <a:lnTo>
                  <a:pt x="480059" y="67726"/>
                </a:lnTo>
                <a:lnTo>
                  <a:pt x="501395" y="67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90724" y="45415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7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53791" y="640841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69">
                <a:moveTo>
                  <a:pt x="92201" y="167788"/>
                </a:moveTo>
                <a:lnTo>
                  <a:pt x="92201" y="124968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2"/>
                </a:lnTo>
                <a:lnTo>
                  <a:pt x="0" y="129540"/>
                </a:lnTo>
                <a:lnTo>
                  <a:pt x="17525" y="165354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69">
                <a:moveTo>
                  <a:pt x="105905" y="53340"/>
                </a:moveTo>
                <a:lnTo>
                  <a:pt x="105905" y="37338"/>
                </a:lnTo>
                <a:lnTo>
                  <a:pt x="104381" y="29718"/>
                </a:lnTo>
                <a:lnTo>
                  <a:pt x="75221" y="3536"/>
                </a:lnTo>
                <a:lnTo>
                  <a:pt x="53340" y="112"/>
                </a:lnTo>
                <a:lnTo>
                  <a:pt x="44986" y="726"/>
                </a:lnTo>
                <a:lnTo>
                  <a:pt x="8467" y="26384"/>
                </a:lnTo>
                <a:lnTo>
                  <a:pt x="2286" y="45720"/>
                </a:lnTo>
                <a:lnTo>
                  <a:pt x="23609" y="49530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6"/>
                </a:lnTo>
                <a:lnTo>
                  <a:pt x="64008" y="17526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80"/>
                </a:lnTo>
                <a:lnTo>
                  <a:pt x="83807" y="37338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90"/>
                </a:lnTo>
                <a:lnTo>
                  <a:pt x="99809" y="66294"/>
                </a:lnTo>
                <a:lnTo>
                  <a:pt x="104381" y="60198"/>
                </a:lnTo>
                <a:lnTo>
                  <a:pt x="105905" y="53340"/>
                </a:lnTo>
                <a:close/>
              </a:path>
              <a:path w="217170" h="179069">
                <a:moveTo>
                  <a:pt x="83807" y="80011"/>
                </a:moveTo>
                <a:lnTo>
                  <a:pt x="83807" y="54864"/>
                </a:lnTo>
                <a:lnTo>
                  <a:pt x="80759" y="62484"/>
                </a:lnTo>
                <a:lnTo>
                  <a:pt x="73151" y="67056"/>
                </a:lnTo>
                <a:lnTo>
                  <a:pt x="47231" y="74676"/>
                </a:lnTo>
                <a:lnTo>
                  <a:pt x="46482" y="73914"/>
                </a:lnTo>
                <a:lnTo>
                  <a:pt x="44958" y="73914"/>
                </a:lnTo>
                <a:lnTo>
                  <a:pt x="42659" y="92964"/>
                </a:lnTo>
                <a:lnTo>
                  <a:pt x="48755" y="91440"/>
                </a:lnTo>
                <a:lnTo>
                  <a:pt x="53340" y="90678"/>
                </a:lnTo>
                <a:lnTo>
                  <a:pt x="57912" y="90678"/>
                </a:lnTo>
                <a:lnTo>
                  <a:pt x="65038" y="91249"/>
                </a:lnTo>
                <a:lnTo>
                  <a:pt x="71526" y="92964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69">
                <a:moveTo>
                  <a:pt x="115062" y="124206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2"/>
                </a:lnTo>
                <a:lnTo>
                  <a:pt x="91509" y="117824"/>
                </a:lnTo>
                <a:lnTo>
                  <a:pt x="92201" y="124968"/>
                </a:lnTo>
                <a:lnTo>
                  <a:pt x="92201" y="167788"/>
                </a:lnTo>
                <a:lnTo>
                  <a:pt x="98285" y="163068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6"/>
                </a:lnTo>
                <a:close/>
              </a:path>
              <a:path w="217170" h="179069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40"/>
                </a:lnTo>
                <a:lnTo>
                  <a:pt x="183629" y="48768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82453" y="132206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30103" y="1508760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30">
                <a:moveTo>
                  <a:pt x="64769" y="176022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6" y="62769"/>
                </a:lnTo>
                <a:lnTo>
                  <a:pt x="10858" y="60198"/>
                </a:lnTo>
                <a:lnTo>
                  <a:pt x="16716" y="57054"/>
                </a:lnTo>
                <a:lnTo>
                  <a:pt x="22859" y="53340"/>
                </a:lnTo>
                <a:lnTo>
                  <a:pt x="31241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69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50371" y="132206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82019" y="1508870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92201" y="167630"/>
                </a:moveTo>
                <a:lnTo>
                  <a:pt x="92201" y="124857"/>
                </a:lnTo>
                <a:lnTo>
                  <a:pt x="91499" y="132119"/>
                </a:lnTo>
                <a:lnTo>
                  <a:pt x="89415" y="138998"/>
                </a:lnTo>
                <a:lnTo>
                  <a:pt x="55625" y="161433"/>
                </a:lnTo>
                <a:lnTo>
                  <a:pt x="47243" y="161433"/>
                </a:lnTo>
                <a:lnTo>
                  <a:pt x="21336" y="126381"/>
                </a:lnTo>
                <a:lnTo>
                  <a:pt x="0" y="129429"/>
                </a:lnTo>
                <a:lnTo>
                  <a:pt x="17525" y="165243"/>
                </a:lnTo>
                <a:lnTo>
                  <a:pt x="54863" y="178899"/>
                </a:lnTo>
                <a:lnTo>
                  <a:pt x="57150" y="178833"/>
                </a:lnTo>
                <a:lnTo>
                  <a:pt x="67758" y="177958"/>
                </a:lnTo>
                <a:lnTo>
                  <a:pt x="78962" y="174958"/>
                </a:lnTo>
                <a:lnTo>
                  <a:pt x="89165" y="169957"/>
                </a:lnTo>
                <a:lnTo>
                  <a:pt x="92201" y="167630"/>
                </a:lnTo>
                <a:close/>
              </a:path>
              <a:path w="115570" h="179069">
                <a:moveTo>
                  <a:pt x="105917" y="53229"/>
                </a:moveTo>
                <a:lnTo>
                  <a:pt x="105917" y="37227"/>
                </a:lnTo>
                <a:lnTo>
                  <a:pt x="103632" y="29607"/>
                </a:lnTo>
                <a:lnTo>
                  <a:pt x="75116" y="3425"/>
                </a:lnTo>
                <a:lnTo>
                  <a:pt x="53339" y="0"/>
                </a:lnTo>
                <a:lnTo>
                  <a:pt x="44958" y="610"/>
                </a:lnTo>
                <a:lnTo>
                  <a:pt x="8477" y="26273"/>
                </a:lnTo>
                <a:lnTo>
                  <a:pt x="2286" y="45609"/>
                </a:lnTo>
                <a:lnTo>
                  <a:pt x="23622" y="49419"/>
                </a:lnTo>
                <a:lnTo>
                  <a:pt x="25181" y="41858"/>
                </a:lnTo>
                <a:lnTo>
                  <a:pt x="27527" y="35226"/>
                </a:lnTo>
                <a:lnTo>
                  <a:pt x="30587" y="29595"/>
                </a:lnTo>
                <a:lnTo>
                  <a:pt x="34289" y="25035"/>
                </a:lnTo>
                <a:lnTo>
                  <a:pt x="39624" y="20463"/>
                </a:lnTo>
                <a:lnTo>
                  <a:pt x="47243" y="17415"/>
                </a:lnTo>
                <a:lnTo>
                  <a:pt x="64008" y="17415"/>
                </a:lnTo>
                <a:lnTo>
                  <a:pt x="70865" y="20463"/>
                </a:lnTo>
                <a:lnTo>
                  <a:pt x="76200" y="25035"/>
                </a:lnTo>
                <a:lnTo>
                  <a:pt x="81534" y="30369"/>
                </a:lnTo>
                <a:lnTo>
                  <a:pt x="83820" y="37227"/>
                </a:lnTo>
                <a:lnTo>
                  <a:pt x="83820" y="79899"/>
                </a:lnTo>
                <a:lnTo>
                  <a:pt x="89915" y="76851"/>
                </a:lnTo>
                <a:lnTo>
                  <a:pt x="96012" y="72279"/>
                </a:lnTo>
                <a:lnTo>
                  <a:pt x="99822" y="66183"/>
                </a:lnTo>
                <a:lnTo>
                  <a:pt x="104393" y="60087"/>
                </a:lnTo>
                <a:lnTo>
                  <a:pt x="105917" y="53229"/>
                </a:lnTo>
                <a:close/>
              </a:path>
              <a:path w="115570" h="179069">
                <a:moveTo>
                  <a:pt x="83820" y="79899"/>
                </a:moveTo>
                <a:lnTo>
                  <a:pt x="83820" y="54753"/>
                </a:lnTo>
                <a:lnTo>
                  <a:pt x="80010" y="62373"/>
                </a:lnTo>
                <a:lnTo>
                  <a:pt x="73151" y="66945"/>
                </a:lnTo>
                <a:lnTo>
                  <a:pt x="47243" y="74565"/>
                </a:lnTo>
                <a:lnTo>
                  <a:pt x="46482" y="73803"/>
                </a:lnTo>
                <a:lnTo>
                  <a:pt x="44958" y="73803"/>
                </a:lnTo>
                <a:lnTo>
                  <a:pt x="42672" y="92853"/>
                </a:lnTo>
                <a:lnTo>
                  <a:pt x="48767" y="91329"/>
                </a:lnTo>
                <a:lnTo>
                  <a:pt x="53339" y="90567"/>
                </a:lnTo>
                <a:lnTo>
                  <a:pt x="57150" y="90567"/>
                </a:lnTo>
                <a:lnTo>
                  <a:pt x="64615" y="91138"/>
                </a:lnTo>
                <a:lnTo>
                  <a:pt x="71151" y="92853"/>
                </a:lnTo>
                <a:lnTo>
                  <a:pt x="76973" y="95710"/>
                </a:lnTo>
                <a:lnTo>
                  <a:pt x="82296" y="99711"/>
                </a:lnTo>
                <a:lnTo>
                  <a:pt x="82296" y="80661"/>
                </a:lnTo>
                <a:lnTo>
                  <a:pt x="83820" y="79899"/>
                </a:lnTo>
                <a:close/>
              </a:path>
              <a:path w="115570" h="179069">
                <a:moveTo>
                  <a:pt x="115062" y="124095"/>
                </a:moveTo>
                <a:lnTo>
                  <a:pt x="95821" y="86280"/>
                </a:lnTo>
                <a:lnTo>
                  <a:pt x="82296" y="80661"/>
                </a:lnTo>
                <a:lnTo>
                  <a:pt x="82296" y="99711"/>
                </a:lnTo>
                <a:lnTo>
                  <a:pt x="86415" y="105140"/>
                </a:lnTo>
                <a:lnTo>
                  <a:pt x="89535" y="111141"/>
                </a:lnTo>
                <a:lnTo>
                  <a:pt x="91511" y="117713"/>
                </a:lnTo>
                <a:lnTo>
                  <a:pt x="92201" y="124857"/>
                </a:lnTo>
                <a:lnTo>
                  <a:pt x="92201" y="167630"/>
                </a:lnTo>
                <a:lnTo>
                  <a:pt x="98298" y="162957"/>
                </a:lnTo>
                <a:lnTo>
                  <a:pt x="105417" y="154527"/>
                </a:lnTo>
                <a:lnTo>
                  <a:pt x="110680" y="145240"/>
                </a:lnTo>
                <a:lnTo>
                  <a:pt x="113942" y="135096"/>
                </a:lnTo>
                <a:lnTo>
                  <a:pt x="115062" y="124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18289" y="132206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8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51461" y="1511808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5">
                <a:moveTo>
                  <a:pt x="113537" y="16764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4"/>
                </a:lnTo>
                <a:close/>
              </a:path>
              <a:path w="113664" h="173355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4"/>
                </a:lnTo>
                <a:lnTo>
                  <a:pt x="36754" y="108406"/>
                </a:lnTo>
                <a:lnTo>
                  <a:pt x="26574" y="150114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8"/>
                </a:lnTo>
                <a:lnTo>
                  <a:pt x="59864" y="109227"/>
                </a:lnTo>
                <a:lnTo>
                  <a:pt x="80010" y="64008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86195" y="132206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7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17855" y="1508760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115061" y="84582"/>
                </a:moveTo>
                <a:lnTo>
                  <a:pt x="111199" y="44612"/>
                </a:lnTo>
                <a:lnTo>
                  <a:pt x="86093" y="9144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6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4"/>
                </a:lnTo>
                <a:lnTo>
                  <a:pt x="22098" y="106698"/>
                </a:lnTo>
                <a:lnTo>
                  <a:pt x="22098" y="60198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6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6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2"/>
                </a:lnTo>
                <a:close/>
              </a:path>
              <a:path w="115570" h="179069">
                <a:moveTo>
                  <a:pt x="93725" y="161795"/>
                </a:moveTo>
                <a:lnTo>
                  <a:pt x="93725" y="97536"/>
                </a:lnTo>
                <a:lnTo>
                  <a:pt x="93571" y="104382"/>
                </a:lnTo>
                <a:lnTo>
                  <a:pt x="93057" y="111156"/>
                </a:lnTo>
                <a:lnTo>
                  <a:pt x="82283" y="144780"/>
                </a:lnTo>
                <a:lnTo>
                  <a:pt x="79248" y="149352"/>
                </a:lnTo>
                <a:lnTo>
                  <a:pt x="75437" y="153924"/>
                </a:lnTo>
                <a:lnTo>
                  <a:pt x="70091" y="156972"/>
                </a:lnTo>
                <a:lnTo>
                  <a:pt x="65519" y="160020"/>
                </a:lnTo>
                <a:lnTo>
                  <a:pt x="59435" y="161544"/>
                </a:lnTo>
                <a:lnTo>
                  <a:pt x="44945" y="161544"/>
                </a:lnTo>
                <a:lnTo>
                  <a:pt x="23622" y="133350"/>
                </a:lnTo>
                <a:lnTo>
                  <a:pt x="3048" y="135636"/>
                </a:lnTo>
                <a:lnTo>
                  <a:pt x="25895" y="172642"/>
                </a:lnTo>
                <a:lnTo>
                  <a:pt x="52565" y="179070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2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69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6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8"/>
                </a:lnTo>
                <a:lnTo>
                  <a:pt x="22098" y="106698"/>
                </a:lnTo>
                <a:lnTo>
                  <a:pt x="60198" y="116586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8"/>
                </a:lnTo>
                <a:lnTo>
                  <a:pt x="89141" y="100584"/>
                </a:lnTo>
                <a:lnTo>
                  <a:pt x="91440" y="971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54113" y="132206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7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7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33957" y="1508760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69">
                <a:moveTo>
                  <a:pt x="64770" y="176022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40"/>
                </a:lnTo>
                <a:lnTo>
                  <a:pt x="31229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70" y="176022"/>
                </a:lnTo>
                <a:close/>
              </a:path>
              <a:path w="234950" h="179069">
                <a:moveTo>
                  <a:pt x="211835" y="167972"/>
                </a:moveTo>
                <a:lnTo>
                  <a:pt x="211835" y="124968"/>
                </a:lnTo>
                <a:lnTo>
                  <a:pt x="211252" y="132230"/>
                </a:lnTo>
                <a:lnTo>
                  <a:pt x="209453" y="139065"/>
                </a:lnTo>
                <a:lnTo>
                  <a:pt x="176022" y="161544"/>
                </a:lnTo>
                <a:lnTo>
                  <a:pt x="167640" y="161544"/>
                </a:lnTo>
                <a:lnTo>
                  <a:pt x="141719" y="126492"/>
                </a:lnTo>
                <a:lnTo>
                  <a:pt x="120396" y="129540"/>
                </a:lnTo>
                <a:lnTo>
                  <a:pt x="137159" y="165354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69">
                <a:moveTo>
                  <a:pt x="226314" y="53340"/>
                </a:moveTo>
                <a:lnTo>
                  <a:pt x="226314" y="37337"/>
                </a:lnTo>
                <a:lnTo>
                  <a:pt x="224015" y="29718"/>
                </a:lnTo>
                <a:lnTo>
                  <a:pt x="195183" y="3536"/>
                </a:lnTo>
                <a:lnTo>
                  <a:pt x="173735" y="107"/>
                </a:lnTo>
                <a:lnTo>
                  <a:pt x="165013" y="722"/>
                </a:lnTo>
                <a:lnTo>
                  <a:pt x="128773" y="26384"/>
                </a:lnTo>
                <a:lnTo>
                  <a:pt x="121920" y="45720"/>
                </a:lnTo>
                <a:lnTo>
                  <a:pt x="144005" y="49530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6"/>
                </a:lnTo>
                <a:lnTo>
                  <a:pt x="160020" y="20574"/>
                </a:lnTo>
                <a:lnTo>
                  <a:pt x="166865" y="17526"/>
                </a:lnTo>
                <a:lnTo>
                  <a:pt x="183629" y="17526"/>
                </a:lnTo>
                <a:lnTo>
                  <a:pt x="190500" y="20574"/>
                </a:lnTo>
                <a:lnTo>
                  <a:pt x="195833" y="25146"/>
                </a:lnTo>
                <a:lnTo>
                  <a:pt x="201155" y="30480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90"/>
                </a:lnTo>
                <a:lnTo>
                  <a:pt x="224015" y="60198"/>
                </a:lnTo>
                <a:lnTo>
                  <a:pt x="226314" y="53340"/>
                </a:lnTo>
                <a:close/>
              </a:path>
              <a:path w="234950" h="179069">
                <a:moveTo>
                  <a:pt x="204216" y="79728"/>
                </a:moveTo>
                <a:lnTo>
                  <a:pt x="204216" y="54864"/>
                </a:lnTo>
                <a:lnTo>
                  <a:pt x="200393" y="62484"/>
                </a:lnTo>
                <a:lnTo>
                  <a:pt x="192785" y="67056"/>
                </a:lnTo>
                <a:lnTo>
                  <a:pt x="187363" y="70175"/>
                </a:lnTo>
                <a:lnTo>
                  <a:pt x="181444" y="72580"/>
                </a:lnTo>
                <a:lnTo>
                  <a:pt x="175098" y="74128"/>
                </a:lnTo>
                <a:lnTo>
                  <a:pt x="168389" y="74676"/>
                </a:lnTo>
                <a:lnTo>
                  <a:pt x="167640" y="74676"/>
                </a:lnTo>
                <a:lnTo>
                  <a:pt x="166116" y="73914"/>
                </a:lnTo>
                <a:lnTo>
                  <a:pt x="164579" y="73914"/>
                </a:lnTo>
                <a:lnTo>
                  <a:pt x="162293" y="92964"/>
                </a:lnTo>
                <a:lnTo>
                  <a:pt x="168389" y="91440"/>
                </a:lnTo>
                <a:lnTo>
                  <a:pt x="173735" y="90678"/>
                </a:lnTo>
                <a:lnTo>
                  <a:pt x="177546" y="90678"/>
                </a:lnTo>
                <a:lnTo>
                  <a:pt x="184684" y="91249"/>
                </a:lnTo>
                <a:lnTo>
                  <a:pt x="191255" y="92964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2"/>
                </a:lnTo>
                <a:lnTo>
                  <a:pt x="204216" y="79728"/>
                </a:lnTo>
                <a:close/>
              </a:path>
              <a:path w="234950" h="179069">
                <a:moveTo>
                  <a:pt x="234696" y="124206"/>
                </a:moveTo>
                <a:lnTo>
                  <a:pt x="215830" y="86391"/>
                </a:lnTo>
                <a:lnTo>
                  <a:pt x="201917" y="80772"/>
                </a:lnTo>
                <a:lnTo>
                  <a:pt x="201917" y="99259"/>
                </a:lnTo>
                <a:lnTo>
                  <a:pt x="202679" y="99822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8"/>
                </a:lnTo>
                <a:lnTo>
                  <a:pt x="211835" y="167972"/>
                </a:lnTo>
                <a:lnTo>
                  <a:pt x="217919" y="163068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22805" y="132206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7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82813" y="1508760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69">
                <a:moveTo>
                  <a:pt x="93725" y="94070"/>
                </a:moveTo>
                <a:lnTo>
                  <a:pt x="93725" y="48006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7"/>
                </a:lnTo>
                <a:lnTo>
                  <a:pt x="0" y="170688"/>
                </a:lnTo>
                <a:lnTo>
                  <a:pt x="0" y="176022"/>
                </a:lnTo>
                <a:lnTo>
                  <a:pt x="29730" y="176022"/>
                </a:lnTo>
                <a:lnTo>
                  <a:pt x="29730" y="155448"/>
                </a:lnTo>
                <a:lnTo>
                  <a:pt x="32016" y="151638"/>
                </a:lnTo>
                <a:lnTo>
                  <a:pt x="64020" y="121920"/>
                </a:lnTo>
                <a:lnTo>
                  <a:pt x="74712" y="112323"/>
                </a:lnTo>
                <a:lnTo>
                  <a:pt x="83832" y="104011"/>
                </a:lnTo>
                <a:lnTo>
                  <a:pt x="91233" y="96845"/>
                </a:lnTo>
                <a:lnTo>
                  <a:pt x="93725" y="94070"/>
                </a:lnTo>
                <a:close/>
              </a:path>
              <a:path w="254000" h="179069">
                <a:moveTo>
                  <a:pt x="115823" y="55626"/>
                </a:moveTo>
                <a:lnTo>
                  <a:pt x="115823" y="48768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2"/>
                </a:lnTo>
                <a:lnTo>
                  <a:pt x="25920" y="52578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6"/>
                </a:lnTo>
                <a:lnTo>
                  <a:pt x="70116" y="17526"/>
                </a:lnTo>
                <a:lnTo>
                  <a:pt x="78485" y="20574"/>
                </a:lnTo>
                <a:lnTo>
                  <a:pt x="90690" y="32765"/>
                </a:lnTo>
                <a:lnTo>
                  <a:pt x="93725" y="39624"/>
                </a:lnTo>
                <a:lnTo>
                  <a:pt x="93725" y="94070"/>
                </a:lnTo>
                <a:lnTo>
                  <a:pt x="96773" y="90678"/>
                </a:lnTo>
                <a:lnTo>
                  <a:pt x="114300" y="62484"/>
                </a:lnTo>
                <a:lnTo>
                  <a:pt x="115823" y="55626"/>
                </a:lnTo>
                <a:close/>
              </a:path>
              <a:path w="254000" h="179069">
                <a:moveTo>
                  <a:pt x="115823" y="176022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2"/>
                </a:lnTo>
                <a:lnTo>
                  <a:pt x="115823" y="176022"/>
                </a:lnTo>
                <a:close/>
              </a:path>
              <a:path w="254000" h="179069">
                <a:moveTo>
                  <a:pt x="253758" y="89153"/>
                </a:moveTo>
                <a:lnTo>
                  <a:pt x="249173" y="48006"/>
                </a:lnTo>
                <a:lnTo>
                  <a:pt x="227837" y="9143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1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2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80"/>
                </a:lnTo>
                <a:lnTo>
                  <a:pt x="195833" y="17526"/>
                </a:lnTo>
                <a:lnTo>
                  <a:pt x="202985" y="18502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69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4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7"/>
                </a:lnTo>
                <a:lnTo>
                  <a:pt x="196608" y="179070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2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90724" y="132206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7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153791" y="1508760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69">
                <a:moveTo>
                  <a:pt x="92201" y="167788"/>
                </a:moveTo>
                <a:lnTo>
                  <a:pt x="92201" y="124967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1"/>
                </a:lnTo>
                <a:lnTo>
                  <a:pt x="0" y="129539"/>
                </a:lnTo>
                <a:lnTo>
                  <a:pt x="17525" y="165353"/>
                </a:lnTo>
                <a:lnTo>
                  <a:pt x="55625" y="179069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69">
                <a:moveTo>
                  <a:pt x="105905" y="53340"/>
                </a:moveTo>
                <a:lnTo>
                  <a:pt x="105905" y="37337"/>
                </a:lnTo>
                <a:lnTo>
                  <a:pt x="104381" y="29718"/>
                </a:lnTo>
                <a:lnTo>
                  <a:pt x="75221" y="3536"/>
                </a:lnTo>
                <a:lnTo>
                  <a:pt x="53340" y="112"/>
                </a:lnTo>
                <a:lnTo>
                  <a:pt x="44986" y="726"/>
                </a:lnTo>
                <a:lnTo>
                  <a:pt x="8467" y="26384"/>
                </a:lnTo>
                <a:lnTo>
                  <a:pt x="2286" y="45720"/>
                </a:lnTo>
                <a:lnTo>
                  <a:pt x="23609" y="49530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6"/>
                </a:lnTo>
                <a:lnTo>
                  <a:pt x="64008" y="17526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80"/>
                </a:lnTo>
                <a:lnTo>
                  <a:pt x="83807" y="37337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90"/>
                </a:lnTo>
                <a:lnTo>
                  <a:pt x="99809" y="66293"/>
                </a:lnTo>
                <a:lnTo>
                  <a:pt x="104381" y="60198"/>
                </a:lnTo>
                <a:lnTo>
                  <a:pt x="105905" y="53340"/>
                </a:lnTo>
                <a:close/>
              </a:path>
              <a:path w="217170" h="179069">
                <a:moveTo>
                  <a:pt x="83807" y="80011"/>
                </a:moveTo>
                <a:lnTo>
                  <a:pt x="83807" y="54864"/>
                </a:lnTo>
                <a:lnTo>
                  <a:pt x="80759" y="62484"/>
                </a:lnTo>
                <a:lnTo>
                  <a:pt x="73151" y="67056"/>
                </a:lnTo>
                <a:lnTo>
                  <a:pt x="47231" y="74676"/>
                </a:lnTo>
                <a:lnTo>
                  <a:pt x="46482" y="73914"/>
                </a:lnTo>
                <a:lnTo>
                  <a:pt x="44958" y="73914"/>
                </a:lnTo>
                <a:lnTo>
                  <a:pt x="42659" y="92964"/>
                </a:lnTo>
                <a:lnTo>
                  <a:pt x="48755" y="91440"/>
                </a:lnTo>
                <a:lnTo>
                  <a:pt x="53340" y="90678"/>
                </a:lnTo>
                <a:lnTo>
                  <a:pt x="57912" y="90678"/>
                </a:lnTo>
                <a:lnTo>
                  <a:pt x="65038" y="91249"/>
                </a:lnTo>
                <a:lnTo>
                  <a:pt x="71526" y="92964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69">
                <a:moveTo>
                  <a:pt x="115062" y="124206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1"/>
                </a:lnTo>
                <a:lnTo>
                  <a:pt x="91509" y="117824"/>
                </a:lnTo>
                <a:lnTo>
                  <a:pt x="92201" y="124967"/>
                </a:lnTo>
                <a:lnTo>
                  <a:pt x="92201" y="167788"/>
                </a:lnTo>
                <a:lnTo>
                  <a:pt x="98285" y="163067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6"/>
                </a:lnTo>
                <a:close/>
              </a:path>
              <a:path w="217170" h="179069">
                <a:moveTo>
                  <a:pt x="217157" y="176021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40"/>
                </a:lnTo>
                <a:lnTo>
                  <a:pt x="183629" y="48768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1"/>
                </a:lnTo>
                <a:lnTo>
                  <a:pt x="217157" y="176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82453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82453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030103" y="2376677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30">
                <a:moveTo>
                  <a:pt x="64769" y="176021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6" y="62769"/>
                </a:lnTo>
                <a:lnTo>
                  <a:pt x="10858" y="60197"/>
                </a:lnTo>
                <a:lnTo>
                  <a:pt x="16716" y="57054"/>
                </a:lnTo>
                <a:lnTo>
                  <a:pt x="22859" y="53339"/>
                </a:lnTo>
                <a:lnTo>
                  <a:pt x="31241" y="48767"/>
                </a:lnTo>
                <a:lnTo>
                  <a:pt x="38100" y="43433"/>
                </a:lnTo>
                <a:lnTo>
                  <a:pt x="43433" y="38861"/>
                </a:lnTo>
                <a:lnTo>
                  <a:pt x="43433" y="176021"/>
                </a:lnTo>
                <a:lnTo>
                  <a:pt x="64769" y="176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50371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60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50371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82019" y="2376789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92201" y="167630"/>
                </a:moveTo>
                <a:lnTo>
                  <a:pt x="92201" y="124857"/>
                </a:lnTo>
                <a:lnTo>
                  <a:pt x="91499" y="132119"/>
                </a:lnTo>
                <a:lnTo>
                  <a:pt x="89415" y="138998"/>
                </a:lnTo>
                <a:lnTo>
                  <a:pt x="55625" y="161433"/>
                </a:lnTo>
                <a:lnTo>
                  <a:pt x="47243" y="161433"/>
                </a:lnTo>
                <a:lnTo>
                  <a:pt x="21336" y="126381"/>
                </a:lnTo>
                <a:lnTo>
                  <a:pt x="0" y="129429"/>
                </a:lnTo>
                <a:lnTo>
                  <a:pt x="17525" y="165243"/>
                </a:lnTo>
                <a:lnTo>
                  <a:pt x="54863" y="178899"/>
                </a:lnTo>
                <a:lnTo>
                  <a:pt x="57150" y="178833"/>
                </a:lnTo>
                <a:lnTo>
                  <a:pt x="67758" y="177958"/>
                </a:lnTo>
                <a:lnTo>
                  <a:pt x="78962" y="174958"/>
                </a:lnTo>
                <a:lnTo>
                  <a:pt x="89165" y="169957"/>
                </a:lnTo>
                <a:lnTo>
                  <a:pt x="92201" y="167630"/>
                </a:lnTo>
                <a:close/>
              </a:path>
              <a:path w="115570" h="179069">
                <a:moveTo>
                  <a:pt x="105917" y="53229"/>
                </a:moveTo>
                <a:lnTo>
                  <a:pt x="105917" y="37227"/>
                </a:lnTo>
                <a:lnTo>
                  <a:pt x="103632" y="29607"/>
                </a:lnTo>
                <a:lnTo>
                  <a:pt x="75116" y="3425"/>
                </a:lnTo>
                <a:lnTo>
                  <a:pt x="53339" y="0"/>
                </a:lnTo>
                <a:lnTo>
                  <a:pt x="44958" y="610"/>
                </a:lnTo>
                <a:lnTo>
                  <a:pt x="8477" y="26273"/>
                </a:lnTo>
                <a:lnTo>
                  <a:pt x="2286" y="45609"/>
                </a:lnTo>
                <a:lnTo>
                  <a:pt x="23622" y="49419"/>
                </a:lnTo>
                <a:lnTo>
                  <a:pt x="25181" y="41858"/>
                </a:lnTo>
                <a:lnTo>
                  <a:pt x="27527" y="35226"/>
                </a:lnTo>
                <a:lnTo>
                  <a:pt x="30587" y="29595"/>
                </a:lnTo>
                <a:lnTo>
                  <a:pt x="34289" y="25035"/>
                </a:lnTo>
                <a:lnTo>
                  <a:pt x="39624" y="20463"/>
                </a:lnTo>
                <a:lnTo>
                  <a:pt x="47243" y="17415"/>
                </a:lnTo>
                <a:lnTo>
                  <a:pt x="64008" y="17415"/>
                </a:lnTo>
                <a:lnTo>
                  <a:pt x="70865" y="20463"/>
                </a:lnTo>
                <a:lnTo>
                  <a:pt x="76200" y="25035"/>
                </a:lnTo>
                <a:lnTo>
                  <a:pt x="81534" y="30369"/>
                </a:lnTo>
                <a:lnTo>
                  <a:pt x="83820" y="37227"/>
                </a:lnTo>
                <a:lnTo>
                  <a:pt x="83820" y="79899"/>
                </a:lnTo>
                <a:lnTo>
                  <a:pt x="89915" y="76851"/>
                </a:lnTo>
                <a:lnTo>
                  <a:pt x="96012" y="72279"/>
                </a:lnTo>
                <a:lnTo>
                  <a:pt x="99822" y="66183"/>
                </a:lnTo>
                <a:lnTo>
                  <a:pt x="104393" y="60087"/>
                </a:lnTo>
                <a:lnTo>
                  <a:pt x="105917" y="53229"/>
                </a:lnTo>
                <a:close/>
              </a:path>
              <a:path w="115570" h="179069">
                <a:moveTo>
                  <a:pt x="83820" y="79899"/>
                </a:moveTo>
                <a:lnTo>
                  <a:pt x="83820" y="54753"/>
                </a:lnTo>
                <a:lnTo>
                  <a:pt x="80010" y="62373"/>
                </a:lnTo>
                <a:lnTo>
                  <a:pt x="73151" y="66945"/>
                </a:lnTo>
                <a:lnTo>
                  <a:pt x="47243" y="74565"/>
                </a:lnTo>
                <a:lnTo>
                  <a:pt x="46482" y="73803"/>
                </a:lnTo>
                <a:lnTo>
                  <a:pt x="44958" y="73803"/>
                </a:lnTo>
                <a:lnTo>
                  <a:pt x="42672" y="92853"/>
                </a:lnTo>
                <a:lnTo>
                  <a:pt x="48767" y="91329"/>
                </a:lnTo>
                <a:lnTo>
                  <a:pt x="53339" y="90567"/>
                </a:lnTo>
                <a:lnTo>
                  <a:pt x="57150" y="90567"/>
                </a:lnTo>
                <a:lnTo>
                  <a:pt x="64615" y="91138"/>
                </a:lnTo>
                <a:lnTo>
                  <a:pt x="71151" y="92853"/>
                </a:lnTo>
                <a:lnTo>
                  <a:pt x="76973" y="95710"/>
                </a:lnTo>
                <a:lnTo>
                  <a:pt x="82296" y="99711"/>
                </a:lnTo>
                <a:lnTo>
                  <a:pt x="82296" y="80661"/>
                </a:lnTo>
                <a:lnTo>
                  <a:pt x="83820" y="79899"/>
                </a:lnTo>
                <a:close/>
              </a:path>
              <a:path w="115570" h="179069">
                <a:moveTo>
                  <a:pt x="115062" y="124095"/>
                </a:moveTo>
                <a:lnTo>
                  <a:pt x="95821" y="86280"/>
                </a:lnTo>
                <a:lnTo>
                  <a:pt x="82296" y="80661"/>
                </a:lnTo>
                <a:lnTo>
                  <a:pt x="82296" y="99711"/>
                </a:lnTo>
                <a:lnTo>
                  <a:pt x="86415" y="105140"/>
                </a:lnTo>
                <a:lnTo>
                  <a:pt x="89535" y="111141"/>
                </a:lnTo>
                <a:lnTo>
                  <a:pt x="91511" y="117713"/>
                </a:lnTo>
                <a:lnTo>
                  <a:pt x="92201" y="124857"/>
                </a:lnTo>
                <a:lnTo>
                  <a:pt x="92201" y="167630"/>
                </a:lnTo>
                <a:lnTo>
                  <a:pt x="98298" y="162957"/>
                </a:lnTo>
                <a:lnTo>
                  <a:pt x="105417" y="154527"/>
                </a:lnTo>
                <a:lnTo>
                  <a:pt x="110680" y="145240"/>
                </a:lnTo>
                <a:lnTo>
                  <a:pt x="113942" y="135096"/>
                </a:lnTo>
                <a:lnTo>
                  <a:pt x="115062" y="124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18289" y="218998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19" y="288798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18289" y="218998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8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51461" y="2379726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5">
                <a:moveTo>
                  <a:pt x="113537" y="16763"/>
                </a:moveTo>
                <a:lnTo>
                  <a:pt x="113537" y="0"/>
                </a:lnTo>
                <a:lnTo>
                  <a:pt x="0" y="0"/>
                </a:lnTo>
                <a:lnTo>
                  <a:pt x="0" y="20573"/>
                </a:lnTo>
                <a:lnTo>
                  <a:pt x="85344" y="20573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3"/>
                </a:lnTo>
                <a:close/>
              </a:path>
              <a:path w="113664" h="173355">
                <a:moveTo>
                  <a:pt x="85344" y="54737"/>
                </a:moveTo>
                <a:lnTo>
                  <a:pt x="85344" y="20573"/>
                </a:lnTo>
                <a:lnTo>
                  <a:pt x="77473" y="30289"/>
                </a:lnTo>
                <a:lnTo>
                  <a:pt x="54863" y="66293"/>
                </a:lnTo>
                <a:lnTo>
                  <a:pt x="36754" y="108406"/>
                </a:lnTo>
                <a:lnTo>
                  <a:pt x="26574" y="150113"/>
                </a:lnTo>
                <a:lnTo>
                  <a:pt x="24384" y="172973"/>
                </a:lnTo>
                <a:lnTo>
                  <a:pt x="46482" y="172973"/>
                </a:lnTo>
                <a:lnTo>
                  <a:pt x="47470" y="160115"/>
                </a:lnTo>
                <a:lnTo>
                  <a:pt x="49244" y="147827"/>
                </a:lnTo>
                <a:lnTo>
                  <a:pt x="59864" y="109227"/>
                </a:lnTo>
                <a:lnTo>
                  <a:pt x="80010" y="64007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386195" y="218998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8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8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86195" y="218998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8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17855" y="2376677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69">
                <a:moveTo>
                  <a:pt x="115061" y="84581"/>
                </a:moveTo>
                <a:lnTo>
                  <a:pt x="111199" y="44612"/>
                </a:lnTo>
                <a:lnTo>
                  <a:pt x="86093" y="9143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5"/>
                </a:lnTo>
                <a:lnTo>
                  <a:pt x="881" y="71437"/>
                </a:lnTo>
                <a:lnTo>
                  <a:pt x="3619" y="82295"/>
                </a:lnTo>
                <a:lnTo>
                  <a:pt x="8358" y="92011"/>
                </a:lnTo>
                <a:lnTo>
                  <a:pt x="15240" y="100583"/>
                </a:lnTo>
                <a:lnTo>
                  <a:pt x="22098" y="106698"/>
                </a:lnTo>
                <a:lnTo>
                  <a:pt x="22098" y="60197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1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1"/>
                </a:lnTo>
                <a:close/>
              </a:path>
              <a:path w="115570" h="179069">
                <a:moveTo>
                  <a:pt x="93725" y="161795"/>
                </a:moveTo>
                <a:lnTo>
                  <a:pt x="93725" y="97535"/>
                </a:lnTo>
                <a:lnTo>
                  <a:pt x="93571" y="104382"/>
                </a:lnTo>
                <a:lnTo>
                  <a:pt x="93057" y="111156"/>
                </a:lnTo>
                <a:lnTo>
                  <a:pt x="82283" y="144779"/>
                </a:lnTo>
                <a:lnTo>
                  <a:pt x="79248" y="149351"/>
                </a:lnTo>
                <a:lnTo>
                  <a:pt x="75437" y="153923"/>
                </a:lnTo>
                <a:lnTo>
                  <a:pt x="70091" y="156971"/>
                </a:lnTo>
                <a:lnTo>
                  <a:pt x="65519" y="160019"/>
                </a:lnTo>
                <a:lnTo>
                  <a:pt x="59435" y="161544"/>
                </a:lnTo>
                <a:lnTo>
                  <a:pt x="44945" y="161544"/>
                </a:lnTo>
                <a:lnTo>
                  <a:pt x="23622" y="133349"/>
                </a:lnTo>
                <a:lnTo>
                  <a:pt x="3048" y="135635"/>
                </a:lnTo>
                <a:lnTo>
                  <a:pt x="25895" y="172642"/>
                </a:lnTo>
                <a:lnTo>
                  <a:pt x="52565" y="179069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69">
                <a:moveTo>
                  <a:pt x="91440" y="97145"/>
                </a:moveTo>
                <a:lnTo>
                  <a:pt x="91440" y="57911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5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7"/>
                </a:lnTo>
                <a:lnTo>
                  <a:pt x="22098" y="106698"/>
                </a:lnTo>
                <a:lnTo>
                  <a:pt x="60198" y="116585"/>
                </a:lnTo>
                <a:lnTo>
                  <a:pt x="68567" y="114299"/>
                </a:lnTo>
                <a:lnTo>
                  <a:pt x="76228" y="110472"/>
                </a:lnTo>
                <a:lnTo>
                  <a:pt x="83807" y="105917"/>
                </a:lnTo>
                <a:lnTo>
                  <a:pt x="89141" y="100583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54113" y="218998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8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33957" y="2376677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69">
                <a:moveTo>
                  <a:pt x="64770" y="176021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4" y="62769"/>
                </a:lnTo>
                <a:lnTo>
                  <a:pt x="10853" y="60197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7"/>
                </a:lnTo>
                <a:lnTo>
                  <a:pt x="38100" y="43433"/>
                </a:lnTo>
                <a:lnTo>
                  <a:pt x="43433" y="38861"/>
                </a:lnTo>
                <a:lnTo>
                  <a:pt x="43433" y="176021"/>
                </a:lnTo>
                <a:lnTo>
                  <a:pt x="64770" y="176021"/>
                </a:lnTo>
                <a:close/>
              </a:path>
              <a:path w="234950" h="179069">
                <a:moveTo>
                  <a:pt x="211835" y="167972"/>
                </a:moveTo>
                <a:lnTo>
                  <a:pt x="211835" y="124967"/>
                </a:lnTo>
                <a:lnTo>
                  <a:pt x="211252" y="132230"/>
                </a:lnTo>
                <a:lnTo>
                  <a:pt x="209453" y="139064"/>
                </a:lnTo>
                <a:lnTo>
                  <a:pt x="176022" y="161544"/>
                </a:lnTo>
                <a:lnTo>
                  <a:pt x="167640" y="161544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69">
                <a:moveTo>
                  <a:pt x="226314" y="53339"/>
                </a:moveTo>
                <a:lnTo>
                  <a:pt x="226314" y="37337"/>
                </a:lnTo>
                <a:lnTo>
                  <a:pt x="224015" y="29717"/>
                </a:lnTo>
                <a:lnTo>
                  <a:pt x="195183" y="3536"/>
                </a:lnTo>
                <a:lnTo>
                  <a:pt x="173735" y="107"/>
                </a:lnTo>
                <a:lnTo>
                  <a:pt x="165013" y="722"/>
                </a:lnTo>
                <a:lnTo>
                  <a:pt x="128773" y="26384"/>
                </a:lnTo>
                <a:lnTo>
                  <a:pt x="121920" y="45719"/>
                </a:lnTo>
                <a:lnTo>
                  <a:pt x="144005" y="49529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5"/>
                </a:lnTo>
                <a:lnTo>
                  <a:pt x="160020" y="20573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3"/>
                </a:lnTo>
                <a:lnTo>
                  <a:pt x="195833" y="25145"/>
                </a:lnTo>
                <a:lnTo>
                  <a:pt x="201155" y="30479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1"/>
                </a:lnTo>
                <a:lnTo>
                  <a:pt x="216407" y="72389"/>
                </a:lnTo>
                <a:lnTo>
                  <a:pt x="224015" y="60197"/>
                </a:lnTo>
                <a:lnTo>
                  <a:pt x="226314" y="53339"/>
                </a:lnTo>
                <a:close/>
              </a:path>
              <a:path w="234950" h="179069">
                <a:moveTo>
                  <a:pt x="204216" y="79728"/>
                </a:moveTo>
                <a:lnTo>
                  <a:pt x="204216" y="54863"/>
                </a:lnTo>
                <a:lnTo>
                  <a:pt x="200393" y="62483"/>
                </a:lnTo>
                <a:lnTo>
                  <a:pt x="192785" y="67055"/>
                </a:lnTo>
                <a:lnTo>
                  <a:pt x="187363" y="70175"/>
                </a:lnTo>
                <a:lnTo>
                  <a:pt x="181444" y="72580"/>
                </a:lnTo>
                <a:lnTo>
                  <a:pt x="175098" y="74128"/>
                </a:lnTo>
                <a:lnTo>
                  <a:pt x="168389" y="74675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1"/>
                </a:lnTo>
                <a:lnTo>
                  <a:pt x="204216" y="79728"/>
                </a:lnTo>
                <a:close/>
              </a:path>
              <a:path w="234950" h="179069">
                <a:moveTo>
                  <a:pt x="234696" y="124205"/>
                </a:moveTo>
                <a:lnTo>
                  <a:pt x="215830" y="86391"/>
                </a:lnTo>
                <a:lnTo>
                  <a:pt x="201917" y="80771"/>
                </a:lnTo>
                <a:lnTo>
                  <a:pt x="201917" y="99259"/>
                </a:lnTo>
                <a:lnTo>
                  <a:pt x="202679" y="99821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7"/>
                </a:lnTo>
                <a:lnTo>
                  <a:pt x="211835" y="167972"/>
                </a:lnTo>
                <a:lnTo>
                  <a:pt x="217919" y="163067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122805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8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8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282813" y="2376677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69">
                <a:moveTo>
                  <a:pt x="93725" y="94070"/>
                </a:moveTo>
                <a:lnTo>
                  <a:pt x="93725" y="48005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6"/>
                </a:lnTo>
                <a:lnTo>
                  <a:pt x="0" y="170687"/>
                </a:lnTo>
                <a:lnTo>
                  <a:pt x="0" y="176021"/>
                </a:lnTo>
                <a:lnTo>
                  <a:pt x="29730" y="176021"/>
                </a:lnTo>
                <a:lnTo>
                  <a:pt x="29730" y="155447"/>
                </a:lnTo>
                <a:lnTo>
                  <a:pt x="32016" y="151637"/>
                </a:lnTo>
                <a:lnTo>
                  <a:pt x="64020" y="121919"/>
                </a:lnTo>
                <a:lnTo>
                  <a:pt x="74712" y="112323"/>
                </a:lnTo>
                <a:lnTo>
                  <a:pt x="83832" y="104011"/>
                </a:lnTo>
                <a:lnTo>
                  <a:pt x="91233" y="96845"/>
                </a:lnTo>
                <a:lnTo>
                  <a:pt x="93725" y="94070"/>
                </a:lnTo>
                <a:close/>
              </a:path>
              <a:path w="254000" h="179069">
                <a:moveTo>
                  <a:pt x="115823" y="55625"/>
                </a:moveTo>
                <a:lnTo>
                  <a:pt x="115823" y="48767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3"/>
                </a:lnTo>
                <a:lnTo>
                  <a:pt x="84594" y="26669"/>
                </a:lnTo>
                <a:lnTo>
                  <a:pt x="90690" y="32003"/>
                </a:lnTo>
                <a:lnTo>
                  <a:pt x="93725" y="39623"/>
                </a:lnTo>
                <a:lnTo>
                  <a:pt x="93725" y="94070"/>
                </a:lnTo>
                <a:lnTo>
                  <a:pt x="96773" y="90677"/>
                </a:lnTo>
                <a:lnTo>
                  <a:pt x="114300" y="62483"/>
                </a:lnTo>
                <a:lnTo>
                  <a:pt x="115823" y="55625"/>
                </a:lnTo>
                <a:close/>
              </a:path>
              <a:path w="254000" h="179069">
                <a:moveTo>
                  <a:pt x="115823" y="176021"/>
                </a:moveTo>
                <a:lnTo>
                  <a:pt x="115823" y="155447"/>
                </a:lnTo>
                <a:lnTo>
                  <a:pt x="29730" y="155447"/>
                </a:lnTo>
                <a:lnTo>
                  <a:pt x="29730" y="176021"/>
                </a:lnTo>
                <a:lnTo>
                  <a:pt x="115823" y="176021"/>
                </a:lnTo>
                <a:close/>
              </a:path>
              <a:path w="254000" h="179069">
                <a:moveTo>
                  <a:pt x="253758" y="89153"/>
                </a:moveTo>
                <a:lnTo>
                  <a:pt x="249173" y="48005"/>
                </a:lnTo>
                <a:lnTo>
                  <a:pt x="227837" y="9143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0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1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79"/>
                </a:lnTo>
                <a:lnTo>
                  <a:pt x="195833" y="17525"/>
                </a:lnTo>
                <a:lnTo>
                  <a:pt x="202985" y="18502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69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4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2"/>
                </a:lnTo>
                <a:lnTo>
                  <a:pt x="173556" y="174497"/>
                </a:lnTo>
                <a:lnTo>
                  <a:pt x="184297" y="177926"/>
                </a:lnTo>
                <a:lnTo>
                  <a:pt x="196608" y="179069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990724" y="218998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8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153791" y="2376677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69">
                <a:moveTo>
                  <a:pt x="92201" y="167788"/>
                </a:moveTo>
                <a:lnTo>
                  <a:pt x="92201" y="124968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2"/>
                </a:lnTo>
                <a:lnTo>
                  <a:pt x="0" y="129540"/>
                </a:lnTo>
                <a:lnTo>
                  <a:pt x="17525" y="165354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69">
                <a:moveTo>
                  <a:pt x="105905" y="53340"/>
                </a:moveTo>
                <a:lnTo>
                  <a:pt x="105905" y="37338"/>
                </a:lnTo>
                <a:lnTo>
                  <a:pt x="104381" y="29718"/>
                </a:lnTo>
                <a:lnTo>
                  <a:pt x="75221" y="3536"/>
                </a:lnTo>
                <a:lnTo>
                  <a:pt x="53340" y="112"/>
                </a:lnTo>
                <a:lnTo>
                  <a:pt x="44986" y="726"/>
                </a:lnTo>
                <a:lnTo>
                  <a:pt x="8467" y="26384"/>
                </a:lnTo>
                <a:lnTo>
                  <a:pt x="2286" y="45720"/>
                </a:lnTo>
                <a:lnTo>
                  <a:pt x="23609" y="49530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6"/>
                </a:lnTo>
                <a:lnTo>
                  <a:pt x="64008" y="17526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80"/>
                </a:lnTo>
                <a:lnTo>
                  <a:pt x="83807" y="37338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90"/>
                </a:lnTo>
                <a:lnTo>
                  <a:pt x="99809" y="66294"/>
                </a:lnTo>
                <a:lnTo>
                  <a:pt x="104381" y="60198"/>
                </a:lnTo>
                <a:lnTo>
                  <a:pt x="105905" y="53340"/>
                </a:lnTo>
                <a:close/>
              </a:path>
              <a:path w="217170" h="179069">
                <a:moveTo>
                  <a:pt x="83807" y="80011"/>
                </a:moveTo>
                <a:lnTo>
                  <a:pt x="83807" y="54864"/>
                </a:lnTo>
                <a:lnTo>
                  <a:pt x="80759" y="62484"/>
                </a:lnTo>
                <a:lnTo>
                  <a:pt x="73151" y="67056"/>
                </a:lnTo>
                <a:lnTo>
                  <a:pt x="47231" y="74676"/>
                </a:lnTo>
                <a:lnTo>
                  <a:pt x="46482" y="73914"/>
                </a:lnTo>
                <a:lnTo>
                  <a:pt x="44958" y="73914"/>
                </a:lnTo>
                <a:lnTo>
                  <a:pt x="42659" y="92964"/>
                </a:lnTo>
                <a:lnTo>
                  <a:pt x="48755" y="91440"/>
                </a:lnTo>
                <a:lnTo>
                  <a:pt x="53340" y="90678"/>
                </a:lnTo>
                <a:lnTo>
                  <a:pt x="57912" y="90678"/>
                </a:lnTo>
                <a:lnTo>
                  <a:pt x="65038" y="91249"/>
                </a:lnTo>
                <a:lnTo>
                  <a:pt x="71526" y="92964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69">
                <a:moveTo>
                  <a:pt x="115062" y="124206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1"/>
                </a:lnTo>
                <a:lnTo>
                  <a:pt x="91509" y="117824"/>
                </a:lnTo>
                <a:lnTo>
                  <a:pt x="92201" y="124968"/>
                </a:lnTo>
                <a:lnTo>
                  <a:pt x="92201" y="167788"/>
                </a:lnTo>
                <a:lnTo>
                  <a:pt x="98285" y="163068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6"/>
                </a:lnTo>
                <a:close/>
              </a:path>
              <a:path w="217170" h="179069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40"/>
                </a:lnTo>
                <a:lnTo>
                  <a:pt x="183629" y="48768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82453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82453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30103" y="3244595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29">
                <a:moveTo>
                  <a:pt x="64769" y="176022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6" y="62769"/>
                </a:lnTo>
                <a:lnTo>
                  <a:pt x="10858" y="60198"/>
                </a:lnTo>
                <a:lnTo>
                  <a:pt x="16716" y="57054"/>
                </a:lnTo>
                <a:lnTo>
                  <a:pt x="22859" y="53340"/>
                </a:lnTo>
                <a:lnTo>
                  <a:pt x="31241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69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650371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60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650371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882019" y="3244705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32"/>
                </a:moveTo>
                <a:lnTo>
                  <a:pt x="92201" y="124858"/>
                </a:lnTo>
                <a:lnTo>
                  <a:pt x="91499" y="132121"/>
                </a:lnTo>
                <a:lnTo>
                  <a:pt x="89415" y="139000"/>
                </a:lnTo>
                <a:lnTo>
                  <a:pt x="55625" y="161434"/>
                </a:lnTo>
                <a:lnTo>
                  <a:pt x="47243" y="161434"/>
                </a:lnTo>
                <a:lnTo>
                  <a:pt x="21336" y="126382"/>
                </a:lnTo>
                <a:lnTo>
                  <a:pt x="0" y="129430"/>
                </a:lnTo>
                <a:lnTo>
                  <a:pt x="17525" y="165244"/>
                </a:lnTo>
                <a:lnTo>
                  <a:pt x="54863" y="178901"/>
                </a:lnTo>
                <a:lnTo>
                  <a:pt x="57150" y="178835"/>
                </a:lnTo>
                <a:lnTo>
                  <a:pt x="67758" y="177960"/>
                </a:lnTo>
                <a:lnTo>
                  <a:pt x="78962" y="174960"/>
                </a:lnTo>
                <a:lnTo>
                  <a:pt x="89165" y="169959"/>
                </a:lnTo>
                <a:lnTo>
                  <a:pt x="92201" y="167632"/>
                </a:lnTo>
                <a:close/>
              </a:path>
              <a:path w="115570" h="179070">
                <a:moveTo>
                  <a:pt x="105917" y="53230"/>
                </a:moveTo>
                <a:lnTo>
                  <a:pt x="105917" y="37228"/>
                </a:lnTo>
                <a:lnTo>
                  <a:pt x="103632" y="29608"/>
                </a:lnTo>
                <a:lnTo>
                  <a:pt x="75116" y="3427"/>
                </a:lnTo>
                <a:lnTo>
                  <a:pt x="53339" y="0"/>
                </a:lnTo>
                <a:lnTo>
                  <a:pt x="44958" y="600"/>
                </a:lnTo>
                <a:lnTo>
                  <a:pt x="8477" y="26179"/>
                </a:lnTo>
                <a:lnTo>
                  <a:pt x="2286" y="45610"/>
                </a:lnTo>
                <a:lnTo>
                  <a:pt x="23622" y="49420"/>
                </a:lnTo>
                <a:lnTo>
                  <a:pt x="25181" y="41860"/>
                </a:lnTo>
                <a:lnTo>
                  <a:pt x="27527" y="35228"/>
                </a:lnTo>
                <a:lnTo>
                  <a:pt x="30587" y="29596"/>
                </a:lnTo>
                <a:lnTo>
                  <a:pt x="34289" y="25036"/>
                </a:lnTo>
                <a:lnTo>
                  <a:pt x="39624" y="20464"/>
                </a:lnTo>
                <a:lnTo>
                  <a:pt x="47243" y="17416"/>
                </a:lnTo>
                <a:lnTo>
                  <a:pt x="64008" y="17416"/>
                </a:lnTo>
                <a:lnTo>
                  <a:pt x="70865" y="20464"/>
                </a:lnTo>
                <a:lnTo>
                  <a:pt x="76200" y="25036"/>
                </a:lnTo>
                <a:lnTo>
                  <a:pt x="81534" y="30370"/>
                </a:lnTo>
                <a:lnTo>
                  <a:pt x="83820" y="37228"/>
                </a:lnTo>
                <a:lnTo>
                  <a:pt x="83820" y="79900"/>
                </a:lnTo>
                <a:lnTo>
                  <a:pt x="89915" y="76852"/>
                </a:lnTo>
                <a:lnTo>
                  <a:pt x="96012" y="72280"/>
                </a:lnTo>
                <a:lnTo>
                  <a:pt x="99822" y="66184"/>
                </a:lnTo>
                <a:lnTo>
                  <a:pt x="104393" y="60088"/>
                </a:lnTo>
                <a:lnTo>
                  <a:pt x="105917" y="53230"/>
                </a:lnTo>
                <a:close/>
              </a:path>
              <a:path w="115570" h="179070">
                <a:moveTo>
                  <a:pt x="83820" y="79900"/>
                </a:moveTo>
                <a:lnTo>
                  <a:pt x="83820" y="54754"/>
                </a:lnTo>
                <a:lnTo>
                  <a:pt x="80010" y="62374"/>
                </a:lnTo>
                <a:lnTo>
                  <a:pt x="73151" y="66946"/>
                </a:lnTo>
                <a:lnTo>
                  <a:pt x="47243" y="74566"/>
                </a:lnTo>
                <a:lnTo>
                  <a:pt x="46482" y="73804"/>
                </a:lnTo>
                <a:lnTo>
                  <a:pt x="44958" y="73804"/>
                </a:lnTo>
                <a:lnTo>
                  <a:pt x="42672" y="92854"/>
                </a:lnTo>
                <a:lnTo>
                  <a:pt x="48767" y="91330"/>
                </a:lnTo>
                <a:lnTo>
                  <a:pt x="53339" y="90568"/>
                </a:lnTo>
                <a:lnTo>
                  <a:pt x="57150" y="90568"/>
                </a:lnTo>
                <a:lnTo>
                  <a:pt x="64615" y="91140"/>
                </a:lnTo>
                <a:lnTo>
                  <a:pt x="71151" y="92854"/>
                </a:lnTo>
                <a:lnTo>
                  <a:pt x="76973" y="95712"/>
                </a:lnTo>
                <a:lnTo>
                  <a:pt x="82296" y="99712"/>
                </a:lnTo>
                <a:lnTo>
                  <a:pt x="82296" y="80662"/>
                </a:lnTo>
                <a:lnTo>
                  <a:pt x="83820" y="79900"/>
                </a:lnTo>
                <a:close/>
              </a:path>
              <a:path w="115570" h="179070">
                <a:moveTo>
                  <a:pt x="115062" y="124096"/>
                </a:moveTo>
                <a:lnTo>
                  <a:pt x="95821" y="86282"/>
                </a:lnTo>
                <a:lnTo>
                  <a:pt x="82296" y="80662"/>
                </a:lnTo>
                <a:lnTo>
                  <a:pt x="82296" y="99712"/>
                </a:lnTo>
                <a:lnTo>
                  <a:pt x="86415" y="105142"/>
                </a:lnTo>
                <a:lnTo>
                  <a:pt x="89535" y="111142"/>
                </a:lnTo>
                <a:lnTo>
                  <a:pt x="91511" y="117715"/>
                </a:lnTo>
                <a:lnTo>
                  <a:pt x="92201" y="124858"/>
                </a:lnTo>
                <a:lnTo>
                  <a:pt x="92201" y="167632"/>
                </a:lnTo>
                <a:lnTo>
                  <a:pt x="98298" y="162958"/>
                </a:lnTo>
                <a:lnTo>
                  <a:pt x="105417" y="154529"/>
                </a:lnTo>
                <a:lnTo>
                  <a:pt x="110680" y="145242"/>
                </a:lnTo>
                <a:lnTo>
                  <a:pt x="113942" y="135098"/>
                </a:lnTo>
                <a:lnTo>
                  <a:pt x="115062" y="12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518289" y="3057905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19" y="288797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18289" y="3057905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7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751461" y="3247644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4">
                <a:moveTo>
                  <a:pt x="113537" y="16764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4"/>
                </a:lnTo>
                <a:close/>
              </a:path>
              <a:path w="113664" h="173354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4"/>
                </a:lnTo>
                <a:lnTo>
                  <a:pt x="36754" y="108406"/>
                </a:lnTo>
                <a:lnTo>
                  <a:pt x="26574" y="150114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8"/>
                </a:lnTo>
                <a:lnTo>
                  <a:pt x="59864" y="109227"/>
                </a:lnTo>
                <a:lnTo>
                  <a:pt x="80010" y="64008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386195" y="3057905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7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7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7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86195" y="3057905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7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7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7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617855" y="3244595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115061" y="84581"/>
                </a:moveTo>
                <a:lnTo>
                  <a:pt x="111199" y="44612"/>
                </a:lnTo>
                <a:lnTo>
                  <a:pt x="86093" y="9143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6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3"/>
                </a:lnTo>
                <a:lnTo>
                  <a:pt x="22098" y="106698"/>
                </a:lnTo>
                <a:lnTo>
                  <a:pt x="22098" y="60198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1"/>
                </a:lnTo>
                <a:close/>
              </a:path>
              <a:path w="115570" h="179070">
                <a:moveTo>
                  <a:pt x="93725" y="161795"/>
                </a:moveTo>
                <a:lnTo>
                  <a:pt x="93725" y="97536"/>
                </a:lnTo>
                <a:lnTo>
                  <a:pt x="93571" y="104382"/>
                </a:lnTo>
                <a:lnTo>
                  <a:pt x="93057" y="111156"/>
                </a:lnTo>
                <a:lnTo>
                  <a:pt x="82283" y="144779"/>
                </a:lnTo>
                <a:lnTo>
                  <a:pt x="79248" y="149351"/>
                </a:lnTo>
                <a:lnTo>
                  <a:pt x="75437" y="153924"/>
                </a:lnTo>
                <a:lnTo>
                  <a:pt x="70091" y="156971"/>
                </a:lnTo>
                <a:lnTo>
                  <a:pt x="65519" y="160019"/>
                </a:lnTo>
                <a:lnTo>
                  <a:pt x="59435" y="161543"/>
                </a:lnTo>
                <a:lnTo>
                  <a:pt x="44945" y="161543"/>
                </a:lnTo>
                <a:lnTo>
                  <a:pt x="23622" y="133350"/>
                </a:lnTo>
                <a:lnTo>
                  <a:pt x="3048" y="135636"/>
                </a:lnTo>
                <a:lnTo>
                  <a:pt x="25895" y="172642"/>
                </a:lnTo>
                <a:lnTo>
                  <a:pt x="52565" y="179069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70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6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8"/>
                </a:lnTo>
                <a:lnTo>
                  <a:pt x="22098" y="106698"/>
                </a:lnTo>
                <a:lnTo>
                  <a:pt x="60198" y="116586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7"/>
                </a:lnTo>
                <a:lnTo>
                  <a:pt x="89141" y="100583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254113" y="3057905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7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7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7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433957" y="3244595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70">
                <a:moveTo>
                  <a:pt x="64770" y="176021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7"/>
                </a:lnTo>
                <a:lnTo>
                  <a:pt x="38100" y="43433"/>
                </a:lnTo>
                <a:lnTo>
                  <a:pt x="43433" y="38862"/>
                </a:lnTo>
                <a:lnTo>
                  <a:pt x="43433" y="176021"/>
                </a:lnTo>
                <a:lnTo>
                  <a:pt x="64770" y="176021"/>
                </a:lnTo>
                <a:close/>
              </a:path>
              <a:path w="234950" h="179070">
                <a:moveTo>
                  <a:pt x="211835" y="167972"/>
                </a:moveTo>
                <a:lnTo>
                  <a:pt x="211835" y="124967"/>
                </a:lnTo>
                <a:lnTo>
                  <a:pt x="211252" y="132230"/>
                </a:lnTo>
                <a:lnTo>
                  <a:pt x="209453" y="139064"/>
                </a:lnTo>
                <a:lnTo>
                  <a:pt x="176022" y="161543"/>
                </a:lnTo>
                <a:lnTo>
                  <a:pt x="167640" y="161543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70">
                <a:moveTo>
                  <a:pt x="226314" y="53339"/>
                </a:moveTo>
                <a:lnTo>
                  <a:pt x="226314" y="37337"/>
                </a:lnTo>
                <a:lnTo>
                  <a:pt x="224015" y="29717"/>
                </a:lnTo>
                <a:lnTo>
                  <a:pt x="195183" y="3536"/>
                </a:lnTo>
                <a:lnTo>
                  <a:pt x="173735" y="105"/>
                </a:lnTo>
                <a:lnTo>
                  <a:pt x="165013" y="710"/>
                </a:lnTo>
                <a:lnTo>
                  <a:pt x="128773" y="26288"/>
                </a:lnTo>
                <a:lnTo>
                  <a:pt x="121920" y="45719"/>
                </a:lnTo>
                <a:lnTo>
                  <a:pt x="144005" y="49529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5"/>
                </a:lnTo>
                <a:lnTo>
                  <a:pt x="160020" y="20574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4"/>
                </a:lnTo>
                <a:lnTo>
                  <a:pt x="195833" y="25145"/>
                </a:lnTo>
                <a:lnTo>
                  <a:pt x="201155" y="30479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89"/>
                </a:lnTo>
                <a:lnTo>
                  <a:pt x="224015" y="60198"/>
                </a:lnTo>
                <a:lnTo>
                  <a:pt x="226314" y="53339"/>
                </a:lnTo>
                <a:close/>
              </a:path>
              <a:path w="234950" h="179070">
                <a:moveTo>
                  <a:pt x="204216" y="79728"/>
                </a:moveTo>
                <a:lnTo>
                  <a:pt x="204216" y="54863"/>
                </a:lnTo>
                <a:lnTo>
                  <a:pt x="200393" y="62483"/>
                </a:lnTo>
                <a:lnTo>
                  <a:pt x="192785" y="67055"/>
                </a:lnTo>
                <a:lnTo>
                  <a:pt x="187363" y="70175"/>
                </a:lnTo>
                <a:lnTo>
                  <a:pt x="181444" y="72580"/>
                </a:lnTo>
                <a:lnTo>
                  <a:pt x="175098" y="74128"/>
                </a:lnTo>
                <a:lnTo>
                  <a:pt x="168389" y="74675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1"/>
                </a:lnTo>
                <a:lnTo>
                  <a:pt x="204216" y="79728"/>
                </a:lnTo>
                <a:close/>
              </a:path>
              <a:path w="234950" h="179070">
                <a:moveTo>
                  <a:pt x="234696" y="124205"/>
                </a:moveTo>
                <a:lnTo>
                  <a:pt x="215830" y="86391"/>
                </a:lnTo>
                <a:lnTo>
                  <a:pt x="201917" y="80771"/>
                </a:lnTo>
                <a:lnTo>
                  <a:pt x="201917" y="99259"/>
                </a:lnTo>
                <a:lnTo>
                  <a:pt x="202679" y="99821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7"/>
                </a:lnTo>
                <a:lnTo>
                  <a:pt x="211835" y="167972"/>
                </a:lnTo>
                <a:lnTo>
                  <a:pt x="217919" y="163067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122805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7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282813" y="3244595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70">
                <a:moveTo>
                  <a:pt x="93725" y="94064"/>
                </a:moveTo>
                <a:lnTo>
                  <a:pt x="93725" y="48005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6"/>
                </a:lnTo>
                <a:lnTo>
                  <a:pt x="0" y="170687"/>
                </a:lnTo>
                <a:lnTo>
                  <a:pt x="0" y="176021"/>
                </a:lnTo>
                <a:lnTo>
                  <a:pt x="29730" y="176021"/>
                </a:lnTo>
                <a:lnTo>
                  <a:pt x="29730" y="155448"/>
                </a:lnTo>
                <a:lnTo>
                  <a:pt x="32016" y="151637"/>
                </a:lnTo>
                <a:lnTo>
                  <a:pt x="55162" y="128897"/>
                </a:lnTo>
                <a:lnTo>
                  <a:pt x="64020" y="121157"/>
                </a:lnTo>
                <a:lnTo>
                  <a:pt x="74712" y="112002"/>
                </a:lnTo>
                <a:lnTo>
                  <a:pt x="83832" y="103916"/>
                </a:lnTo>
                <a:lnTo>
                  <a:pt x="91233" y="96833"/>
                </a:lnTo>
                <a:lnTo>
                  <a:pt x="93725" y="94064"/>
                </a:lnTo>
                <a:close/>
              </a:path>
              <a:path w="254000" h="179070">
                <a:moveTo>
                  <a:pt x="115823" y="55625"/>
                </a:moveTo>
                <a:lnTo>
                  <a:pt x="115823" y="48767"/>
                </a:lnTo>
                <a:lnTo>
                  <a:pt x="114849" y="38790"/>
                </a:lnTo>
                <a:lnTo>
                  <a:pt x="83731" y="3429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4"/>
                </a:lnTo>
                <a:lnTo>
                  <a:pt x="84594" y="26669"/>
                </a:lnTo>
                <a:lnTo>
                  <a:pt x="90690" y="32003"/>
                </a:lnTo>
                <a:lnTo>
                  <a:pt x="93725" y="39624"/>
                </a:lnTo>
                <a:lnTo>
                  <a:pt x="93725" y="94064"/>
                </a:lnTo>
                <a:lnTo>
                  <a:pt x="96773" y="90677"/>
                </a:lnTo>
                <a:lnTo>
                  <a:pt x="114300" y="62483"/>
                </a:lnTo>
                <a:lnTo>
                  <a:pt x="115823" y="55625"/>
                </a:lnTo>
                <a:close/>
              </a:path>
              <a:path w="254000" h="179070">
                <a:moveTo>
                  <a:pt x="115823" y="176021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1"/>
                </a:lnTo>
                <a:lnTo>
                  <a:pt x="115823" y="176021"/>
                </a:lnTo>
                <a:close/>
              </a:path>
              <a:path w="254000" h="179070">
                <a:moveTo>
                  <a:pt x="253758" y="89153"/>
                </a:moveTo>
                <a:lnTo>
                  <a:pt x="249173" y="48005"/>
                </a:lnTo>
                <a:lnTo>
                  <a:pt x="227837" y="9143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0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1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79"/>
                </a:lnTo>
                <a:lnTo>
                  <a:pt x="195833" y="17525"/>
                </a:lnTo>
                <a:lnTo>
                  <a:pt x="202985" y="18395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70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3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6"/>
                </a:lnTo>
                <a:lnTo>
                  <a:pt x="196608" y="179069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990724" y="3057905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7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7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7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153791" y="3244595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70">
                <a:moveTo>
                  <a:pt x="92201" y="167788"/>
                </a:moveTo>
                <a:lnTo>
                  <a:pt x="92201" y="124968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2"/>
                </a:lnTo>
                <a:lnTo>
                  <a:pt x="0" y="129540"/>
                </a:lnTo>
                <a:lnTo>
                  <a:pt x="17525" y="165354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70">
                <a:moveTo>
                  <a:pt x="105905" y="53340"/>
                </a:moveTo>
                <a:lnTo>
                  <a:pt x="105905" y="37338"/>
                </a:lnTo>
                <a:lnTo>
                  <a:pt x="104381" y="29718"/>
                </a:lnTo>
                <a:lnTo>
                  <a:pt x="75221" y="3536"/>
                </a:lnTo>
                <a:lnTo>
                  <a:pt x="53340" y="110"/>
                </a:lnTo>
                <a:lnTo>
                  <a:pt x="44986" y="714"/>
                </a:lnTo>
                <a:lnTo>
                  <a:pt x="8467" y="26289"/>
                </a:lnTo>
                <a:lnTo>
                  <a:pt x="2286" y="45720"/>
                </a:lnTo>
                <a:lnTo>
                  <a:pt x="23609" y="49530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6"/>
                </a:lnTo>
                <a:lnTo>
                  <a:pt x="64008" y="17526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80"/>
                </a:lnTo>
                <a:lnTo>
                  <a:pt x="83807" y="37338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90"/>
                </a:lnTo>
                <a:lnTo>
                  <a:pt x="99809" y="66294"/>
                </a:lnTo>
                <a:lnTo>
                  <a:pt x="104381" y="60198"/>
                </a:lnTo>
                <a:lnTo>
                  <a:pt x="105905" y="53340"/>
                </a:lnTo>
                <a:close/>
              </a:path>
              <a:path w="217170" h="179070">
                <a:moveTo>
                  <a:pt x="83807" y="80011"/>
                </a:moveTo>
                <a:lnTo>
                  <a:pt x="83807" y="54864"/>
                </a:lnTo>
                <a:lnTo>
                  <a:pt x="80759" y="62484"/>
                </a:lnTo>
                <a:lnTo>
                  <a:pt x="73151" y="67056"/>
                </a:lnTo>
                <a:lnTo>
                  <a:pt x="47231" y="74676"/>
                </a:lnTo>
                <a:lnTo>
                  <a:pt x="46482" y="73914"/>
                </a:lnTo>
                <a:lnTo>
                  <a:pt x="44958" y="73914"/>
                </a:lnTo>
                <a:lnTo>
                  <a:pt x="42659" y="92964"/>
                </a:lnTo>
                <a:lnTo>
                  <a:pt x="48755" y="91440"/>
                </a:lnTo>
                <a:lnTo>
                  <a:pt x="53340" y="90678"/>
                </a:lnTo>
                <a:lnTo>
                  <a:pt x="57912" y="90678"/>
                </a:lnTo>
                <a:lnTo>
                  <a:pt x="65038" y="91249"/>
                </a:lnTo>
                <a:lnTo>
                  <a:pt x="71526" y="92964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70">
                <a:moveTo>
                  <a:pt x="115062" y="124206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2"/>
                </a:lnTo>
                <a:lnTo>
                  <a:pt x="91509" y="117824"/>
                </a:lnTo>
                <a:lnTo>
                  <a:pt x="92201" y="124968"/>
                </a:lnTo>
                <a:lnTo>
                  <a:pt x="92201" y="167788"/>
                </a:lnTo>
                <a:lnTo>
                  <a:pt x="98285" y="163068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6"/>
                </a:lnTo>
                <a:close/>
              </a:path>
              <a:path w="217170" h="179070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40"/>
                </a:lnTo>
                <a:lnTo>
                  <a:pt x="183629" y="48768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82453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82453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30103" y="4112514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29">
                <a:moveTo>
                  <a:pt x="64769" y="176022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6" y="62769"/>
                </a:lnTo>
                <a:lnTo>
                  <a:pt x="10858" y="60198"/>
                </a:lnTo>
                <a:lnTo>
                  <a:pt x="16716" y="57054"/>
                </a:lnTo>
                <a:lnTo>
                  <a:pt x="22859" y="53339"/>
                </a:lnTo>
                <a:lnTo>
                  <a:pt x="31241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69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650371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60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650371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82019" y="4112623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32"/>
                </a:moveTo>
                <a:lnTo>
                  <a:pt x="92201" y="124858"/>
                </a:lnTo>
                <a:lnTo>
                  <a:pt x="91499" y="132121"/>
                </a:lnTo>
                <a:lnTo>
                  <a:pt x="89415" y="139000"/>
                </a:lnTo>
                <a:lnTo>
                  <a:pt x="55625" y="161434"/>
                </a:lnTo>
                <a:lnTo>
                  <a:pt x="47243" y="161434"/>
                </a:lnTo>
                <a:lnTo>
                  <a:pt x="21336" y="126382"/>
                </a:lnTo>
                <a:lnTo>
                  <a:pt x="0" y="129430"/>
                </a:lnTo>
                <a:lnTo>
                  <a:pt x="17525" y="165244"/>
                </a:lnTo>
                <a:lnTo>
                  <a:pt x="54863" y="178901"/>
                </a:lnTo>
                <a:lnTo>
                  <a:pt x="57150" y="178835"/>
                </a:lnTo>
                <a:lnTo>
                  <a:pt x="67758" y="177960"/>
                </a:lnTo>
                <a:lnTo>
                  <a:pt x="78962" y="174960"/>
                </a:lnTo>
                <a:lnTo>
                  <a:pt x="89165" y="169959"/>
                </a:lnTo>
                <a:lnTo>
                  <a:pt x="92201" y="167632"/>
                </a:lnTo>
                <a:close/>
              </a:path>
              <a:path w="115570" h="179070">
                <a:moveTo>
                  <a:pt x="105917" y="53230"/>
                </a:moveTo>
                <a:lnTo>
                  <a:pt x="105917" y="37228"/>
                </a:lnTo>
                <a:lnTo>
                  <a:pt x="103632" y="29608"/>
                </a:lnTo>
                <a:lnTo>
                  <a:pt x="75116" y="3427"/>
                </a:lnTo>
                <a:lnTo>
                  <a:pt x="53339" y="0"/>
                </a:lnTo>
                <a:lnTo>
                  <a:pt x="44958" y="600"/>
                </a:lnTo>
                <a:lnTo>
                  <a:pt x="8477" y="26179"/>
                </a:lnTo>
                <a:lnTo>
                  <a:pt x="2286" y="45610"/>
                </a:lnTo>
                <a:lnTo>
                  <a:pt x="23622" y="49420"/>
                </a:lnTo>
                <a:lnTo>
                  <a:pt x="25181" y="41860"/>
                </a:lnTo>
                <a:lnTo>
                  <a:pt x="27527" y="35228"/>
                </a:lnTo>
                <a:lnTo>
                  <a:pt x="30587" y="29596"/>
                </a:lnTo>
                <a:lnTo>
                  <a:pt x="34289" y="25036"/>
                </a:lnTo>
                <a:lnTo>
                  <a:pt x="39624" y="20464"/>
                </a:lnTo>
                <a:lnTo>
                  <a:pt x="47243" y="17416"/>
                </a:lnTo>
                <a:lnTo>
                  <a:pt x="64008" y="17416"/>
                </a:lnTo>
                <a:lnTo>
                  <a:pt x="70865" y="20464"/>
                </a:lnTo>
                <a:lnTo>
                  <a:pt x="76200" y="25036"/>
                </a:lnTo>
                <a:lnTo>
                  <a:pt x="81534" y="30370"/>
                </a:lnTo>
                <a:lnTo>
                  <a:pt x="83820" y="37228"/>
                </a:lnTo>
                <a:lnTo>
                  <a:pt x="83820" y="79900"/>
                </a:lnTo>
                <a:lnTo>
                  <a:pt x="89915" y="76852"/>
                </a:lnTo>
                <a:lnTo>
                  <a:pt x="96012" y="72280"/>
                </a:lnTo>
                <a:lnTo>
                  <a:pt x="99822" y="66184"/>
                </a:lnTo>
                <a:lnTo>
                  <a:pt x="104393" y="60088"/>
                </a:lnTo>
                <a:lnTo>
                  <a:pt x="105917" y="53230"/>
                </a:lnTo>
                <a:close/>
              </a:path>
              <a:path w="115570" h="179070">
                <a:moveTo>
                  <a:pt x="83820" y="79900"/>
                </a:moveTo>
                <a:lnTo>
                  <a:pt x="83820" y="54754"/>
                </a:lnTo>
                <a:lnTo>
                  <a:pt x="80010" y="62374"/>
                </a:lnTo>
                <a:lnTo>
                  <a:pt x="73151" y="66946"/>
                </a:lnTo>
                <a:lnTo>
                  <a:pt x="67294" y="70054"/>
                </a:lnTo>
                <a:lnTo>
                  <a:pt x="61150" y="72376"/>
                </a:lnTo>
                <a:lnTo>
                  <a:pt x="54721" y="73697"/>
                </a:lnTo>
                <a:lnTo>
                  <a:pt x="48005" y="73804"/>
                </a:lnTo>
                <a:lnTo>
                  <a:pt x="47243" y="74566"/>
                </a:lnTo>
                <a:lnTo>
                  <a:pt x="46482" y="73804"/>
                </a:lnTo>
                <a:lnTo>
                  <a:pt x="44958" y="73804"/>
                </a:lnTo>
                <a:lnTo>
                  <a:pt x="42672" y="92854"/>
                </a:lnTo>
                <a:lnTo>
                  <a:pt x="48767" y="91330"/>
                </a:lnTo>
                <a:lnTo>
                  <a:pt x="53339" y="90568"/>
                </a:lnTo>
                <a:lnTo>
                  <a:pt x="57150" y="90568"/>
                </a:lnTo>
                <a:lnTo>
                  <a:pt x="64615" y="91140"/>
                </a:lnTo>
                <a:lnTo>
                  <a:pt x="71151" y="92854"/>
                </a:lnTo>
                <a:lnTo>
                  <a:pt x="76973" y="95712"/>
                </a:lnTo>
                <a:lnTo>
                  <a:pt x="82296" y="99712"/>
                </a:lnTo>
                <a:lnTo>
                  <a:pt x="82296" y="80662"/>
                </a:lnTo>
                <a:lnTo>
                  <a:pt x="83820" y="79900"/>
                </a:lnTo>
                <a:close/>
              </a:path>
              <a:path w="115570" h="179070">
                <a:moveTo>
                  <a:pt x="115062" y="124096"/>
                </a:moveTo>
                <a:lnTo>
                  <a:pt x="95821" y="86282"/>
                </a:lnTo>
                <a:lnTo>
                  <a:pt x="82296" y="80662"/>
                </a:lnTo>
                <a:lnTo>
                  <a:pt x="82296" y="99712"/>
                </a:lnTo>
                <a:lnTo>
                  <a:pt x="86415" y="105142"/>
                </a:lnTo>
                <a:lnTo>
                  <a:pt x="89535" y="111142"/>
                </a:lnTo>
                <a:lnTo>
                  <a:pt x="91511" y="117715"/>
                </a:lnTo>
                <a:lnTo>
                  <a:pt x="92201" y="124858"/>
                </a:lnTo>
                <a:lnTo>
                  <a:pt x="92201" y="167632"/>
                </a:lnTo>
                <a:lnTo>
                  <a:pt x="98298" y="162958"/>
                </a:lnTo>
                <a:lnTo>
                  <a:pt x="105417" y="154529"/>
                </a:lnTo>
                <a:lnTo>
                  <a:pt x="110680" y="145242"/>
                </a:lnTo>
                <a:lnTo>
                  <a:pt x="113942" y="135098"/>
                </a:lnTo>
                <a:lnTo>
                  <a:pt x="115062" y="12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18289" y="392582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19" y="288797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18289" y="392582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7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751461" y="4115561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4">
                <a:moveTo>
                  <a:pt x="113537" y="16763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3"/>
                </a:lnTo>
                <a:close/>
              </a:path>
              <a:path w="113664" h="173354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3"/>
                </a:lnTo>
                <a:lnTo>
                  <a:pt x="36754" y="108406"/>
                </a:lnTo>
                <a:lnTo>
                  <a:pt x="26574" y="150113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7"/>
                </a:lnTo>
                <a:lnTo>
                  <a:pt x="59864" y="109227"/>
                </a:lnTo>
                <a:lnTo>
                  <a:pt x="80010" y="64008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86195" y="392582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8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8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86195" y="392582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8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17855" y="4112514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115061" y="84582"/>
                </a:moveTo>
                <a:lnTo>
                  <a:pt x="111199" y="44612"/>
                </a:lnTo>
                <a:lnTo>
                  <a:pt x="86093" y="9144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6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4"/>
                </a:lnTo>
                <a:lnTo>
                  <a:pt x="22098" y="106698"/>
                </a:lnTo>
                <a:lnTo>
                  <a:pt x="22098" y="60198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2"/>
                </a:lnTo>
                <a:close/>
              </a:path>
              <a:path w="115570" h="179070">
                <a:moveTo>
                  <a:pt x="93725" y="161795"/>
                </a:moveTo>
                <a:lnTo>
                  <a:pt x="93725" y="97536"/>
                </a:lnTo>
                <a:lnTo>
                  <a:pt x="93571" y="104382"/>
                </a:lnTo>
                <a:lnTo>
                  <a:pt x="93057" y="111156"/>
                </a:lnTo>
                <a:lnTo>
                  <a:pt x="82283" y="144780"/>
                </a:lnTo>
                <a:lnTo>
                  <a:pt x="79248" y="149351"/>
                </a:lnTo>
                <a:lnTo>
                  <a:pt x="75437" y="153924"/>
                </a:lnTo>
                <a:lnTo>
                  <a:pt x="70091" y="156972"/>
                </a:lnTo>
                <a:lnTo>
                  <a:pt x="65519" y="160020"/>
                </a:lnTo>
                <a:lnTo>
                  <a:pt x="59435" y="161544"/>
                </a:lnTo>
                <a:lnTo>
                  <a:pt x="44945" y="161544"/>
                </a:lnTo>
                <a:lnTo>
                  <a:pt x="23622" y="133350"/>
                </a:lnTo>
                <a:lnTo>
                  <a:pt x="3048" y="135636"/>
                </a:lnTo>
                <a:lnTo>
                  <a:pt x="25895" y="172642"/>
                </a:lnTo>
                <a:lnTo>
                  <a:pt x="52565" y="179070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70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6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8"/>
                </a:lnTo>
                <a:lnTo>
                  <a:pt x="22098" y="106698"/>
                </a:lnTo>
                <a:lnTo>
                  <a:pt x="60198" y="116586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8"/>
                </a:lnTo>
                <a:lnTo>
                  <a:pt x="89141" y="100584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254113" y="392582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8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433957" y="4112514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70">
                <a:moveTo>
                  <a:pt x="64770" y="176022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8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70" y="176022"/>
                </a:lnTo>
                <a:close/>
              </a:path>
              <a:path w="234950" h="179070">
                <a:moveTo>
                  <a:pt x="211835" y="167972"/>
                </a:moveTo>
                <a:lnTo>
                  <a:pt x="211835" y="124968"/>
                </a:lnTo>
                <a:lnTo>
                  <a:pt x="211252" y="132230"/>
                </a:lnTo>
                <a:lnTo>
                  <a:pt x="209453" y="139064"/>
                </a:lnTo>
                <a:lnTo>
                  <a:pt x="176022" y="161544"/>
                </a:lnTo>
                <a:lnTo>
                  <a:pt x="167640" y="161544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70">
                <a:moveTo>
                  <a:pt x="226314" y="53339"/>
                </a:moveTo>
                <a:lnTo>
                  <a:pt x="226314" y="37337"/>
                </a:lnTo>
                <a:lnTo>
                  <a:pt x="224015" y="29718"/>
                </a:lnTo>
                <a:lnTo>
                  <a:pt x="195183" y="3536"/>
                </a:lnTo>
                <a:lnTo>
                  <a:pt x="173735" y="105"/>
                </a:lnTo>
                <a:lnTo>
                  <a:pt x="165013" y="710"/>
                </a:lnTo>
                <a:lnTo>
                  <a:pt x="128773" y="26288"/>
                </a:lnTo>
                <a:lnTo>
                  <a:pt x="121920" y="45720"/>
                </a:lnTo>
                <a:lnTo>
                  <a:pt x="144005" y="49530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6"/>
                </a:lnTo>
                <a:lnTo>
                  <a:pt x="160020" y="20574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4"/>
                </a:lnTo>
                <a:lnTo>
                  <a:pt x="195833" y="25146"/>
                </a:lnTo>
                <a:lnTo>
                  <a:pt x="201155" y="30480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89"/>
                </a:lnTo>
                <a:lnTo>
                  <a:pt x="224015" y="60198"/>
                </a:lnTo>
                <a:lnTo>
                  <a:pt x="226314" y="53339"/>
                </a:lnTo>
                <a:close/>
              </a:path>
              <a:path w="234950" h="179070">
                <a:moveTo>
                  <a:pt x="204216" y="79728"/>
                </a:moveTo>
                <a:lnTo>
                  <a:pt x="204216" y="54863"/>
                </a:lnTo>
                <a:lnTo>
                  <a:pt x="200393" y="62484"/>
                </a:lnTo>
                <a:lnTo>
                  <a:pt x="192785" y="67056"/>
                </a:lnTo>
                <a:lnTo>
                  <a:pt x="187363" y="70163"/>
                </a:lnTo>
                <a:lnTo>
                  <a:pt x="181444" y="72485"/>
                </a:lnTo>
                <a:lnTo>
                  <a:pt x="175098" y="73806"/>
                </a:lnTo>
                <a:lnTo>
                  <a:pt x="168389" y="73913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2"/>
                </a:lnTo>
                <a:lnTo>
                  <a:pt x="204216" y="79728"/>
                </a:lnTo>
                <a:close/>
              </a:path>
              <a:path w="234950" h="179070">
                <a:moveTo>
                  <a:pt x="234696" y="124206"/>
                </a:moveTo>
                <a:lnTo>
                  <a:pt x="215830" y="86391"/>
                </a:lnTo>
                <a:lnTo>
                  <a:pt x="201917" y="80772"/>
                </a:lnTo>
                <a:lnTo>
                  <a:pt x="201917" y="99259"/>
                </a:lnTo>
                <a:lnTo>
                  <a:pt x="202679" y="99822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8"/>
                </a:lnTo>
                <a:lnTo>
                  <a:pt x="211835" y="167972"/>
                </a:lnTo>
                <a:lnTo>
                  <a:pt x="217919" y="163068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122805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45" y="288798"/>
                </a:moveTo>
                <a:lnTo>
                  <a:pt x="574558" y="242011"/>
                </a:lnTo>
                <a:lnTo>
                  <a:pt x="563594" y="197607"/>
                </a:lnTo>
                <a:lnTo>
                  <a:pt x="546046" y="156184"/>
                </a:lnTo>
                <a:lnTo>
                  <a:pt x="522510" y="118341"/>
                </a:lnTo>
                <a:lnTo>
                  <a:pt x="493579" y="84677"/>
                </a:lnTo>
                <a:lnTo>
                  <a:pt x="459847" y="55790"/>
                </a:lnTo>
                <a:lnTo>
                  <a:pt x="421909" y="32280"/>
                </a:lnTo>
                <a:lnTo>
                  <a:pt x="380358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11" y="3786"/>
                </a:lnTo>
                <a:lnTo>
                  <a:pt x="197607" y="14746"/>
                </a:lnTo>
                <a:lnTo>
                  <a:pt x="156184" y="32280"/>
                </a:lnTo>
                <a:lnTo>
                  <a:pt x="118341" y="55790"/>
                </a:lnTo>
                <a:lnTo>
                  <a:pt x="84677" y="84677"/>
                </a:lnTo>
                <a:lnTo>
                  <a:pt x="55790" y="118341"/>
                </a:lnTo>
                <a:lnTo>
                  <a:pt x="32280" y="156184"/>
                </a:lnTo>
                <a:lnTo>
                  <a:pt x="14746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6" y="380359"/>
                </a:lnTo>
                <a:lnTo>
                  <a:pt x="32280" y="421911"/>
                </a:lnTo>
                <a:lnTo>
                  <a:pt x="55790" y="459851"/>
                </a:lnTo>
                <a:lnTo>
                  <a:pt x="84677" y="493585"/>
                </a:lnTo>
                <a:lnTo>
                  <a:pt x="118341" y="522518"/>
                </a:lnTo>
                <a:lnTo>
                  <a:pt x="156184" y="546056"/>
                </a:lnTo>
                <a:lnTo>
                  <a:pt x="197607" y="563605"/>
                </a:lnTo>
                <a:lnTo>
                  <a:pt x="242011" y="574570"/>
                </a:lnTo>
                <a:lnTo>
                  <a:pt x="288798" y="578358"/>
                </a:lnTo>
                <a:lnTo>
                  <a:pt x="335790" y="574570"/>
                </a:lnTo>
                <a:lnTo>
                  <a:pt x="380358" y="563605"/>
                </a:lnTo>
                <a:lnTo>
                  <a:pt x="421909" y="546056"/>
                </a:lnTo>
                <a:lnTo>
                  <a:pt x="459847" y="522518"/>
                </a:lnTo>
                <a:lnTo>
                  <a:pt x="493579" y="493585"/>
                </a:lnTo>
                <a:lnTo>
                  <a:pt x="522510" y="459851"/>
                </a:lnTo>
                <a:lnTo>
                  <a:pt x="546046" y="421911"/>
                </a:lnTo>
                <a:lnTo>
                  <a:pt x="563594" y="380359"/>
                </a:lnTo>
                <a:lnTo>
                  <a:pt x="574558" y="335790"/>
                </a:lnTo>
                <a:lnTo>
                  <a:pt x="578345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122805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8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8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282813" y="4112514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70">
                <a:moveTo>
                  <a:pt x="93725" y="94064"/>
                </a:moveTo>
                <a:lnTo>
                  <a:pt x="93725" y="48006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7"/>
                </a:lnTo>
                <a:lnTo>
                  <a:pt x="0" y="170687"/>
                </a:lnTo>
                <a:lnTo>
                  <a:pt x="0" y="176022"/>
                </a:lnTo>
                <a:lnTo>
                  <a:pt x="29730" y="176022"/>
                </a:lnTo>
                <a:lnTo>
                  <a:pt x="29730" y="155448"/>
                </a:lnTo>
                <a:lnTo>
                  <a:pt x="32016" y="151637"/>
                </a:lnTo>
                <a:lnTo>
                  <a:pt x="55162" y="128897"/>
                </a:lnTo>
                <a:lnTo>
                  <a:pt x="64020" y="121158"/>
                </a:lnTo>
                <a:lnTo>
                  <a:pt x="74712" y="112002"/>
                </a:lnTo>
                <a:lnTo>
                  <a:pt x="83832" y="103916"/>
                </a:lnTo>
                <a:lnTo>
                  <a:pt x="91233" y="96833"/>
                </a:lnTo>
                <a:lnTo>
                  <a:pt x="93725" y="94064"/>
                </a:lnTo>
                <a:close/>
              </a:path>
              <a:path w="254000" h="179070">
                <a:moveTo>
                  <a:pt x="115823" y="55625"/>
                </a:moveTo>
                <a:lnTo>
                  <a:pt x="115823" y="48768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4"/>
                </a:lnTo>
                <a:lnTo>
                  <a:pt x="84594" y="26670"/>
                </a:lnTo>
                <a:lnTo>
                  <a:pt x="90690" y="32003"/>
                </a:lnTo>
                <a:lnTo>
                  <a:pt x="93725" y="39624"/>
                </a:lnTo>
                <a:lnTo>
                  <a:pt x="93725" y="94064"/>
                </a:lnTo>
                <a:lnTo>
                  <a:pt x="96773" y="90677"/>
                </a:lnTo>
                <a:lnTo>
                  <a:pt x="114300" y="62484"/>
                </a:lnTo>
                <a:lnTo>
                  <a:pt x="115823" y="55625"/>
                </a:lnTo>
                <a:close/>
              </a:path>
              <a:path w="254000" h="179070">
                <a:moveTo>
                  <a:pt x="115823" y="176022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2"/>
                </a:lnTo>
                <a:lnTo>
                  <a:pt x="115823" y="176022"/>
                </a:lnTo>
                <a:close/>
              </a:path>
              <a:path w="254000" h="179070">
                <a:moveTo>
                  <a:pt x="253758" y="89153"/>
                </a:moveTo>
                <a:lnTo>
                  <a:pt x="249173" y="48006"/>
                </a:lnTo>
                <a:lnTo>
                  <a:pt x="227837" y="9144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1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2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80"/>
                </a:lnTo>
                <a:lnTo>
                  <a:pt x="195833" y="17525"/>
                </a:lnTo>
                <a:lnTo>
                  <a:pt x="202985" y="18395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70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4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7"/>
                </a:lnTo>
                <a:lnTo>
                  <a:pt x="196608" y="179070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990724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57" y="288798"/>
                </a:moveTo>
                <a:lnTo>
                  <a:pt x="574570" y="242011"/>
                </a:lnTo>
                <a:lnTo>
                  <a:pt x="563605" y="197607"/>
                </a:lnTo>
                <a:lnTo>
                  <a:pt x="546056" y="156184"/>
                </a:lnTo>
                <a:lnTo>
                  <a:pt x="522518" y="118341"/>
                </a:lnTo>
                <a:lnTo>
                  <a:pt x="493585" y="84677"/>
                </a:lnTo>
                <a:lnTo>
                  <a:pt x="459851" y="55790"/>
                </a:lnTo>
                <a:lnTo>
                  <a:pt x="421911" y="32280"/>
                </a:lnTo>
                <a:lnTo>
                  <a:pt x="380359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08" y="3786"/>
                </a:lnTo>
                <a:lnTo>
                  <a:pt x="197603" y="14746"/>
                </a:lnTo>
                <a:lnTo>
                  <a:pt x="156179" y="32280"/>
                </a:lnTo>
                <a:lnTo>
                  <a:pt x="118336" y="55790"/>
                </a:lnTo>
                <a:lnTo>
                  <a:pt x="84672" y="84677"/>
                </a:lnTo>
                <a:lnTo>
                  <a:pt x="55786" y="118341"/>
                </a:lnTo>
                <a:lnTo>
                  <a:pt x="32278" y="156184"/>
                </a:lnTo>
                <a:lnTo>
                  <a:pt x="14745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5" y="380359"/>
                </a:lnTo>
                <a:lnTo>
                  <a:pt x="32278" y="421911"/>
                </a:lnTo>
                <a:lnTo>
                  <a:pt x="55786" y="459851"/>
                </a:lnTo>
                <a:lnTo>
                  <a:pt x="84672" y="493585"/>
                </a:lnTo>
                <a:lnTo>
                  <a:pt x="118336" y="522518"/>
                </a:lnTo>
                <a:lnTo>
                  <a:pt x="156179" y="546056"/>
                </a:lnTo>
                <a:lnTo>
                  <a:pt x="197603" y="563605"/>
                </a:lnTo>
                <a:lnTo>
                  <a:pt x="242008" y="574570"/>
                </a:lnTo>
                <a:lnTo>
                  <a:pt x="288798" y="578358"/>
                </a:lnTo>
                <a:lnTo>
                  <a:pt x="335790" y="574570"/>
                </a:lnTo>
                <a:lnTo>
                  <a:pt x="380359" y="563605"/>
                </a:lnTo>
                <a:lnTo>
                  <a:pt x="421911" y="546056"/>
                </a:lnTo>
                <a:lnTo>
                  <a:pt x="459851" y="522518"/>
                </a:lnTo>
                <a:lnTo>
                  <a:pt x="493585" y="493585"/>
                </a:lnTo>
                <a:lnTo>
                  <a:pt x="522518" y="459851"/>
                </a:lnTo>
                <a:lnTo>
                  <a:pt x="546056" y="421911"/>
                </a:lnTo>
                <a:lnTo>
                  <a:pt x="563605" y="380359"/>
                </a:lnTo>
                <a:lnTo>
                  <a:pt x="574570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990724" y="3925823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8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8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153791" y="4112514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70">
                <a:moveTo>
                  <a:pt x="92201" y="167788"/>
                </a:moveTo>
                <a:lnTo>
                  <a:pt x="92201" y="124968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1"/>
                </a:lnTo>
                <a:lnTo>
                  <a:pt x="0" y="129539"/>
                </a:lnTo>
                <a:lnTo>
                  <a:pt x="17525" y="165353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70">
                <a:moveTo>
                  <a:pt x="105905" y="53339"/>
                </a:moveTo>
                <a:lnTo>
                  <a:pt x="105905" y="37337"/>
                </a:lnTo>
                <a:lnTo>
                  <a:pt x="104381" y="29718"/>
                </a:lnTo>
                <a:lnTo>
                  <a:pt x="75221" y="3536"/>
                </a:lnTo>
                <a:lnTo>
                  <a:pt x="53340" y="110"/>
                </a:lnTo>
                <a:lnTo>
                  <a:pt x="44986" y="714"/>
                </a:lnTo>
                <a:lnTo>
                  <a:pt x="8467" y="26288"/>
                </a:lnTo>
                <a:lnTo>
                  <a:pt x="2286" y="45720"/>
                </a:lnTo>
                <a:lnTo>
                  <a:pt x="23609" y="49530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5"/>
                </a:lnTo>
                <a:lnTo>
                  <a:pt x="64008" y="17525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80"/>
                </a:lnTo>
                <a:lnTo>
                  <a:pt x="83807" y="37337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89"/>
                </a:lnTo>
                <a:lnTo>
                  <a:pt x="99809" y="66294"/>
                </a:lnTo>
                <a:lnTo>
                  <a:pt x="104381" y="60198"/>
                </a:lnTo>
                <a:lnTo>
                  <a:pt x="105905" y="53339"/>
                </a:lnTo>
                <a:close/>
              </a:path>
              <a:path w="217170" h="179070">
                <a:moveTo>
                  <a:pt x="83807" y="80011"/>
                </a:moveTo>
                <a:lnTo>
                  <a:pt x="83807" y="54863"/>
                </a:lnTo>
                <a:lnTo>
                  <a:pt x="80759" y="62484"/>
                </a:lnTo>
                <a:lnTo>
                  <a:pt x="73151" y="67056"/>
                </a:lnTo>
                <a:lnTo>
                  <a:pt x="67294" y="70163"/>
                </a:lnTo>
                <a:lnTo>
                  <a:pt x="61150" y="72485"/>
                </a:lnTo>
                <a:lnTo>
                  <a:pt x="54721" y="73806"/>
                </a:lnTo>
                <a:lnTo>
                  <a:pt x="48006" y="73913"/>
                </a:lnTo>
                <a:lnTo>
                  <a:pt x="47231" y="74675"/>
                </a:lnTo>
                <a:lnTo>
                  <a:pt x="46482" y="73913"/>
                </a:lnTo>
                <a:lnTo>
                  <a:pt x="44958" y="73913"/>
                </a:lnTo>
                <a:lnTo>
                  <a:pt x="42659" y="92963"/>
                </a:lnTo>
                <a:lnTo>
                  <a:pt x="48755" y="91439"/>
                </a:lnTo>
                <a:lnTo>
                  <a:pt x="53340" y="90677"/>
                </a:lnTo>
                <a:lnTo>
                  <a:pt x="57912" y="90677"/>
                </a:lnTo>
                <a:lnTo>
                  <a:pt x="65038" y="91249"/>
                </a:lnTo>
                <a:lnTo>
                  <a:pt x="71526" y="92963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70">
                <a:moveTo>
                  <a:pt x="115062" y="124206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2"/>
                </a:lnTo>
                <a:lnTo>
                  <a:pt x="91509" y="117824"/>
                </a:lnTo>
                <a:lnTo>
                  <a:pt x="92201" y="124968"/>
                </a:lnTo>
                <a:lnTo>
                  <a:pt x="92201" y="167788"/>
                </a:lnTo>
                <a:lnTo>
                  <a:pt x="98285" y="163068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6"/>
                </a:lnTo>
                <a:close/>
              </a:path>
              <a:path w="217170" h="179070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39"/>
                </a:lnTo>
                <a:lnTo>
                  <a:pt x="183629" y="48768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440571" y="1509522"/>
            <a:ext cx="845185" cy="178435"/>
          </a:xfrm>
          <a:custGeom>
            <a:avLst/>
            <a:gdLst/>
            <a:ahLst/>
            <a:cxnLst/>
            <a:rect l="l" t="t" r="r" b="b"/>
            <a:pathLst>
              <a:path w="845185" h="178435">
                <a:moveTo>
                  <a:pt x="22860" y="175259"/>
                </a:moveTo>
                <a:lnTo>
                  <a:pt x="22860" y="0"/>
                </a:lnTo>
                <a:lnTo>
                  <a:pt x="0" y="0"/>
                </a:lnTo>
                <a:lnTo>
                  <a:pt x="0" y="175259"/>
                </a:lnTo>
                <a:lnTo>
                  <a:pt x="22860" y="175259"/>
                </a:lnTo>
                <a:close/>
              </a:path>
              <a:path w="845185" h="178435">
                <a:moveTo>
                  <a:pt x="64769" y="64769"/>
                </a:moveTo>
                <a:lnTo>
                  <a:pt x="64769" y="48005"/>
                </a:lnTo>
                <a:lnTo>
                  <a:pt x="49530" y="48005"/>
                </a:lnTo>
                <a:lnTo>
                  <a:pt x="49530" y="64769"/>
                </a:lnTo>
                <a:lnTo>
                  <a:pt x="64769" y="64769"/>
                </a:lnTo>
                <a:close/>
              </a:path>
              <a:path w="845185" h="178435">
                <a:moveTo>
                  <a:pt x="111252" y="175259"/>
                </a:moveTo>
                <a:lnTo>
                  <a:pt x="108204" y="156209"/>
                </a:lnTo>
                <a:lnTo>
                  <a:pt x="104393" y="156209"/>
                </a:lnTo>
                <a:lnTo>
                  <a:pt x="101346" y="156971"/>
                </a:lnTo>
                <a:lnTo>
                  <a:pt x="95250" y="156971"/>
                </a:lnTo>
                <a:lnTo>
                  <a:pt x="92964" y="156209"/>
                </a:lnTo>
                <a:lnTo>
                  <a:pt x="91440" y="155447"/>
                </a:lnTo>
                <a:lnTo>
                  <a:pt x="89916" y="153923"/>
                </a:lnTo>
                <a:lnTo>
                  <a:pt x="88392" y="153161"/>
                </a:lnTo>
                <a:lnTo>
                  <a:pt x="87630" y="150875"/>
                </a:lnTo>
                <a:lnTo>
                  <a:pt x="86868" y="149351"/>
                </a:lnTo>
                <a:lnTo>
                  <a:pt x="86106" y="145541"/>
                </a:lnTo>
                <a:lnTo>
                  <a:pt x="86106" y="3809"/>
                </a:lnTo>
                <a:lnTo>
                  <a:pt x="64769" y="16763"/>
                </a:lnTo>
                <a:lnTo>
                  <a:pt x="64769" y="150875"/>
                </a:lnTo>
                <a:lnTo>
                  <a:pt x="65531" y="159257"/>
                </a:lnTo>
                <a:lnTo>
                  <a:pt x="67818" y="163067"/>
                </a:lnTo>
                <a:lnTo>
                  <a:pt x="69342" y="167639"/>
                </a:lnTo>
                <a:lnTo>
                  <a:pt x="72390" y="170687"/>
                </a:lnTo>
                <a:lnTo>
                  <a:pt x="76962" y="172973"/>
                </a:lnTo>
                <a:lnTo>
                  <a:pt x="80772" y="176021"/>
                </a:lnTo>
                <a:lnTo>
                  <a:pt x="86106" y="176688"/>
                </a:lnTo>
                <a:lnTo>
                  <a:pt x="99822" y="176783"/>
                </a:lnTo>
                <a:lnTo>
                  <a:pt x="105156" y="176021"/>
                </a:lnTo>
                <a:lnTo>
                  <a:pt x="111252" y="175259"/>
                </a:lnTo>
                <a:close/>
              </a:path>
              <a:path w="845185" h="178435">
                <a:moveTo>
                  <a:pt x="108204" y="64769"/>
                </a:moveTo>
                <a:lnTo>
                  <a:pt x="108204" y="48005"/>
                </a:lnTo>
                <a:lnTo>
                  <a:pt x="86106" y="48005"/>
                </a:lnTo>
                <a:lnTo>
                  <a:pt x="86106" y="64769"/>
                </a:lnTo>
                <a:lnTo>
                  <a:pt x="108204" y="64769"/>
                </a:lnTo>
                <a:close/>
              </a:path>
              <a:path w="845185" h="178435">
                <a:moveTo>
                  <a:pt x="239268" y="117347"/>
                </a:moveTo>
                <a:lnTo>
                  <a:pt x="239268" y="111251"/>
                </a:lnTo>
                <a:lnTo>
                  <a:pt x="238267" y="96559"/>
                </a:lnTo>
                <a:lnTo>
                  <a:pt x="214252" y="54923"/>
                </a:lnTo>
                <a:lnTo>
                  <a:pt x="181356" y="44957"/>
                </a:lnTo>
                <a:lnTo>
                  <a:pt x="168794" y="46100"/>
                </a:lnTo>
                <a:lnTo>
                  <a:pt x="131242" y="72806"/>
                </a:lnTo>
                <a:lnTo>
                  <a:pt x="121919" y="112775"/>
                </a:lnTo>
                <a:lnTo>
                  <a:pt x="122932" y="127400"/>
                </a:lnTo>
                <a:lnTo>
                  <a:pt x="125920" y="140207"/>
                </a:lnTo>
                <a:lnTo>
                  <a:pt x="130921" y="151352"/>
                </a:lnTo>
                <a:lnTo>
                  <a:pt x="137922" y="160781"/>
                </a:lnTo>
                <a:lnTo>
                  <a:pt x="144018" y="165815"/>
                </a:lnTo>
                <a:lnTo>
                  <a:pt x="144018" y="117347"/>
                </a:lnTo>
                <a:lnTo>
                  <a:pt x="145542" y="117347"/>
                </a:lnTo>
                <a:lnTo>
                  <a:pt x="145542" y="99821"/>
                </a:lnTo>
                <a:lnTo>
                  <a:pt x="146673" y="91690"/>
                </a:lnTo>
                <a:lnTo>
                  <a:pt x="174212" y="63829"/>
                </a:lnTo>
                <a:lnTo>
                  <a:pt x="181356" y="63245"/>
                </a:lnTo>
                <a:lnTo>
                  <a:pt x="189380" y="63972"/>
                </a:lnTo>
                <a:lnTo>
                  <a:pt x="215419" y="92261"/>
                </a:lnTo>
                <a:lnTo>
                  <a:pt x="216408" y="99821"/>
                </a:lnTo>
                <a:lnTo>
                  <a:pt x="216408" y="117347"/>
                </a:lnTo>
                <a:lnTo>
                  <a:pt x="239268" y="117347"/>
                </a:lnTo>
                <a:close/>
              </a:path>
              <a:path w="845185" h="178435">
                <a:moveTo>
                  <a:pt x="238506" y="137159"/>
                </a:moveTo>
                <a:lnTo>
                  <a:pt x="216408" y="134111"/>
                </a:lnTo>
                <a:lnTo>
                  <a:pt x="212598" y="143255"/>
                </a:lnTo>
                <a:lnTo>
                  <a:pt x="208025" y="150113"/>
                </a:lnTo>
                <a:lnTo>
                  <a:pt x="202692" y="153923"/>
                </a:lnTo>
                <a:lnTo>
                  <a:pt x="197358" y="158495"/>
                </a:lnTo>
                <a:lnTo>
                  <a:pt x="190500" y="160019"/>
                </a:lnTo>
                <a:lnTo>
                  <a:pt x="151197" y="143065"/>
                </a:lnTo>
                <a:lnTo>
                  <a:pt x="144018" y="117347"/>
                </a:lnTo>
                <a:lnTo>
                  <a:pt x="144018" y="165815"/>
                </a:lnTo>
                <a:lnTo>
                  <a:pt x="181356" y="178241"/>
                </a:lnTo>
                <a:lnTo>
                  <a:pt x="182880" y="178258"/>
                </a:lnTo>
                <a:lnTo>
                  <a:pt x="192976" y="177605"/>
                </a:lnTo>
                <a:lnTo>
                  <a:pt x="230886" y="154400"/>
                </a:lnTo>
                <a:lnTo>
                  <a:pt x="235196" y="146315"/>
                </a:lnTo>
                <a:lnTo>
                  <a:pt x="238506" y="137159"/>
                </a:lnTo>
                <a:close/>
              </a:path>
              <a:path w="845185" h="178435">
                <a:moveTo>
                  <a:pt x="216408" y="117347"/>
                </a:moveTo>
                <a:lnTo>
                  <a:pt x="216408" y="99821"/>
                </a:lnTo>
                <a:lnTo>
                  <a:pt x="145542" y="99821"/>
                </a:lnTo>
                <a:lnTo>
                  <a:pt x="145542" y="117347"/>
                </a:lnTo>
                <a:lnTo>
                  <a:pt x="216408" y="117347"/>
                </a:lnTo>
                <a:close/>
              </a:path>
              <a:path w="845185" h="178435">
                <a:moveTo>
                  <a:pt x="333756" y="52577"/>
                </a:moveTo>
                <a:lnTo>
                  <a:pt x="326898" y="48005"/>
                </a:lnTo>
                <a:lnTo>
                  <a:pt x="319278" y="44957"/>
                </a:lnTo>
                <a:lnTo>
                  <a:pt x="307086" y="44957"/>
                </a:lnTo>
                <a:lnTo>
                  <a:pt x="284225" y="67817"/>
                </a:lnTo>
                <a:lnTo>
                  <a:pt x="284225" y="48005"/>
                </a:lnTo>
                <a:lnTo>
                  <a:pt x="265175" y="48005"/>
                </a:lnTo>
                <a:lnTo>
                  <a:pt x="265175" y="175259"/>
                </a:lnTo>
                <a:lnTo>
                  <a:pt x="286512" y="175259"/>
                </a:lnTo>
                <a:lnTo>
                  <a:pt x="286512" y="108965"/>
                </a:lnTo>
                <a:lnTo>
                  <a:pt x="286785" y="102250"/>
                </a:lnTo>
                <a:lnTo>
                  <a:pt x="306324" y="67817"/>
                </a:lnTo>
                <a:lnTo>
                  <a:pt x="316230" y="67817"/>
                </a:lnTo>
                <a:lnTo>
                  <a:pt x="321564" y="69341"/>
                </a:lnTo>
                <a:lnTo>
                  <a:pt x="326898" y="72389"/>
                </a:lnTo>
                <a:lnTo>
                  <a:pt x="333756" y="52577"/>
                </a:lnTo>
                <a:close/>
              </a:path>
              <a:path w="845185" h="178435">
                <a:moveTo>
                  <a:pt x="428244" y="111251"/>
                </a:moveTo>
                <a:lnTo>
                  <a:pt x="428244" y="94487"/>
                </a:lnTo>
                <a:lnTo>
                  <a:pt x="421100" y="96643"/>
                </a:lnTo>
                <a:lnTo>
                  <a:pt x="412242" y="98583"/>
                </a:lnTo>
                <a:lnTo>
                  <a:pt x="401669" y="100381"/>
                </a:lnTo>
                <a:lnTo>
                  <a:pt x="389381" y="102107"/>
                </a:lnTo>
                <a:lnTo>
                  <a:pt x="381000" y="102869"/>
                </a:lnTo>
                <a:lnTo>
                  <a:pt x="374904" y="104393"/>
                </a:lnTo>
                <a:lnTo>
                  <a:pt x="341375" y="129539"/>
                </a:lnTo>
                <a:lnTo>
                  <a:pt x="339852" y="135635"/>
                </a:lnTo>
                <a:lnTo>
                  <a:pt x="339852" y="141731"/>
                </a:lnTo>
                <a:lnTo>
                  <a:pt x="362712" y="174824"/>
                </a:lnTo>
                <a:lnTo>
                  <a:pt x="362712" y="137159"/>
                </a:lnTo>
                <a:lnTo>
                  <a:pt x="363474" y="134111"/>
                </a:lnTo>
                <a:lnTo>
                  <a:pt x="365760" y="131063"/>
                </a:lnTo>
                <a:lnTo>
                  <a:pt x="367284" y="128015"/>
                </a:lnTo>
                <a:lnTo>
                  <a:pt x="370331" y="125729"/>
                </a:lnTo>
                <a:lnTo>
                  <a:pt x="377952" y="122681"/>
                </a:lnTo>
                <a:lnTo>
                  <a:pt x="384048" y="121157"/>
                </a:lnTo>
                <a:lnTo>
                  <a:pt x="393192" y="119633"/>
                </a:lnTo>
                <a:lnTo>
                  <a:pt x="403919" y="117788"/>
                </a:lnTo>
                <a:lnTo>
                  <a:pt x="413289" y="115728"/>
                </a:lnTo>
                <a:lnTo>
                  <a:pt x="421600" y="113451"/>
                </a:lnTo>
                <a:lnTo>
                  <a:pt x="428244" y="111251"/>
                </a:lnTo>
                <a:close/>
              </a:path>
              <a:path w="845185" h="178435">
                <a:moveTo>
                  <a:pt x="456438" y="175259"/>
                </a:moveTo>
                <a:lnTo>
                  <a:pt x="449710" y="135481"/>
                </a:lnTo>
                <a:lnTo>
                  <a:pt x="449580" y="121919"/>
                </a:lnTo>
                <a:lnTo>
                  <a:pt x="449580" y="76961"/>
                </a:lnTo>
                <a:lnTo>
                  <a:pt x="448818" y="73151"/>
                </a:lnTo>
                <a:lnTo>
                  <a:pt x="415480" y="46005"/>
                </a:lnTo>
                <a:lnTo>
                  <a:pt x="399288" y="45011"/>
                </a:lnTo>
                <a:lnTo>
                  <a:pt x="392644" y="45243"/>
                </a:lnTo>
                <a:lnTo>
                  <a:pt x="348234" y="67817"/>
                </a:lnTo>
                <a:lnTo>
                  <a:pt x="343662" y="84581"/>
                </a:lnTo>
                <a:lnTo>
                  <a:pt x="364236" y="87629"/>
                </a:lnTo>
                <a:lnTo>
                  <a:pt x="366522" y="78485"/>
                </a:lnTo>
                <a:lnTo>
                  <a:pt x="370331" y="72389"/>
                </a:lnTo>
                <a:lnTo>
                  <a:pt x="374904" y="68579"/>
                </a:lnTo>
                <a:lnTo>
                  <a:pt x="380238" y="64769"/>
                </a:lnTo>
                <a:lnTo>
                  <a:pt x="387096" y="63245"/>
                </a:lnTo>
                <a:lnTo>
                  <a:pt x="408503" y="63265"/>
                </a:lnTo>
                <a:lnTo>
                  <a:pt x="416814" y="65531"/>
                </a:lnTo>
                <a:lnTo>
                  <a:pt x="422148" y="70103"/>
                </a:lnTo>
                <a:lnTo>
                  <a:pt x="425958" y="73913"/>
                </a:lnTo>
                <a:lnTo>
                  <a:pt x="428244" y="80009"/>
                </a:lnTo>
                <a:lnTo>
                  <a:pt x="428244" y="160547"/>
                </a:lnTo>
                <a:lnTo>
                  <a:pt x="429768" y="159257"/>
                </a:lnTo>
                <a:lnTo>
                  <a:pt x="430530" y="165353"/>
                </a:lnTo>
                <a:lnTo>
                  <a:pt x="432054" y="170687"/>
                </a:lnTo>
                <a:lnTo>
                  <a:pt x="434340" y="175259"/>
                </a:lnTo>
                <a:lnTo>
                  <a:pt x="456438" y="175259"/>
                </a:lnTo>
                <a:close/>
              </a:path>
              <a:path w="845185" h="178435">
                <a:moveTo>
                  <a:pt x="428244" y="160547"/>
                </a:moveTo>
                <a:lnTo>
                  <a:pt x="428244" y="128777"/>
                </a:lnTo>
                <a:lnTo>
                  <a:pt x="426719" y="135635"/>
                </a:lnTo>
                <a:lnTo>
                  <a:pt x="424434" y="140969"/>
                </a:lnTo>
                <a:lnTo>
                  <a:pt x="421374" y="147079"/>
                </a:lnTo>
                <a:lnTo>
                  <a:pt x="416814" y="152400"/>
                </a:lnTo>
                <a:lnTo>
                  <a:pt x="409956" y="155447"/>
                </a:lnTo>
                <a:lnTo>
                  <a:pt x="403860" y="159257"/>
                </a:lnTo>
                <a:lnTo>
                  <a:pt x="396240" y="161544"/>
                </a:lnTo>
                <a:lnTo>
                  <a:pt x="379475" y="161544"/>
                </a:lnTo>
                <a:lnTo>
                  <a:pt x="373380" y="159257"/>
                </a:lnTo>
                <a:lnTo>
                  <a:pt x="368808" y="155447"/>
                </a:lnTo>
                <a:lnTo>
                  <a:pt x="364998" y="151637"/>
                </a:lnTo>
                <a:lnTo>
                  <a:pt x="362712" y="147065"/>
                </a:lnTo>
                <a:lnTo>
                  <a:pt x="362712" y="174824"/>
                </a:lnTo>
                <a:lnTo>
                  <a:pt x="364331" y="175545"/>
                </a:lnTo>
                <a:lnTo>
                  <a:pt x="373129" y="177605"/>
                </a:lnTo>
                <a:lnTo>
                  <a:pt x="383286" y="178307"/>
                </a:lnTo>
                <a:lnTo>
                  <a:pt x="391668" y="178307"/>
                </a:lnTo>
                <a:lnTo>
                  <a:pt x="399288" y="176783"/>
                </a:lnTo>
                <a:lnTo>
                  <a:pt x="412623" y="171473"/>
                </a:lnTo>
                <a:lnTo>
                  <a:pt x="418338" y="168211"/>
                </a:lnTo>
                <a:lnTo>
                  <a:pt x="424053" y="164091"/>
                </a:lnTo>
                <a:lnTo>
                  <a:pt x="428244" y="160547"/>
                </a:lnTo>
                <a:close/>
              </a:path>
              <a:path w="845185" h="178435">
                <a:moveTo>
                  <a:pt x="486918" y="64769"/>
                </a:moveTo>
                <a:lnTo>
                  <a:pt x="486918" y="48005"/>
                </a:lnTo>
                <a:lnTo>
                  <a:pt x="471678" y="48005"/>
                </a:lnTo>
                <a:lnTo>
                  <a:pt x="471678" y="64769"/>
                </a:lnTo>
                <a:lnTo>
                  <a:pt x="486918" y="64769"/>
                </a:lnTo>
                <a:close/>
              </a:path>
              <a:path w="845185" h="178435">
                <a:moveTo>
                  <a:pt x="533400" y="175259"/>
                </a:moveTo>
                <a:lnTo>
                  <a:pt x="530352" y="156209"/>
                </a:lnTo>
                <a:lnTo>
                  <a:pt x="526542" y="156209"/>
                </a:lnTo>
                <a:lnTo>
                  <a:pt x="523494" y="156971"/>
                </a:lnTo>
                <a:lnTo>
                  <a:pt x="517398" y="156971"/>
                </a:lnTo>
                <a:lnTo>
                  <a:pt x="509778" y="150875"/>
                </a:lnTo>
                <a:lnTo>
                  <a:pt x="509016" y="149351"/>
                </a:lnTo>
                <a:lnTo>
                  <a:pt x="508254" y="145541"/>
                </a:lnTo>
                <a:lnTo>
                  <a:pt x="508254" y="3809"/>
                </a:lnTo>
                <a:lnTo>
                  <a:pt x="486918" y="16763"/>
                </a:lnTo>
                <a:lnTo>
                  <a:pt x="486918" y="150875"/>
                </a:lnTo>
                <a:lnTo>
                  <a:pt x="487680" y="159257"/>
                </a:lnTo>
                <a:lnTo>
                  <a:pt x="489966" y="163067"/>
                </a:lnTo>
                <a:lnTo>
                  <a:pt x="491490" y="167639"/>
                </a:lnTo>
                <a:lnTo>
                  <a:pt x="494538" y="170687"/>
                </a:lnTo>
                <a:lnTo>
                  <a:pt x="499110" y="172973"/>
                </a:lnTo>
                <a:lnTo>
                  <a:pt x="502919" y="176021"/>
                </a:lnTo>
                <a:lnTo>
                  <a:pt x="508254" y="176688"/>
                </a:lnTo>
                <a:lnTo>
                  <a:pt x="521969" y="176783"/>
                </a:lnTo>
                <a:lnTo>
                  <a:pt x="527304" y="176021"/>
                </a:lnTo>
                <a:lnTo>
                  <a:pt x="533400" y="175259"/>
                </a:lnTo>
                <a:close/>
              </a:path>
              <a:path w="845185" h="178435">
                <a:moveTo>
                  <a:pt x="530352" y="64769"/>
                </a:moveTo>
                <a:lnTo>
                  <a:pt x="530352" y="48005"/>
                </a:lnTo>
                <a:lnTo>
                  <a:pt x="508254" y="48005"/>
                </a:lnTo>
                <a:lnTo>
                  <a:pt x="508254" y="64769"/>
                </a:lnTo>
                <a:lnTo>
                  <a:pt x="530352" y="64769"/>
                </a:lnTo>
                <a:close/>
              </a:path>
              <a:path w="845185" h="178435">
                <a:moveTo>
                  <a:pt x="573024" y="24383"/>
                </a:moveTo>
                <a:lnTo>
                  <a:pt x="573024" y="0"/>
                </a:lnTo>
                <a:lnTo>
                  <a:pt x="551688" y="0"/>
                </a:lnTo>
                <a:lnTo>
                  <a:pt x="551688" y="24383"/>
                </a:lnTo>
                <a:lnTo>
                  <a:pt x="573024" y="24383"/>
                </a:lnTo>
                <a:close/>
              </a:path>
              <a:path w="845185" h="178435">
                <a:moveTo>
                  <a:pt x="573024" y="175259"/>
                </a:moveTo>
                <a:lnTo>
                  <a:pt x="573024" y="48005"/>
                </a:lnTo>
                <a:lnTo>
                  <a:pt x="551688" y="48005"/>
                </a:lnTo>
                <a:lnTo>
                  <a:pt x="551688" y="175259"/>
                </a:lnTo>
                <a:lnTo>
                  <a:pt x="573024" y="175259"/>
                </a:lnTo>
                <a:close/>
              </a:path>
              <a:path w="845185" h="178435">
                <a:moveTo>
                  <a:pt x="717042" y="109727"/>
                </a:moveTo>
                <a:lnTo>
                  <a:pt x="707397" y="71901"/>
                </a:lnTo>
                <a:lnTo>
                  <a:pt x="669417" y="46089"/>
                </a:lnTo>
                <a:lnTo>
                  <a:pt x="656844" y="44957"/>
                </a:lnTo>
                <a:lnTo>
                  <a:pt x="645723" y="45934"/>
                </a:lnTo>
                <a:lnTo>
                  <a:pt x="608659" y="69151"/>
                </a:lnTo>
                <a:lnTo>
                  <a:pt x="597408" y="112013"/>
                </a:lnTo>
                <a:lnTo>
                  <a:pt x="598527" y="127027"/>
                </a:lnTo>
                <a:lnTo>
                  <a:pt x="601789" y="140112"/>
                </a:lnTo>
                <a:lnTo>
                  <a:pt x="607052" y="151340"/>
                </a:lnTo>
                <a:lnTo>
                  <a:pt x="614172" y="160781"/>
                </a:lnTo>
                <a:lnTo>
                  <a:pt x="619506" y="165415"/>
                </a:lnTo>
                <a:lnTo>
                  <a:pt x="619506" y="112013"/>
                </a:lnTo>
                <a:lnTo>
                  <a:pt x="620208" y="100298"/>
                </a:lnTo>
                <a:lnTo>
                  <a:pt x="642365" y="66198"/>
                </a:lnTo>
                <a:lnTo>
                  <a:pt x="656844" y="63245"/>
                </a:lnTo>
                <a:lnTo>
                  <a:pt x="664547" y="63972"/>
                </a:lnTo>
                <a:lnTo>
                  <a:pt x="693586" y="99976"/>
                </a:lnTo>
                <a:lnTo>
                  <a:pt x="694182" y="111251"/>
                </a:lnTo>
                <a:lnTo>
                  <a:pt x="694182" y="166162"/>
                </a:lnTo>
                <a:lnTo>
                  <a:pt x="694527" y="165949"/>
                </a:lnTo>
                <a:lnTo>
                  <a:pt x="714946" y="132016"/>
                </a:lnTo>
                <a:lnTo>
                  <a:pt x="716494" y="121586"/>
                </a:lnTo>
                <a:lnTo>
                  <a:pt x="717042" y="109727"/>
                </a:lnTo>
                <a:close/>
              </a:path>
              <a:path w="845185" h="178435">
                <a:moveTo>
                  <a:pt x="694182" y="166162"/>
                </a:moveTo>
                <a:lnTo>
                  <a:pt x="694182" y="111251"/>
                </a:lnTo>
                <a:lnTo>
                  <a:pt x="693586" y="122967"/>
                </a:lnTo>
                <a:lnTo>
                  <a:pt x="691705" y="132968"/>
                </a:lnTo>
                <a:lnTo>
                  <a:pt x="656844" y="160019"/>
                </a:lnTo>
                <a:lnTo>
                  <a:pt x="649247" y="159305"/>
                </a:lnTo>
                <a:lnTo>
                  <a:pt x="620208" y="123301"/>
                </a:lnTo>
                <a:lnTo>
                  <a:pt x="619506" y="112013"/>
                </a:lnTo>
                <a:lnTo>
                  <a:pt x="619506" y="165415"/>
                </a:lnTo>
                <a:lnTo>
                  <a:pt x="622875" y="168342"/>
                </a:lnTo>
                <a:lnTo>
                  <a:pt x="632936" y="173831"/>
                </a:lnTo>
                <a:lnTo>
                  <a:pt x="644282" y="177176"/>
                </a:lnTo>
                <a:lnTo>
                  <a:pt x="656844" y="178307"/>
                </a:lnTo>
                <a:lnTo>
                  <a:pt x="665154" y="177748"/>
                </a:lnTo>
                <a:lnTo>
                  <a:pt x="673036" y="176117"/>
                </a:lnTo>
                <a:lnTo>
                  <a:pt x="680632" y="173485"/>
                </a:lnTo>
                <a:lnTo>
                  <a:pt x="688086" y="169925"/>
                </a:lnTo>
                <a:lnTo>
                  <a:pt x="694182" y="166162"/>
                </a:lnTo>
                <a:close/>
              </a:path>
              <a:path w="845185" h="178435">
                <a:moveTo>
                  <a:pt x="845058" y="175259"/>
                </a:moveTo>
                <a:lnTo>
                  <a:pt x="845058" y="80009"/>
                </a:lnTo>
                <a:lnTo>
                  <a:pt x="844296" y="76199"/>
                </a:lnTo>
                <a:lnTo>
                  <a:pt x="822960" y="49529"/>
                </a:lnTo>
                <a:lnTo>
                  <a:pt x="816101" y="46481"/>
                </a:lnTo>
                <a:lnTo>
                  <a:pt x="809244" y="44957"/>
                </a:lnTo>
                <a:lnTo>
                  <a:pt x="801624" y="44957"/>
                </a:lnTo>
                <a:lnTo>
                  <a:pt x="789205" y="46362"/>
                </a:lnTo>
                <a:lnTo>
                  <a:pt x="778287" y="50482"/>
                </a:lnTo>
                <a:lnTo>
                  <a:pt x="768941" y="57173"/>
                </a:lnTo>
                <a:lnTo>
                  <a:pt x="761238" y="66293"/>
                </a:lnTo>
                <a:lnTo>
                  <a:pt x="761238" y="48005"/>
                </a:lnTo>
                <a:lnTo>
                  <a:pt x="742188" y="48005"/>
                </a:lnTo>
                <a:lnTo>
                  <a:pt x="742188" y="175259"/>
                </a:lnTo>
                <a:lnTo>
                  <a:pt x="763524" y="175259"/>
                </a:lnTo>
                <a:lnTo>
                  <a:pt x="763524" y="105917"/>
                </a:lnTo>
                <a:lnTo>
                  <a:pt x="764107" y="94785"/>
                </a:lnTo>
                <a:lnTo>
                  <a:pt x="787908" y="64007"/>
                </a:lnTo>
                <a:lnTo>
                  <a:pt x="803148" y="64007"/>
                </a:lnTo>
                <a:lnTo>
                  <a:pt x="823722" y="89153"/>
                </a:lnTo>
                <a:lnTo>
                  <a:pt x="823722" y="175259"/>
                </a:lnTo>
                <a:lnTo>
                  <a:pt x="845058" y="1752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397643" y="1508760"/>
            <a:ext cx="64135" cy="176530"/>
          </a:xfrm>
          <a:custGeom>
            <a:avLst/>
            <a:gdLst/>
            <a:ahLst/>
            <a:cxnLst/>
            <a:rect l="l" t="t" r="r" b="b"/>
            <a:pathLst>
              <a:path w="64135" h="176530">
                <a:moveTo>
                  <a:pt x="64008" y="176022"/>
                </a:moveTo>
                <a:lnTo>
                  <a:pt x="64008" y="0"/>
                </a:lnTo>
                <a:lnTo>
                  <a:pt x="50291" y="0"/>
                </a:lnTo>
                <a:lnTo>
                  <a:pt x="46993" y="5726"/>
                </a:lnTo>
                <a:lnTo>
                  <a:pt x="42767" y="11525"/>
                </a:lnTo>
                <a:lnTo>
                  <a:pt x="8417" y="39481"/>
                </a:lnTo>
                <a:lnTo>
                  <a:pt x="0" y="44196"/>
                </a:lnTo>
                <a:lnTo>
                  <a:pt x="0" y="64770"/>
                </a:lnTo>
                <a:lnTo>
                  <a:pt x="6096" y="62484"/>
                </a:lnTo>
                <a:lnTo>
                  <a:pt x="13715" y="58674"/>
                </a:lnTo>
                <a:lnTo>
                  <a:pt x="22098" y="53340"/>
                </a:lnTo>
                <a:lnTo>
                  <a:pt x="30479" y="48768"/>
                </a:lnTo>
                <a:lnTo>
                  <a:pt x="37337" y="43434"/>
                </a:lnTo>
                <a:lnTo>
                  <a:pt x="42672" y="38862"/>
                </a:lnTo>
                <a:lnTo>
                  <a:pt x="42672" y="176022"/>
                </a:lnTo>
                <a:lnTo>
                  <a:pt x="64008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440571" y="3245357"/>
            <a:ext cx="845185" cy="178435"/>
          </a:xfrm>
          <a:custGeom>
            <a:avLst/>
            <a:gdLst/>
            <a:ahLst/>
            <a:cxnLst/>
            <a:rect l="l" t="t" r="r" b="b"/>
            <a:pathLst>
              <a:path w="845185" h="178435">
                <a:moveTo>
                  <a:pt x="22860" y="175260"/>
                </a:moveTo>
                <a:lnTo>
                  <a:pt x="22860" y="0"/>
                </a:lnTo>
                <a:lnTo>
                  <a:pt x="0" y="0"/>
                </a:lnTo>
                <a:lnTo>
                  <a:pt x="0" y="175260"/>
                </a:lnTo>
                <a:lnTo>
                  <a:pt x="22860" y="175260"/>
                </a:lnTo>
                <a:close/>
              </a:path>
              <a:path w="845185" h="178435">
                <a:moveTo>
                  <a:pt x="64769" y="64770"/>
                </a:moveTo>
                <a:lnTo>
                  <a:pt x="64769" y="48006"/>
                </a:lnTo>
                <a:lnTo>
                  <a:pt x="49530" y="48006"/>
                </a:lnTo>
                <a:lnTo>
                  <a:pt x="49530" y="64770"/>
                </a:lnTo>
                <a:lnTo>
                  <a:pt x="64769" y="64770"/>
                </a:lnTo>
                <a:close/>
              </a:path>
              <a:path w="845185" h="178435">
                <a:moveTo>
                  <a:pt x="111252" y="175260"/>
                </a:moveTo>
                <a:lnTo>
                  <a:pt x="108204" y="156210"/>
                </a:lnTo>
                <a:lnTo>
                  <a:pt x="104393" y="156210"/>
                </a:lnTo>
                <a:lnTo>
                  <a:pt x="101346" y="156972"/>
                </a:lnTo>
                <a:lnTo>
                  <a:pt x="95250" y="156972"/>
                </a:lnTo>
                <a:lnTo>
                  <a:pt x="92964" y="156210"/>
                </a:lnTo>
                <a:lnTo>
                  <a:pt x="91440" y="155448"/>
                </a:lnTo>
                <a:lnTo>
                  <a:pt x="89916" y="153924"/>
                </a:lnTo>
                <a:lnTo>
                  <a:pt x="88392" y="153162"/>
                </a:lnTo>
                <a:lnTo>
                  <a:pt x="87630" y="150876"/>
                </a:lnTo>
                <a:lnTo>
                  <a:pt x="86868" y="149352"/>
                </a:lnTo>
                <a:lnTo>
                  <a:pt x="86106" y="145542"/>
                </a:lnTo>
                <a:lnTo>
                  <a:pt x="86106" y="3810"/>
                </a:lnTo>
                <a:lnTo>
                  <a:pt x="64769" y="16764"/>
                </a:lnTo>
                <a:lnTo>
                  <a:pt x="64769" y="150876"/>
                </a:lnTo>
                <a:lnTo>
                  <a:pt x="65531" y="159258"/>
                </a:lnTo>
                <a:lnTo>
                  <a:pt x="67818" y="163068"/>
                </a:lnTo>
                <a:lnTo>
                  <a:pt x="69342" y="167640"/>
                </a:lnTo>
                <a:lnTo>
                  <a:pt x="72390" y="170688"/>
                </a:lnTo>
                <a:lnTo>
                  <a:pt x="76962" y="172974"/>
                </a:lnTo>
                <a:lnTo>
                  <a:pt x="80772" y="175260"/>
                </a:lnTo>
                <a:lnTo>
                  <a:pt x="86868" y="176784"/>
                </a:lnTo>
                <a:lnTo>
                  <a:pt x="99822" y="176784"/>
                </a:lnTo>
                <a:lnTo>
                  <a:pt x="105156" y="176022"/>
                </a:lnTo>
                <a:lnTo>
                  <a:pt x="111252" y="175260"/>
                </a:lnTo>
                <a:close/>
              </a:path>
              <a:path w="845185" h="178435">
                <a:moveTo>
                  <a:pt x="108204" y="64770"/>
                </a:moveTo>
                <a:lnTo>
                  <a:pt x="108204" y="48006"/>
                </a:lnTo>
                <a:lnTo>
                  <a:pt x="86106" y="48006"/>
                </a:lnTo>
                <a:lnTo>
                  <a:pt x="86106" y="64770"/>
                </a:lnTo>
                <a:lnTo>
                  <a:pt x="108204" y="64770"/>
                </a:lnTo>
                <a:close/>
              </a:path>
              <a:path w="845185" h="178435">
                <a:moveTo>
                  <a:pt x="239268" y="117348"/>
                </a:moveTo>
                <a:lnTo>
                  <a:pt x="239268" y="111252"/>
                </a:lnTo>
                <a:lnTo>
                  <a:pt x="238267" y="96559"/>
                </a:lnTo>
                <a:lnTo>
                  <a:pt x="214252" y="54923"/>
                </a:lnTo>
                <a:lnTo>
                  <a:pt x="181356" y="44958"/>
                </a:lnTo>
                <a:lnTo>
                  <a:pt x="168794" y="46101"/>
                </a:lnTo>
                <a:lnTo>
                  <a:pt x="131242" y="72806"/>
                </a:lnTo>
                <a:lnTo>
                  <a:pt x="121919" y="112776"/>
                </a:lnTo>
                <a:lnTo>
                  <a:pt x="122932" y="127400"/>
                </a:lnTo>
                <a:lnTo>
                  <a:pt x="125920" y="140208"/>
                </a:lnTo>
                <a:lnTo>
                  <a:pt x="130921" y="151352"/>
                </a:lnTo>
                <a:lnTo>
                  <a:pt x="137922" y="160782"/>
                </a:lnTo>
                <a:lnTo>
                  <a:pt x="144018" y="165815"/>
                </a:lnTo>
                <a:lnTo>
                  <a:pt x="144018" y="117348"/>
                </a:lnTo>
                <a:lnTo>
                  <a:pt x="145542" y="117348"/>
                </a:lnTo>
                <a:lnTo>
                  <a:pt x="145542" y="99822"/>
                </a:lnTo>
                <a:lnTo>
                  <a:pt x="146673" y="91690"/>
                </a:lnTo>
                <a:lnTo>
                  <a:pt x="174212" y="63829"/>
                </a:lnTo>
                <a:lnTo>
                  <a:pt x="181356" y="63246"/>
                </a:lnTo>
                <a:lnTo>
                  <a:pt x="189380" y="63972"/>
                </a:lnTo>
                <a:lnTo>
                  <a:pt x="215419" y="92261"/>
                </a:lnTo>
                <a:lnTo>
                  <a:pt x="216408" y="99822"/>
                </a:lnTo>
                <a:lnTo>
                  <a:pt x="216408" y="117348"/>
                </a:lnTo>
                <a:lnTo>
                  <a:pt x="239268" y="117348"/>
                </a:lnTo>
                <a:close/>
              </a:path>
              <a:path w="845185" h="178435">
                <a:moveTo>
                  <a:pt x="238506" y="137160"/>
                </a:moveTo>
                <a:lnTo>
                  <a:pt x="216408" y="134112"/>
                </a:lnTo>
                <a:lnTo>
                  <a:pt x="212598" y="143256"/>
                </a:lnTo>
                <a:lnTo>
                  <a:pt x="208025" y="150114"/>
                </a:lnTo>
                <a:lnTo>
                  <a:pt x="202692" y="153924"/>
                </a:lnTo>
                <a:lnTo>
                  <a:pt x="197358" y="158496"/>
                </a:lnTo>
                <a:lnTo>
                  <a:pt x="190500" y="160020"/>
                </a:lnTo>
                <a:lnTo>
                  <a:pt x="151197" y="143065"/>
                </a:lnTo>
                <a:lnTo>
                  <a:pt x="144018" y="117348"/>
                </a:lnTo>
                <a:lnTo>
                  <a:pt x="144018" y="165815"/>
                </a:lnTo>
                <a:lnTo>
                  <a:pt x="181356" y="178241"/>
                </a:lnTo>
                <a:lnTo>
                  <a:pt x="182880" y="178258"/>
                </a:lnTo>
                <a:lnTo>
                  <a:pt x="192976" y="177605"/>
                </a:lnTo>
                <a:lnTo>
                  <a:pt x="230886" y="154400"/>
                </a:lnTo>
                <a:lnTo>
                  <a:pt x="235196" y="146315"/>
                </a:lnTo>
                <a:lnTo>
                  <a:pt x="238506" y="137160"/>
                </a:lnTo>
                <a:close/>
              </a:path>
              <a:path w="845185" h="178435">
                <a:moveTo>
                  <a:pt x="216408" y="117348"/>
                </a:moveTo>
                <a:lnTo>
                  <a:pt x="216408" y="99822"/>
                </a:lnTo>
                <a:lnTo>
                  <a:pt x="145542" y="99822"/>
                </a:lnTo>
                <a:lnTo>
                  <a:pt x="145542" y="117348"/>
                </a:lnTo>
                <a:lnTo>
                  <a:pt x="216408" y="117348"/>
                </a:lnTo>
                <a:close/>
              </a:path>
              <a:path w="845185" h="178435">
                <a:moveTo>
                  <a:pt x="333756" y="52578"/>
                </a:moveTo>
                <a:lnTo>
                  <a:pt x="326898" y="48006"/>
                </a:lnTo>
                <a:lnTo>
                  <a:pt x="319278" y="44958"/>
                </a:lnTo>
                <a:lnTo>
                  <a:pt x="307086" y="44958"/>
                </a:lnTo>
                <a:lnTo>
                  <a:pt x="284225" y="67056"/>
                </a:lnTo>
                <a:lnTo>
                  <a:pt x="284225" y="48006"/>
                </a:lnTo>
                <a:lnTo>
                  <a:pt x="265175" y="48006"/>
                </a:lnTo>
                <a:lnTo>
                  <a:pt x="265175" y="175260"/>
                </a:lnTo>
                <a:lnTo>
                  <a:pt x="286512" y="175260"/>
                </a:lnTo>
                <a:lnTo>
                  <a:pt x="286512" y="108966"/>
                </a:lnTo>
                <a:lnTo>
                  <a:pt x="286785" y="102250"/>
                </a:lnTo>
                <a:lnTo>
                  <a:pt x="306324" y="67818"/>
                </a:lnTo>
                <a:lnTo>
                  <a:pt x="316230" y="67818"/>
                </a:lnTo>
                <a:lnTo>
                  <a:pt x="321564" y="69342"/>
                </a:lnTo>
                <a:lnTo>
                  <a:pt x="326898" y="72390"/>
                </a:lnTo>
                <a:lnTo>
                  <a:pt x="333756" y="52578"/>
                </a:lnTo>
                <a:close/>
              </a:path>
              <a:path w="845185" h="178435">
                <a:moveTo>
                  <a:pt x="428244" y="111252"/>
                </a:moveTo>
                <a:lnTo>
                  <a:pt x="428244" y="94488"/>
                </a:lnTo>
                <a:lnTo>
                  <a:pt x="421100" y="96643"/>
                </a:lnTo>
                <a:lnTo>
                  <a:pt x="412242" y="98583"/>
                </a:lnTo>
                <a:lnTo>
                  <a:pt x="401669" y="100381"/>
                </a:lnTo>
                <a:lnTo>
                  <a:pt x="389381" y="102108"/>
                </a:lnTo>
                <a:lnTo>
                  <a:pt x="381000" y="102870"/>
                </a:lnTo>
                <a:lnTo>
                  <a:pt x="374904" y="104394"/>
                </a:lnTo>
                <a:lnTo>
                  <a:pt x="341375" y="129540"/>
                </a:lnTo>
                <a:lnTo>
                  <a:pt x="339852" y="135636"/>
                </a:lnTo>
                <a:lnTo>
                  <a:pt x="339852" y="141732"/>
                </a:lnTo>
                <a:lnTo>
                  <a:pt x="362712" y="174824"/>
                </a:lnTo>
                <a:lnTo>
                  <a:pt x="362712" y="137160"/>
                </a:lnTo>
                <a:lnTo>
                  <a:pt x="363474" y="134112"/>
                </a:lnTo>
                <a:lnTo>
                  <a:pt x="365760" y="131064"/>
                </a:lnTo>
                <a:lnTo>
                  <a:pt x="367284" y="128016"/>
                </a:lnTo>
                <a:lnTo>
                  <a:pt x="370331" y="125730"/>
                </a:lnTo>
                <a:lnTo>
                  <a:pt x="377952" y="122682"/>
                </a:lnTo>
                <a:lnTo>
                  <a:pt x="384048" y="121158"/>
                </a:lnTo>
                <a:lnTo>
                  <a:pt x="393192" y="119634"/>
                </a:lnTo>
                <a:lnTo>
                  <a:pt x="403919" y="117788"/>
                </a:lnTo>
                <a:lnTo>
                  <a:pt x="413289" y="115728"/>
                </a:lnTo>
                <a:lnTo>
                  <a:pt x="421600" y="113451"/>
                </a:lnTo>
                <a:lnTo>
                  <a:pt x="428244" y="111252"/>
                </a:lnTo>
                <a:close/>
              </a:path>
              <a:path w="845185" h="178435">
                <a:moveTo>
                  <a:pt x="456438" y="175260"/>
                </a:moveTo>
                <a:lnTo>
                  <a:pt x="449710" y="135481"/>
                </a:lnTo>
                <a:lnTo>
                  <a:pt x="449580" y="121920"/>
                </a:lnTo>
                <a:lnTo>
                  <a:pt x="449580" y="76962"/>
                </a:lnTo>
                <a:lnTo>
                  <a:pt x="448818" y="73152"/>
                </a:lnTo>
                <a:lnTo>
                  <a:pt x="415480" y="46005"/>
                </a:lnTo>
                <a:lnTo>
                  <a:pt x="399288" y="45011"/>
                </a:lnTo>
                <a:lnTo>
                  <a:pt x="392644" y="45243"/>
                </a:lnTo>
                <a:lnTo>
                  <a:pt x="348234" y="67818"/>
                </a:lnTo>
                <a:lnTo>
                  <a:pt x="343662" y="84582"/>
                </a:lnTo>
                <a:lnTo>
                  <a:pt x="364236" y="87630"/>
                </a:lnTo>
                <a:lnTo>
                  <a:pt x="366522" y="78486"/>
                </a:lnTo>
                <a:lnTo>
                  <a:pt x="370331" y="72390"/>
                </a:lnTo>
                <a:lnTo>
                  <a:pt x="374904" y="68580"/>
                </a:lnTo>
                <a:lnTo>
                  <a:pt x="380238" y="64770"/>
                </a:lnTo>
                <a:lnTo>
                  <a:pt x="387096" y="63246"/>
                </a:lnTo>
                <a:lnTo>
                  <a:pt x="408503" y="63265"/>
                </a:lnTo>
                <a:lnTo>
                  <a:pt x="416814" y="65532"/>
                </a:lnTo>
                <a:lnTo>
                  <a:pt x="422148" y="70104"/>
                </a:lnTo>
                <a:lnTo>
                  <a:pt x="425958" y="73914"/>
                </a:lnTo>
                <a:lnTo>
                  <a:pt x="428244" y="80010"/>
                </a:lnTo>
                <a:lnTo>
                  <a:pt x="428244" y="160547"/>
                </a:lnTo>
                <a:lnTo>
                  <a:pt x="429768" y="159258"/>
                </a:lnTo>
                <a:lnTo>
                  <a:pt x="430530" y="165354"/>
                </a:lnTo>
                <a:lnTo>
                  <a:pt x="432054" y="170688"/>
                </a:lnTo>
                <a:lnTo>
                  <a:pt x="434340" y="175260"/>
                </a:lnTo>
                <a:lnTo>
                  <a:pt x="456438" y="175260"/>
                </a:lnTo>
                <a:close/>
              </a:path>
              <a:path w="845185" h="178435">
                <a:moveTo>
                  <a:pt x="428244" y="160547"/>
                </a:moveTo>
                <a:lnTo>
                  <a:pt x="428244" y="128778"/>
                </a:lnTo>
                <a:lnTo>
                  <a:pt x="426719" y="135636"/>
                </a:lnTo>
                <a:lnTo>
                  <a:pt x="424434" y="140970"/>
                </a:lnTo>
                <a:lnTo>
                  <a:pt x="421374" y="147079"/>
                </a:lnTo>
                <a:lnTo>
                  <a:pt x="416814" y="152400"/>
                </a:lnTo>
                <a:lnTo>
                  <a:pt x="409956" y="155448"/>
                </a:lnTo>
                <a:lnTo>
                  <a:pt x="403860" y="159258"/>
                </a:lnTo>
                <a:lnTo>
                  <a:pt x="396240" y="161544"/>
                </a:lnTo>
                <a:lnTo>
                  <a:pt x="379475" y="161544"/>
                </a:lnTo>
                <a:lnTo>
                  <a:pt x="373380" y="159258"/>
                </a:lnTo>
                <a:lnTo>
                  <a:pt x="368808" y="155448"/>
                </a:lnTo>
                <a:lnTo>
                  <a:pt x="364998" y="151638"/>
                </a:lnTo>
                <a:lnTo>
                  <a:pt x="362712" y="147066"/>
                </a:lnTo>
                <a:lnTo>
                  <a:pt x="362712" y="174824"/>
                </a:lnTo>
                <a:lnTo>
                  <a:pt x="364331" y="175545"/>
                </a:lnTo>
                <a:lnTo>
                  <a:pt x="373129" y="177605"/>
                </a:lnTo>
                <a:lnTo>
                  <a:pt x="383286" y="178308"/>
                </a:lnTo>
                <a:lnTo>
                  <a:pt x="391668" y="178308"/>
                </a:lnTo>
                <a:lnTo>
                  <a:pt x="399288" y="176784"/>
                </a:lnTo>
                <a:lnTo>
                  <a:pt x="412623" y="171473"/>
                </a:lnTo>
                <a:lnTo>
                  <a:pt x="418338" y="168211"/>
                </a:lnTo>
                <a:lnTo>
                  <a:pt x="424053" y="164091"/>
                </a:lnTo>
                <a:lnTo>
                  <a:pt x="428244" y="160547"/>
                </a:lnTo>
                <a:close/>
              </a:path>
              <a:path w="845185" h="178435">
                <a:moveTo>
                  <a:pt x="486918" y="64770"/>
                </a:moveTo>
                <a:lnTo>
                  <a:pt x="486918" y="48006"/>
                </a:lnTo>
                <a:lnTo>
                  <a:pt x="471678" y="48006"/>
                </a:lnTo>
                <a:lnTo>
                  <a:pt x="471678" y="64770"/>
                </a:lnTo>
                <a:lnTo>
                  <a:pt x="486918" y="64770"/>
                </a:lnTo>
                <a:close/>
              </a:path>
              <a:path w="845185" h="178435">
                <a:moveTo>
                  <a:pt x="533400" y="175260"/>
                </a:moveTo>
                <a:lnTo>
                  <a:pt x="530352" y="156210"/>
                </a:lnTo>
                <a:lnTo>
                  <a:pt x="526542" y="156210"/>
                </a:lnTo>
                <a:lnTo>
                  <a:pt x="523494" y="156972"/>
                </a:lnTo>
                <a:lnTo>
                  <a:pt x="517398" y="156972"/>
                </a:lnTo>
                <a:lnTo>
                  <a:pt x="509778" y="150876"/>
                </a:lnTo>
                <a:lnTo>
                  <a:pt x="509016" y="149352"/>
                </a:lnTo>
                <a:lnTo>
                  <a:pt x="508254" y="145542"/>
                </a:lnTo>
                <a:lnTo>
                  <a:pt x="508254" y="3810"/>
                </a:lnTo>
                <a:lnTo>
                  <a:pt x="486918" y="16764"/>
                </a:lnTo>
                <a:lnTo>
                  <a:pt x="486918" y="150876"/>
                </a:lnTo>
                <a:lnTo>
                  <a:pt x="487680" y="159258"/>
                </a:lnTo>
                <a:lnTo>
                  <a:pt x="489966" y="163068"/>
                </a:lnTo>
                <a:lnTo>
                  <a:pt x="491490" y="167640"/>
                </a:lnTo>
                <a:lnTo>
                  <a:pt x="494538" y="170688"/>
                </a:lnTo>
                <a:lnTo>
                  <a:pt x="499110" y="172974"/>
                </a:lnTo>
                <a:lnTo>
                  <a:pt x="502919" y="175260"/>
                </a:lnTo>
                <a:lnTo>
                  <a:pt x="509016" y="176784"/>
                </a:lnTo>
                <a:lnTo>
                  <a:pt x="521969" y="176784"/>
                </a:lnTo>
                <a:lnTo>
                  <a:pt x="527304" y="176022"/>
                </a:lnTo>
                <a:lnTo>
                  <a:pt x="533400" y="175260"/>
                </a:lnTo>
                <a:close/>
              </a:path>
              <a:path w="845185" h="178435">
                <a:moveTo>
                  <a:pt x="530352" y="64770"/>
                </a:moveTo>
                <a:lnTo>
                  <a:pt x="530352" y="48006"/>
                </a:lnTo>
                <a:lnTo>
                  <a:pt x="508254" y="48006"/>
                </a:lnTo>
                <a:lnTo>
                  <a:pt x="508254" y="64770"/>
                </a:lnTo>
                <a:lnTo>
                  <a:pt x="530352" y="64770"/>
                </a:lnTo>
                <a:close/>
              </a:path>
              <a:path w="845185" h="178435">
                <a:moveTo>
                  <a:pt x="573024" y="24384"/>
                </a:moveTo>
                <a:lnTo>
                  <a:pt x="573024" y="0"/>
                </a:lnTo>
                <a:lnTo>
                  <a:pt x="551688" y="0"/>
                </a:lnTo>
                <a:lnTo>
                  <a:pt x="551688" y="24384"/>
                </a:lnTo>
                <a:lnTo>
                  <a:pt x="573024" y="24384"/>
                </a:lnTo>
                <a:close/>
              </a:path>
              <a:path w="845185" h="178435">
                <a:moveTo>
                  <a:pt x="573024" y="175260"/>
                </a:moveTo>
                <a:lnTo>
                  <a:pt x="573024" y="48006"/>
                </a:lnTo>
                <a:lnTo>
                  <a:pt x="551688" y="48006"/>
                </a:lnTo>
                <a:lnTo>
                  <a:pt x="551688" y="175260"/>
                </a:lnTo>
                <a:lnTo>
                  <a:pt x="573024" y="175260"/>
                </a:lnTo>
                <a:close/>
              </a:path>
              <a:path w="845185" h="178435">
                <a:moveTo>
                  <a:pt x="717042" y="109728"/>
                </a:moveTo>
                <a:lnTo>
                  <a:pt x="707397" y="71901"/>
                </a:lnTo>
                <a:lnTo>
                  <a:pt x="669417" y="46089"/>
                </a:lnTo>
                <a:lnTo>
                  <a:pt x="656844" y="44958"/>
                </a:lnTo>
                <a:lnTo>
                  <a:pt x="645723" y="45934"/>
                </a:lnTo>
                <a:lnTo>
                  <a:pt x="608659" y="69151"/>
                </a:lnTo>
                <a:lnTo>
                  <a:pt x="597408" y="112014"/>
                </a:lnTo>
                <a:lnTo>
                  <a:pt x="598527" y="127027"/>
                </a:lnTo>
                <a:lnTo>
                  <a:pt x="601789" y="140112"/>
                </a:lnTo>
                <a:lnTo>
                  <a:pt x="607052" y="151340"/>
                </a:lnTo>
                <a:lnTo>
                  <a:pt x="614172" y="160782"/>
                </a:lnTo>
                <a:lnTo>
                  <a:pt x="619506" y="165415"/>
                </a:lnTo>
                <a:lnTo>
                  <a:pt x="619506" y="112014"/>
                </a:lnTo>
                <a:lnTo>
                  <a:pt x="620208" y="100298"/>
                </a:lnTo>
                <a:lnTo>
                  <a:pt x="642365" y="66198"/>
                </a:lnTo>
                <a:lnTo>
                  <a:pt x="656844" y="63246"/>
                </a:lnTo>
                <a:lnTo>
                  <a:pt x="664547" y="63972"/>
                </a:lnTo>
                <a:lnTo>
                  <a:pt x="693586" y="99976"/>
                </a:lnTo>
                <a:lnTo>
                  <a:pt x="694182" y="111252"/>
                </a:lnTo>
                <a:lnTo>
                  <a:pt x="694182" y="166162"/>
                </a:lnTo>
                <a:lnTo>
                  <a:pt x="694527" y="165949"/>
                </a:lnTo>
                <a:lnTo>
                  <a:pt x="714946" y="132016"/>
                </a:lnTo>
                <a:lnTo>
                  <a:pt x="716494" y="121586"/>
                </a:lnTo>
                <a:lnTo>
                  <a:pt x="717042" y="109728"/>
                </a:lnTo>
                <a:close/>
              </a:path>
              <a:path w="845185" h="178435">
                <a:moveTo>
                  <a:pt x="694182" y="166162"/>
                </a:moveTo>
                <a:lnTo>
                  <a:pt x="694182" y="111252"/>
                </a:lnTo>
                <a:lnTo>
                  <a:pt x="693586" y="122967"/>
                </a:lnTo>
                <a:lnTo>
                  <a:pt x="691705" y="132969"/>
                </a:lnTo>
                <a:lnTo>
                  <a:pt x="656844" y="160020"/>
                </a:lnTo>
                <a:lnTo>
                  <a:pt x="649247" y="159305"/>
                </a:lnTo>
                <a:lnTo>
                  <a:pt x="620208" y="123301"/>
                </a:lnTo>
                <a:lnTo>
                  <a:pt x="619506" y="112014"/>
                </a:lnTo>
                <a:lnTo>
                  <a:pt x="619506" y="165415"/>
                </a:lnTo>
                <a:lnTo>
                  <a:pt x="622875" y="168342"/>
                </a:lnTo>
                <a:lnTo>
                  <a:pt x="632936" y="173831"/>
                </a:lnTo>
                <a:lnTo>
                  <a:pt x="644282" y="177176"/>
                </a:lnTo>
                <a:lnTo>
                  <a:pt x="656844" y="178308"/>
                </a:lnTo>
                <a:lnTo>
                  <a:pt x="665154" y="177748"/>
                </a:lnTo>
                <a:lnTo>
                  <a:pt x="673036" y="176117"/>
                </a:lnTo>
                <a:lnTo>
                  <a:pt x="680632" y="173485"/>
                </a:lnTo>
                <a:lnTo>
                  <a:pt x="688086" y="169926"/>
                </a:lnTo>
                <a:lnTo>
                  <a:pt x="694182" y="166162"/>
                </a:lnTo>
                <a:close/>
              </a:path>
              <a:path w="845185" h="178435">
                <a:moveTo>
                  <a:pt x="845057" y="175260"/>
                </a:moveTo>
                <a:lnTo>
                  <a:pt x="845057" y="80010"/>
                </a:lnTo>
                <a:lnTo>
                  <a:pt x="844295" y="76200"/>
                </a:lnTo>
                <a:lnTo>
                  <a:pt x="822959" y="49530"/>
                </a:lnTo>
                <a:lnTo>
                  <a:pt x="816101" y="46482"/>
                </a:lnTo>
                <a:lnTo>
                  <a:pt x="809244" y="44958"/>
                </a:lnTo>
                <a:lnTo>
                  <a:pt x="801624" y="44958"/>
                </a:lnTo>
                <a:lnTo>
                  <a:pt x="789205" y="46362"/>
                </a:lnTo>
                <a:lnTo>
                  <a:pt x="778287" y="50482"/>
                </a:lnTo>
                <a:lnTo>
                  <a:pt x="768941" y="57173"/>
                </a:lnTo>
                <a:lnTo>
                  <a:pt x="761238" y="66294"/>
                </a:lnTo>
                <a:lnTo>
                  <a:pt x="761238" y="48006"/>
                </a:lnTo>
                <a:lnTo>
                  <a:pt x="742188" y="48006"/>
                </a:lnTo>
                <a:lnTo>
                  <a:pt x="742188" y="175260"/>
                </a:lnTo>
                <a:lnTo>
                  <a:pt x="763524" y="175260"/>
                </a:lnTo>
                <a:lnTo>
                  <a:pt x="763524" y="105918"/>
                </a:lnTo>
                <a:lnTo>
                  <a:pt x="764107" y="94785"/>
                </a:lnTo>
                <a:lnTo>
                  <a:pt x="787908" y="64008"/>
                </a:lnTo>
                <a:lnTo>
                  <a:pt x="803148" y="64008"/>
                </a:lnTo>
                <a:lnTo>
                  <a:pt x="823721" y="89154"/>
                </a:lnTo>
                <a:lnTo>
                  <a:pt x="823721" y="175260"/>
                </a:lnTo>
                <a:lnTo>
                  <a:pt x="845057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377831" y="3244595"/>
            <a:ext cx="116205" cy="176530"/>
          </a:xfrm>
          <a:custGeom>
            <a:avLst/>
            <a:gdLst/>
            <a:ahLst/>
            <a:cxnLst/>
            <a:rect l="l" t="t" r="r" b="b"/>
            <a:pathLst>
              <a:path w="116204" h="176529">
                <a:moveTo>
                  <a:pt x="93725" y="94601"/>
                </a:moveTo>
                <a:lnTo>
                  <a:pt x="93725" y="48006"/>
                </a:lnTo>
                <a:lnTo>
                  <a:pt x="93142" y="54304"/>
                </a:lnTo>
                <a:lnTo>
                  <a:pt x="91344" y="60674"/>
                </a:lnTo>
                <a:lnTo>
                  <a:pt x="58102" y="99952"/>
                </a:lnTo>
                <a:lnTo>
                  <a:pt x="36373" y="118526"/>
                </a:lnTo>
                <a:lnTo>
                  <a:pt x="28860" y="125444"/>
                </a:lnTo>
                <a:lnTo>
                  <a:pt x="3048" y="160782"/>
                </a:lnTo>
                <a:lnTo>
                  <a:pt x="762" y="166116"/>
                </a:lnTo>
                <a:lnTo>
                  <a:pt x="0" y="170688"/>
                </a:lnTo>
                <a:lnTo>
                  <a:pt x="0" y="176022"/>
                </a:lnTo>
                <a:lnTo>
                  <a:pt x="30479" y="176022"/>
                </a:lnTo>
                <a:lnTo>
                  <a:pt x="30479" y="155448"/>
                </a:lnTo>
                <a:lnTo>
                  <a:pt x="32765" y="151638"/>
                </a:lnTo>
                <a:lnTo>
                  <a:pt x="35813" y="147828"/>
                </a:lnTo>
                <a:lnTo>
                  <a:pt x="38862" y="143256"/>
                </a:lnTo>
                <a:lnTo>
                  <a:pt x="42576" y="139815"/>
                </a:lnTo>
                <a:lnTo>
                  <a:pt x="48006" y="135159"/>
                </a:lnTo>
                <a:lnTo>
                  <a:pt x="55149" y="129218"/>
                </a:lnTo>
                <a:lnTo>
                  <a:pt x="64008" y="121920"/>
                </a:lnTo>
                <a:lnTo>
                  <a:pt x="83915" y="104013"/>
                </a:lnTo>
                <a:lnTo>
                  <a:pt x="91547" y="96845"/>
                </a:lnTo>
                <a:lnTo>
                  <a:pt x="93725" y="94601"/>
                </a:lnTo>
                <a:close/>
              </a:path>
              <a:path w="116204" h="176529">
                <a:moveTo>
                  <a:pt x="115824" y="55626"/>
                </a:moveTo>
                <a:lnTo>
                  <a:pt x="115824" y="48768"/>
                </a:lnTo>
                <a:lnTo>
                  <a:pt x="114954" y="38790"/>
                </a:lnTo>
                <a:lnTo>
                  <a:pt x="83724" y="3429"/>
                </a:lnTo>
                <a:lnTo>
                  <a:pt x="60960" y="0"/>
                </a:lnTo>
                <a:lnTo>
                  <a:pt x="49089" y="845"/>
                </a:lnTo>
                <a:lnTo>
                  <a:pt x="14751" y="20073"/>
                </a:lnTo>
                <a:lnTo>
                  <a:pt x="4572" y="50292"/>
                </a:lnTo>
                <a:lnTo>
                  <a:pt x="26670" y="52578"/>
                </a:lnTo>
                <a:lnTo>
                  <a:pt x="27241" y="45005"/>
                </a:lnTo>
                <a:lnTo>
                  <a:pt x="28956" y="38290"/>
                </a:lnTo>
                <a:lnTo>
                  <a:pt x="60960" y="17526"/>
                </a:lnTo>
                <a:lnTo>
                  <a:pt x="70865" y="17526"/>
                </a:lnTo>
                <a:lnTo>
                  <a:pt x="78486" y="20574"/>
                </a:lnTo>
                <a:lnTo>
                  <a:pt x="84581" y="26670"/>
                </a:lnTo>
                <a:lnTo>
                  <a:pt x="90677" y="32004"/>
                </a:lnTo>
                <a:lnTo>
                  <a:pt x="93725" y="39624"/>
                </a:lnTo>
                <a:lnTo>
                  <a:pt x="93725" y="94601"/>
                </a:lnTo>
                <a:lnTo>
                  <a:pt x="97536" y="90678"/>
                </a:lnTo>
                <a:lnTo>
                  <a:pt x="103631" y="83058"/>
                </a:lnTo>
                <a:lnTo>
                  <a:pt x="108965" y="76200"/>
                </a:lnTo>
                <a:lnTo>
                  <a:pt x="111251" y="69342"/>
                </a:lnTo>
                <a:lnTo>
                  <a:pt x="114300" y="62484"/>
                </a:lnTo>
                <a:lnTo>
                  <a:pt x="115824" y="55626"/>
                </a:lnTo>
                <a:close/>
              </a:path>
              <a:path w="116204" h="176529">
                <a:moveTo>
                  <a:pt x="115824" y="176022"/>
                </a:moveTo>
                <a:lnTo>
                  <a:pt x="115824" y="155448"/>
                </a:lnTo>
                <a:lnTo>
                  <a:pt x="30479" y="155448"/>
                </a:lnTo>
                <a:lnTo>
                  <a:pt x="30479" y="176022"/>
                </a:lnTo>
                <a:lnTo>
                  <a:pt x="115824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782453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782453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030103" y="4980432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29">
                <a:moveTo>
                  <a:pt x="64769" y="176021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6" y="62769"/>
                </a:lnTo>
                <a:lnTo>
                  <a:pt x="10858" y="60197"/>
                </a:lnTo>
                <a:lnTo>
                  <a:pt x="16716" y="57054"/>
                </a:lnTo>
                <a:lnTo>
                  <a:pt x="22859" y="53339"/>
                </a:lnTo>
                <a:lnTo>
                  <a:pt x="31241" y="48767"/>
                </a:lnTo>
                <a:lnTo>
                  <a:pt x="38100" y="43433"/>
                </a:lnTo>
                <a:lnTo>
                  <a:pt x="43433" y="38862"/>
                </a:lnTo>
                <a:lnTo>
                  <a:pt x="43433" y="176021"/>
                </a:lnTo>
                <a:lnTo>
                  <a:pt x="64769" y="176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650371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60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8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650371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882019" y="4980540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32"/>
                </a:moveTo>
                <a:lnTo>
                  <a:pt x="92201" y="124858"/>
                </a:lnTo>
                <a:lnTo>
                  <a:pt x="91499" y="132121"/>
                </a:lnTo>
                <a:lnTo>
                  <a:pt x="89415" y="139000"/>
                </a:lnTo>
                <a:lnTo>
                  <a:pt x="55625" y="161434"/>
                </a:lnTo>
                <a:lnTo>
                  <a:pt x="47243" y="161434"/>
                </a:lnTo>
                <a:lnTo>
                  <a:pt x="21336" y="126382"/>
                </a:lnTo>
                <a:lnTo>
                  <a:pt x="0" y="129430"/>
                </a:lnTo>
                <a:lnTo>
                  <a:pt x="17525" y="165244"/>
                </a:lnTo>
                <a:lnTo>
                  <a:pt x="54863" y="178901"/>
                </a:lnTo>
                <a:lnTo>
                  <a:pt x="57150" y="178835"/>
                </a:lnTo>
                <a:lnTo>
                  <a:pt x="67758" y="177960"/>
                </a:lnTo>
                <a:lnTo>
                  <a:pt x="78962" y="174960"/>
                </a:lnTo>
                <a:lnTo>
                  <a:pt x="89165" y="169959"/>
                </a:lnTo>
                <a:lnTo>
                  <a:pt x="92201" y="167632"/>
                </a:lnTo>
                <a:close/>
              </a:path>
              <a:path w="115570" h="179070">
                <a:moveTo>
                  <a:pt x="105917" y="53230"/>
                </a:moveTo>
                <a:lnTo>
                  <a:pt x="105917" y="37228"/>
                </a:lnTo>
                <a:lnTo>
                  <a:pt x="103632" y="29608"/>
                </a:lnTo>
                <a:lnTo>
                  <a:pt x="75116" y="3427"/>
                </a:lnTo>
                <a:lnTo>
                  <a:pt x="53339" y="0"/>
                </a:lnTo>
                <a:lnTo>
                  <a:pt x="44958" y="600"/>
                </a:lnTo>
                <a:lnTo>
                  <a:pt x="8477" y="26179"/>
                </a:lnTo>
                <a:lnTo>
                  <a:pt x="2286" y="45610"/>
                </a:lnTo>
                <a:lnTo>
                  <a:pt x="23622" y="49420"/>
                </a:lnTo>
                <a:lnTo>
                  <a:pt x="25181" y="41860"/>
                </a:lnTo>
                <a:lnTo>
                  <a:pt x="27527" y="35228"/>
                </a:lnTo>
                <a:lnTo>
                  <a:pt x="30587" y="29596"/>
                </a:lnTo>
                <a:lnTo>
                  <a:pt x="34289" y="25036"/>
                </a:lnTo>
                <a:lnTo>
                  <a:pt x="39624" y="20464"/>
                </a:lnTo>
                <a:lnTo>
                  <a:pt x="47243" y="17416"/>
                </a:lnTo>
                <a:lnTo>
                  <a:pt x="64008" y="17416"/>
                </a:lnTo>
                <a:lnTo>
                  <a:pt x="70865" y="20464"/>
                </a:lnTo>
                <a:lnTo>
                  <a:pt x="76200" y="25036"/>
                </a:lnTo>
                <a:lnTo>
                  <a:pt x="81534" y="30370"/>
                </a:lnTo>
                <a:lnTo>
                  <a:pt x="83820" y="37228"/>
                </a:lnTo>
                <a:lnTo>
                  <a:pt x="83820" y="79900"/>
                </a:lnTo>
                <a:lnTo>
                  <a:pt x="89915" y="76852"/>
                </a:lnTo>
                <a:lnTo>
                  <a:pt x="96012" y="72280"/>
                </a:lnTo>
                <a:lnTo>
                  <a:pt x="99822" y="66184"/>
                </a:lnTo>
                <a:lnTo>
                  <a:pt x="104393" y="60088"/>
                </a:lnTo>
                <a:lnTo>
                  <a:pt x="105917" y="53230"/>
                </a:lnTo>
                <a:close/>
              </a:path>
              <a:path w="115570" h="179070">
                <a:moveTo>
                  <a:pt x="83820" y="79900"/>
                </a:moveTo>
                <a:lnTo>
                  <a:pt x="83820" y="54754"/>
                </a:lnTo>
                <a:lnTo>
                  <a:pt x="80010" y="62374"/>
                </a:lnTo>
                <a:lnTo>
                  <a:pt x="73151" y="66946"/>
                </a:lnTo>
                <a:lnTo>
                  <a:pt x="67294" y="70054"/>
                </a:lnTo>
                <a:lnTo>
                  <a:pt x="61150" y="72376"/>
                </a:lnTo>
                <a:lnTo>
                  <a:pt x="54721" y="73697"/>
                </a:lnTo>
                <a:lnTo>
                  <a:pt x="48005" y="73804"/>
                </a:lnTo>
                <a:lnTo>
                  <a:pt x="47243" y="74566"/>
                </a:lnTo>
                <a:lnTo>
                  <a:pt x="46482" y="73804"/>
                </a:lnTo>
                <a:lnTo>
                  <a:pt x="44958" y="73804"/>
                </a:lnTo>
                <a:lnTo>
                  <a:pt x="42672" y="92854"/>
                </a:lnTo>
                <a:lnTo>
                  <a:pt x="48767" y="91330"/>
                </a:lnTo>
                <a:lnTo>
                  <a:pt x="53339" y="90568"/>
                </a:lnTo>
                <a:lnTo>
                  <a:pt x="57150" y="90568"/>
                </a:lnTo>
                <a:lnTo>
                  <a:pt x="64615" y="91140"/>
                </a:lnTo>
                <a:lnTo>
                  <a:pt x="71151" y="92854"/>
                </a:lnTo>
                <a:lnTo>
                  <a:pt x="76973" y="95712"/>
                </a:lnTo>
                <a:lnTo>
                  <a:pt x="82296" y="99712"/>
                </a:lnTo>
                <a:lnTo>
                  <a:pt x="82296" y="80662"/>
                </a:lnTo>
                <a:lnTo>
                  <a:pt x="83820" y="79900"/>
                </a:lnTo>
                <a:close/>
              </a:path>
              <a:path w="115570" h="179070">
                <a:moveTo>
                  <a:pt x="115062" y="124096"/>
                </a:moveTo>
                <a:lnTo>
                  <a:pt x="95821" y="86282"/>
                </a:lnTo>
                <a:lnTo>
                  <a:pt x="82296" y="80662"/>
                </a:lnTo>
                <a:lnTo>
                  <a:pt x="82296" y="99712"/>
                </a:lnTo>
                <a:lnTo>
                  <a:pt x="86415" y="105142"/>
                </a:lnTo>
                <a:lnTo>
                  <a:pt x="89535" y="111142"/>
                </a:lnTo>
                <a:lnTo>
                  <a:pt x="91511" y="117715"/>
                </a:lnTo>
                <a:lnTo>
                  <a:pt x="92201" y="124858"/>
                </a:lnTo>
                <a:lnTo>
                  <a:pt x="92201" y="167632"/>
                </a:lnTo>
                <a:lnTo>
                  <a:pt x="98298" y="162958"/>
                </a:lnTo>
                <a:lnTo>
                  <a:pt x="105417" y="154529"/>
                </a:lnTo>
                <a:lnTo>
                  <a:pt x="110680" y="145242"/>
                </a:lnTo>
                <a:lnTo>
                  <a:pt x="113942" y="135098"/>
                </a:lnTo>
                <a:lnTo>
                  <a:pt x="115062" y="12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518289" y="479374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19" y="288797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8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518289" y="479374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7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8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751461" y="4983479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4">
                <a:moveTo>
                  <a:pt x="113537" y="16764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4"/>
                </a:lnTo>
                <a:close/>
              </a:path>
              <a:path w="113664" h="173354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4"/>
                </a:lnTo>
                <a:lnTo>
                  <a:pt x="36754" y="108406"/>
                </a:lnTo>
                <a:lnTo>
                  <a:pt x="26574" y="150113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8"/>
                </a:lnTo>
                <a:lnTo>
                  <a:pt x="59864" y="109227"/>
                </a:lnTo>
                <a:lnTo>
                  <a:pt x="80010" y="64008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86195" y="479374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8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8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386195" y="479374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8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617855" y="4980432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115061" y="84581"/>
                </a:moveTo>
                <a:lnTo>
                  <a:pt x="111199" y="44612"/>
                </a:lnTo>
                <a:lnTo>
                  <a:pt x="86093" y="9143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5"/>
                </a:lnTo>
                <a:lnTo>
                  <a:pt x="881" y="71437"/>
                </a:lnTo>
                <a:lnTo>
                  <a:pt x="3619" y="82295"/>
                </a:lnTo>
                <a:lnTo>
                  <a:pt x="8358" y="92011"/>
                </a:lnTo>
                <a:lnTo>
                  <a:pt x="15240" y="100583"/>
                </a:lnTo>
                <a:lnTo>
                  <a:pt x="22098" y="106698"/>
                </a:lnTo>
                <a:lnTo>
                  <a:pt x="22098" y="60197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1"/>
                </a:lnTo>
                <a:close/>
              </a:path>
              <a:path w="115570" h="179070">
                <a:moveTo>
                  <a:pt x="93725" y="161795"/>
                </a:moveTo>
                <a:lnTo>
                  <a:pt x="93725" y="97535"/>
                </a:lnTo>
                <a:lnTo>
                  <a:pt x="93571" y="104274"/>
                </a:lnTo>
                <a:lnTo>
                  <a:pt x="93057" y="110870"/>
                </a:lnTo>
                <a:lnTo>
                  <a:pt x="82283" y="144779"/>
                </a:lnTo>
                <a:lnTo>
                  <a:pt x="79248" y="149351"/>
                </a:lnTo>
                <a:lnTo>
                  <a:pt x="75437" y="153923"/>
                </a:lnTo>
                <a:lnTo>
                  <a:pt x="70091" y="156971"/>
                </a:lnTo>
                <a:lnTo>
                  <a:pt x="65519" y="160019"/>
                </a:lnTo>
                <a:lnTo>
                  <a:pt x="59435" y="161543"/>
                </a:lnTo>
                <a:lnTo>
                  <a:pt x="44945" y="161543"/>
                </a:lnTo>
                <a:lnTo>
                  <a:pt x="23622" y="133350"/>
                </a:lnTo>
                <a:lnTo>
                  <a:pt x="3048" y="135635"/>
                </a:lnTo>
                <a:lnTo>
                  <a:pt x="25895" y="172642"/>
                </a:lnTo>
                <a:lnTo>
                  <a:pt x="52565" y="179069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70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5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7"/>
                </a:lnTo>
                <a:lnTo>
                  <a:pt x="22098" y="106698"/>
                </a:lnTo>
                <a:lnTo>
                  <a:pt x="60198" y="116585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7"/>
                </a:lnTo>
                <a:lnTo>
                  <a:pt x="89141" y="100583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254113" y="4793741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8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433957" y="4980432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70">
                <a:moveTo>
                  <a:pt x="64770" y="176021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5"/>
                </a:lnTo>
                <a:lnTo>
                  <a:pt x="0" y="64769"/>
                </a:lnTo>
                <a:lnTo>
                  <a:pt x="5284" y="62769"/>
                </a:lnTo>
                <a:lnTo>
                  <a:pt x="10853" y="60197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7"/>
                </a:lnTo>
                <a:lnTo>
                  <a:pt x="38100" y="43433"/>
                </a:lnTo>
                <a:lnTo>
                  <a:pt x="43433" y="38862"/>
                </a:lnTo>
                <a:lnTo>
                  <a:pt x="43433" y="176021"/>
                </a:lnTo>
                <a:lnTo>
                  <a:pt x="64770" y="176021"/>
                </a:lnTo>
                <a:close/>
              </a:path>
              <a:path w="234950" h="179070">
                <a:moveTo>
                  <a:pt x="211835" y="167972"/>
                </a:moveTo>
                <a:lnTo>
                  <a:pt x="211835" y="124967"/>
                </a:lnTo>
                <a:lnTo>
                  <a:pt x="211252" y="132230"/>
                </a:lnTo>
                <a:lnTo>
                  <a:pt x="209453" y="139064"/>
                </a:lnTo>
                <a:lnTo>
                  <a:pt x="176022" y="161543"/>
                </a:lnTo>
                <a:lnTo>
                  <a:pt x="167640" y="161543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70">
                <a:moveTo>
                  <a:pt x="226314" y="53339"/>
                </a:moveTo>
                <a:lnTo>
                  <a:pt x="226314" y="37337"/>
                </a:lnTo>
                <a:lnTo>
                  <a:pt x="224015" y="29717"/>
                </a:lnTo>
                <a:lnTo>
                  <a:pt x="195183" y="3536"/>
                </a:lnTo>
                <a:lnTo>
                  <a:pt x="173735" y="105"/>
                </a:lnTo>
                <a:lnTo>
                  <a:pt x="165013" y="710"/>
                </a:lnTo>
                <a:lnTo>
                  <a:pt x="128773" y="26288"/>
                </a:lnTo>
                <a:lnTo>
                  <a:pt x="121920" y="45719"/>
                </a:lnTo>
                <a:lnTo>
                  <a:pt x="144005" y="49529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5"/>
                </a:lnTo>
                <a:lnTo>
                  <a:pt x="160020" y="20573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3"/>
                </a:lnTo>
                <a:lnTo>
                  <a:pt x="195833" y="25145"/>
                </a:lnTo>
                <a:lnTo>
                  <a:pt x="201155" y="30479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89"/>
                </a:lnTo>
                <a:lnTo>
                  <a:pt x="224015" y="60197"/>
                </a:lnTo>
                <a:lnTo>
                  <a:pt x="226314" y="53339"/>
                </a:lnTo>
                <a:close/>
              </a:path>
              <a:path w="234950" h="179070">
                <a:moveTo>
                  <a:pt x="204216" y="79728"/>
                </a:moveTo>
                <a:lnTo>
                  <a:pt x="204216" y="54863"/>
                </a:lnTo>
                <a:lnTo>
                  <a:pt x="200393" y="62483"/>
                </a:lnTo>
                <a:lnTo>
                  <a:pt x="192785" y="67055"/>
                </a:lnTo>
                <a:lnTo>
                  <a:pt x="187363" y="70163"/>
                </a:lnTo>
                <a:lnTo>
                  <a:pt x="181444" y="72485"/>
                </a:lnTo>
                <a:lnTo>
                  <a:pt x="175098" y="73806"/>
                </a:lnTo>
                <a:lnTo>
                  <a:pt x="168389" y="73913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1"/>
                </a:lnTo>
                <a:lnTo>
                  <a:pt x="204216" y="79728"/>
                </a:lnTo>
                <a:close/>
              </a:path>
              <a:path w="234950" h="179070">
                <a:moveTo>
                  <a:pt x="234696" y="124205"/>
                </a:moveTo>
                <a:lnTo>
                  <a:pt x="215830" y="86391"/>
                </a:lnTo>
                <a:lnTo>
                  <a:pt x="201917" y="80771"/>
                </a:lnTo>
                <a:lnTo>
                  <a:pt x="201917" y="99259"/>
                </a:lnTo>
                <a:lnTo>
                  <a:pt x="202679" y="99821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7"/>
                </a:lnTo>
                <a:lnTo>
                  <a:pt x="211835" y="167972"/>
                </a:lnTo>
                <a:lnTo>
                  <a:pt x="217919" y="163067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122805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45" y="288798"/>
                </a:moveTo>
                <a:lnTo>
                  <a:pt x="574558" y="242011"/>
                </a:lnTo>
                <a:lnTo>
                  <a:pt x="563594" y="197607"/>
                </a:lnTo>
                <a:lnTo>
                  <a:pt x="546046" y="156184"/>
                </a:lnTo>
                <a:lnTo>
                  <a:pt x="522510" y="118341"/>
                </a:lnTo>
                <a:lnTo>
                  <a:pt x="493579" y="84677"/>
                </a:lnTo>
                <a:lnTo>
                  <a:pt x="459847" y="55790"/>
                </a:lnTo>
                <a:lnTo>
                  <a:pt x="421909" y="32280"/>
                </a:lnTo>
                <a:lnTo>
                  <a:pt x="380358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11" y="3786"/>
                </a:lnTo>
                <a:lnTo>
                  <a:pt x="197607" y="14746"/>
                </a:lnTo>
                <a:lnTo>
                  <a:pt x="156184" y="32280"/>
                </a:lnTo>
                <a:lnTo>
                  <a:pt x="118341" y="55790"/>
                </a:lnTo>
                <a:lnTo>
                  <a:pt x="84677" y="84677"/>
                </a:lnTo>
                <a:lnTo>
                  <a:pt x="55790" y="118341"/>
                </a:lnTo>
                <a:lnTo>
                  <a:pt x="32280" y="156184"/>
                </a:lnTo>
                <a:lnTo>
                  <a:pt x="14746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6" y="380359"/>
                </a:lnTo>
                <a:lnTo>
                  <a:pt x="32280" y="421911"/>
                </a:lnTo>
                <a:lnTo>
                  <a:pt x="55790" y="459851"/>
                </a:lnTo>
                <a:lnTo>
                  <a:pt x="84677" y="493585"/>
                </a:lnTo>
                <a:lnTo>
                  <a:pt x="118341" y="522518"/>
                </a:lnTo>
                <a:lnTo>
                  <a:pt x="156184" y="546056"/>
                </a:lnTo>
                <a:lnTo>
                  <a:pt x="197607" y="563605"/>
                </a:lnTo>
                <a:lnTo>
                  <a:pt x="242011" y="574570"/>
                </a:lnTo>
                <a:lnTo>
                  <a:pt x="288798" y="578358"/>
                </a:lnTo>
                <a:lnTo>
                  <a:pt x="335790" y="574570"/>
                </a:lnTo>
                <a:lnTo>
                  <a:pt x="380358" y="563605"/>
                </a:lnTo>
                <a:lnTo>
                  <a:pt x="421909" y="546056"/>
                </a:lnTo>
                <a:lnTo>
                  <a:pt x="459847" y="522518"/>
                </a:lnTo>
                <a:lnTo>
                  <a:pt x="493579" y="493585"/>
                </a:lnTo>
                <a:lnTo>
                  <a:pt x="522510" y="459851"/>
                </a:lnTo>
                <a:lnTo>
                  <a:pt x="546046" y="421911"/>
                </a:lnTo>
                <a:lnTo>
                  <a:pt x="563594" y="380359"/>
                </a:lnTo>
                <a:lnTo>
                  <a:pt x="574558" y="335790"/>
                </a:lnTo>
                <a:lnTo>
                  <a:pt x="578345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122805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8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8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282813" y="4980432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70">
                <a:moveTo>
                  <a:pt x="93725" y="94064"/>
                </a:moveTo>
                <a:lnTo>
                  <a:pt x="93725" y="48005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6"/>
                </a:lnTo>
                <a:lnTo>
                  <a:pt x="0" y="170687"/>
                </a:lnTo>
                <a:lnTo>
                  <a:pt x="0" y="176021"/>
                </a:lnTo>
                <a:lnTo>
                  <a:pt x="29730" y="176021"/>
                </a:lnTo>
                <a:lnTo>
                  <a:pt x="29730" y="155447"/>
                </a:lnTo>
                <a:lnTo>
                  <a:pt x="32016" y="151637"/>
                </a:lnTo>
                <a:lnTo>
                  <a:pt x="55162" y="128897"/>
                </a:lnTo>
                <a:lnTo>
                  <a:pt x="64020" y="121157"/>
                </a:lnTo>
                <a:lnTo>
                  <a:pt x="74712" y="112002"/>
                </a:lnTo>
                <a:lnTo>
                  <a:pt x="83832" y="103916"/>
                </a:lnTo>
                <a:lnTo>
                  <a:pt x="91233" y="96833"/>
                </a:lnTo>
                <a:lnTo>
                  <a:pt x="93725" y="94064"/>
                </a:lnTo>
                <a:close/>
              </a:path>
              <a:path w="254000" h="179070">
                <a:moveTo>
                  <a:pt x="115823" y="55625"/>
                </a:moveTo>
                <a:lnTo>
                  <a:pt x="115823" y="48767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3"/>
                </a:lnTo>
                <a:lnTo>
                  <a:pt x="84594" y="26669"/>
                </a:lnTo>
                <a:lnTo>
                  <a:pt x="90690" y="32003"/>
                </a:lnTo>
                <a:lnTo>
                  <a:pt x="93725" y="39623"/>
                </a:lnTo>
                <a:lnTo>
                  <a:pt x="93725" y="94064"/>
                </a:lnTo>
                <a:lnTo>
                  <a:pt x="96773" y="90677"/>
                </a:lnTo>
                <a:lnTo>
                  <a:pt x="114300" y="62483"/>
                </a:lnTo>
                <a:lnTo>
                  <a:pt x="115823" y="55625"/>
                </a:lnTo>
                <a:close/>
              </a:path>
              <a:path w="254000" h="179070">
                <a:moveTo>
                  <a:pt x="115823" y="176021"/>
                </a:moveTo>
                <a:lnTo>
                  <a:pt x="115823" y="155447"/>
                </a:lnTo>
                <a:lnTo>
                  <a:pt x="29730" y="155447"/>
                </a:lnTo>
                <a:lnTo>
                  <a:pt x="29730" y="176021"/>
                </a:lnTo>
                <a:lnTo>
                  <a:pt x="115823" y="176021"/>
                </a:lnTo>
                <a:close/>
              </a:path>
              <a:path w="254000" h="179070">
                <a:moveTo>
                  <a:pt x="253758" y="89153"/>
                </a:moveTo>
                <a:lnTo>
                  <a:pt x="249173" y="48005"/>
                </a:lnTo>
                <a:lnTo>
                  <a:pt x="227837" y="9143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0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1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79"/>
                </a:lnTo>
                <a:lnTo>
                  <a:pt x="195833" y="17525"/>
                </a:lnTo>
                <a:lnTo>
                  <a:pt x="202985" y="18395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70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3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6"/>
                </a:lnTo>
                <a:lnTo>
                  <a:pt x="196608" y="179069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990724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57" y="288798"/>
                </a:moveTo>
                <a:lnTo>
                  <a:pt x="574570" y="242011"/>
                </a:lnTo>
                <a:lnTo>
                  <a:pt x="563605" y="197607"/>
                </a:lnTo>
                <a:lnTo>
                  <a:pt x="546056" y="156184"/>
                </a:lnTo>
                <a:lnTo>
                  <a:pt x="522518" y="118341"/>
                </a:lnTo>
                <a:lnTo>
                  <a:pt x="493585" y="84677"/>
                </a:lnTo>
                <a:lnTo>
                  <a:pt x="459851" y="55790"/>
                </a:lnTo>
                <a:lnTo>
                  <a:pt x="421911" y="32280"/>
                </a:lnTo>
                <a:lnTo>
                  <a:pt x="380359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08" y="3786"/>
                </a:lnTo>
                <a:lnTo>
                  <a:pt x="197603" y="14746"/>
                </a:lnTo>
                <a:lnTo>
                  <a:pt x="156179" y="32280"/>
                </a:lnTo>
                <a:lnTo>
                  <a:pt x="118336" y="55790"/>
                </a:lnTo>
                <a:lnTo>
                  <a:pt x="84672" y="84677"/>
                </a:lnTo>
                <a:lnTo>
                  <a:pt x="55786" y="118341"/>
                </a:lnTo>
                <a:lnTo>
                  <a:pt x="32278" y="156184"/>
                </a:lnTo>
                <a:lnTo>
                  <a:pt x="14745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5" y="380359"/>
                </a:lnTo>
                <a:lnTo>
                  <a:pt x="32278" y="421911"/>
                </a:lnTo>
                <a:lnTo>
                  <a:pt x="55786" y="459851"/>
                </a:lnTo>
                <a:lnTo>
                  <a:pt x="84672" y="493585"/>
                </a:lnTo>
                <a:lnTo>
                  <a:pt x="118336" y="522518"/>
                </a:lnTo>
                <a:lnTo>
                  <a:pt x="156179" y="546056"/>
                </a:lnTo>
                <a:lnTo>
                  <a:pt x="197603" y="563605"/>
                </a:lnTo>
                <a:lnTo>
                  <a:pt x="242008" y="574570"/>
                </a:lnTo>
                <a:lnTo>
                  <a:pt x="288798" y="578358"/>
                </a:lnTo>
                <a:lnTo>
                  <a:pt x="335790" y="574570"/>
                </a:lnTo>
                <a:lnTo>
                  <a:pt x="380359" y="563605"/>
                </a:lnTo>
                <a:lnTo>
                  <a:pt x="421911" y="546056"/>
                </a:lnTo>
                <a:lnTo>
                  <a:pt x="459851" y="522518"/>
                </a:lnTo>
                <a:lnTo>
                  <a:pt x="493585" y="493585"/>
                </a:lnTo>
                <a:lnTo>
                  <a:pt x="522518" y="459851"/>
                </a:lnTo>
                <a:lnTo>
                  <a:pt x="546056" y="421911"/>
                </a:lnTo>
                <a:lnTo>
                  <a:pt x="563605" y="380359"/>
                </a:lnTo>
                <a:lnTo>
                  <a:pt x="574570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990724" y="4793741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8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8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153791" y="4980432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70">
                <a:moveTo>
                  <a:pt x="92201" y="167788"/>
                </a:moveTo>
                <a:lnTo>
                  <a:pt x="92201" y="124967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3"/>
                </a:lnTo>
                <a:lnTo>
                  <a:pt x="47231" y="161543"/>
                </a:lnTo>
                <a:lnTo>
                  <a:pt x="21336" y="126491"/>
                </a:lnTo>
                <a:lnTo>
                  <a:pt x="0" y="129539"/>
                </a:lnTo>
                <a:lnTo>
                  <a:pt x="17525" y="165353"/>
                </a:lnTo>
                <a:lnTo>
                  <a:pt x="55625" y="179069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70">
                <a:moveTo>
                  <a:pt x="105905" y="53339"/>
                </a:moveTo>
                <a:lnTo>
                  <a:pt x="105905" y="37337"/>
                </a:lnTo>
                <a:lnTo>
                  <a:pt x="104381" y="29717"/>
                </a:lnTo>
                <a:lnTo>
                  <a:pt x="75221" y="3536"/>
                </a:lnTo>
                <a:lnTo>
                  <a:pt x="53340" y="110"/>
                </a:lnTo>
                <a:lnTo>
                  <a:pt x="44986" y="714"/>
                </a:lnTo>
                <a:lnTo>
                  <a:pt x="8467" y="26288"/>
                </a:lnTo>
                <a:lnTo>
                  <a:pt x="2286" y="45719"/>
                </a:lnTo>
                <a:lnTo>
                  <a:pt x="23609" y="49529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5"/>
                </a:lnTo>
                <a:lnTo>
                  <a:pt x="40386" y="20573"/>
                </a:lnTo>
                <a:lnTo>
                  <a:pt x="47231" y="17525"/>
                </a:lnTo>
                <a:lnTo>
                  <a:pt x="64008" y="17525"/>
                </a:lnTo>
                <a:lnTo>
                  <a:pt x="70866" y="20573"/>
                </a:lnTo>
                <a:lnTo>
                  <a:pt x="76200" y="25145"/>
                </a:lnTo>
                <a:lnTo>
                  <a:pt x="81534" y="30479"/>
                </a:lnTo>
                <a:lnTo>
                  <a:pt x="83807" y="37337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89"/>
                </a:lnTo>
                <a:lnTo>
                  <a:pt x="99809" y="66293"/>
                </a:lnTo>
                <a:lnTo>
                  <a:pt x="104381" y="60197"/>
                </a:lnTo>
                <a:lnTo>
                  <a:pt x="105905" y="53339"/>
                </a:lnTo>
                <a:close/>
              </a:path>
              <a:path w="217170" h="179070">
                <a:moveTo>
                  <a:pt x="83807" y="80011"/>
                </a:moveTo>
                <a:lnTo>
                  <a:pt x="83807" y="54863"/>
                </a:lnTo>
                <a:lnTo>
                  <a:pt x="80759" y="62483"/>
                </a:lnTo>
                <a:lnTo>
                  <a:pt x="73151" y="67055"/>
                </a:lnTo>
                <a:lnTo>
                  <a:pt x="67294" y="70163"/>
                </a:lnTo>
                <a:lnTo>
                  <a:pt x="61150" y="72485"/>
                </a:lnTo>
                <a:lnTo>
                  <a:pt x="54721" y="73806"/>
                </a:lnTo>
                <a:lnTo>
                  <a:pt x="48006" y="73913"/>
                </a:lnTo>
                <a:lnTo>
                  <a:pt x="47231" y="74675"/>
                </a:lnTo>
                <a:lnTo>
                  <a:pt x="46482" y="73913"/>
                </a:lnTo>
                <a:lnTo>
                  <a:pt x="44958" y="73913"/>
                </a:lnTo>
                <a:lnTo>
                  <a:pt x="42659" y="92963"/>
                </a:lnTo>
                <a:lnTo>
                  <a:pt x="48755" y="91439"/>
                </a:lnTo>
                <a:lnTo>
                  <a:pt x="53340" y="90677"/>
                </a:lnTo>
                <a:lnTo>
                  <a:pt x="57912" y="90677"/>
                </a:lnTo>
                <a:lnTo>
                  <a:pt x="65038" y="91249"/>
                </a:lnTo>
                <a:lnTo>
                  <a:pt x="71526" y="92963"/>
                </a:lnTo>
                <a:lnTo>
                  <a:pt x="77300" y="95821"/>
                </a:lnTo>
                <a:lnTo>
                  <a:pt x="82283" y="99821"/>
                </a:lnTo>
                <a:lnTo>
                  <a:pt x="82283" y="80771"/>
                </a:lnTo>
                <a:lnTo>
                  <a:pt x="83807" y="80011"/>
                </a:lnTo>
                <a:close/>
              </a:path>
              <a:path w="217170" h="179070">
                <a:moveTo>
                  <a:pt x="115062" y="124205"/>
                </a:moveTo>
                <a:lnTo>
                  <a:pt x="95818" y="86391"/>
                </a:lnTo>
                <a:lnTo>
                  <a:pt x="82283" y="80771"/>
                </a:lnTo>
                <a:lnTo>
                  <a:pt x="82283" y="99821"/>
                </a:lnTo>
                <a:lnTo>
                  <a:pt x="86404" y="105251"/>
                </a:lnTo>
                <a:lnTo>
                  <a:pt x="89528" y="111251"/>
                </a:lnTo>
                <a:lnTo>
                  <a:pt x="91509" y="117824"/>
                </a:lnTo>
                <a:lnTo>
                  <a:pt x="92201" y="124967"/>
                </a:lnTo>
                <a:lnTo>
                  <a:pt x="92201" y="167788"/>
                </a:lnTo>
                <a:lnTo>
                  <a:pt x="98285" y="163067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5"/>
                </a:lnTo>
                <a:close/>
              </a:path>
              <a:path w="217170" h="179070">
                <a:moveTo>
                  <a:pt x="217157" y="176021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5"/>
                </a:lnTo>
                <a:lnTo>
                  <a:pt x="152400" y="64769"/>
                </a:lnTo>
                <a:lnTo>
                  <a:pt x="157686" y="62769"/>
                </a:lnTo>
                <a:lnTo>
                  <a:pt x="163256" y="60197"/>
                </a:lnTo>
                <a:lnTo>
                  <a:pt x="169111" y="57054"/>
                </a:lnTo>
                <a:lnTo>
                  <a:pt x="175247" y="53339"/>
                </a:lnTo>
                <a:lnTo>
                  <a:pt x="183629" y="48767"/>
                </a:lnTo>
                <a:lnTo>
                  <a:pt x="190500" y="43433"/>
                </a:lnTo>
                <a:lnTo>
                  <a:pt x="195834" y="38862"/>
                </a:lnTo>
                <a:lnTo>
                  <a:pt x="195834" y="176021"/>
                </a:lnTo>
                <a:lnTo>
                  <a:pt x="217157" y="1760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440571" y="4981194"/>
            <a:ext cx="845185" cy="178435"/>
          </a:xfrm>
          <a:custGeom>
            <a:avLst/>
            <a:gdLst/>
            <a:ahLst/>
            <a:cxnLst/>
            <a:rect l="l" t="t" r="r" b="b"/>
            <a:pathLst>
              <a:path w="845185" h="178435">
                <a:moveTo>
                  <a:pt x="22860" y="175260"/>
                </a:moveTo>
                <a:lnTo>
                  <a:pt x="22860" y="0"/>
                </a:lnTo>
                <a:lnTo>
                  <a:pt x="0" y="0"/>
                </a:lnTo>
                <a:lnTo>
                  <a:pt x="0" y="175260"/>
                </a:lnTo>
                <a:lnTo>
                  <a:pt x="22860" y="175260"/>
                </a:lnTo>
                <a:close/>
              </a:path>
              <a:path w="845185" h="178435">
                <a:moveTo>
                  <a:pt x="64769" y="64770"/>
                </a:moveTo>
                <a:lnTo>
                  <a:pt x="64769" y="48006"/>
                </a:lnTo>
                <a:lnTo>
                  <a:pt x="49530" y="48006"/>
                </a:lnTo>
                <a:lnTo>
                  <a:pt x="49530" y="64770"/>
                </a:lnTo>
                <a:lnTo>
                  <a:pt x="64769" y="64770"/>
                </a:lnTo>
                <a:close/>
              </a:path>
              <a:path w="845185" h="178435">
                <a:moveTo>
                  <a:pt x="111252" y="175260"/>
                </a:moveTo>
                <a:lnTo>
                  <a:pt x="108204" y="156210"/>
                </a:lnTo>
                <a:lnTo>
                  <a:pt x="104393" y="156210"/>
                </a:lnTo>
                <a:lnTo>
                  <a:pt x="101346" y="156972"/>
                </a:lnTo>
                <a:lnTo>
                  <a:pt x="95250" y="156972"/>
                </a:lnTo>
                <a:lnTo>
                  <a:pt x="92964" y="156210"/>
                </a:lnTo>
                <a:lnTo>
                  <a:pt x="91440" y="155448"/>
                </a:lnTo>
                <a:lnTo>
                  <a:pt x="89916" y="153924"/>
                </a:lnTo>
                <a:lnTo>
                  <a:pt x="88392" y="153162"/>
                </a:lnTo>
                <a:lnTo>
                  <a:pt x="87630" y="150876"/>
                </a:lnTo>
                <a:lnTo>
                  <a:pt x="86868" y="149352"/>
                </a:lnTo>
                <a:lnTo>
                  <a:pt x="86106" y="145542"/>
                </a:lnTo>
                <a:lnTo>
                  <a:pt x="86106" y="3810"/>
                </a:lnTo>
                <a:lnTo>
                  <a:pt x="64769" y="16764"/>
                </a:lnTo>
                <a:lnTo>
                  <a:pt x="64769" y="150876"/>
                </a:lnTo>
                <a:lnTo>
                  <a:pt x="65531" y="159258"/>
                </a:lnTo>
                <a:lnTo>
                  <a:pt x="67818" y="163068"/>
                </a:lnTo>
                <a:lnTo>
                  <a:pt x="69342" y="167640"/>
                </a:lnTo>
                <a:lnTo>
                  <a:pt x="72390" y="170688"/>
                </a:lnTo>
                <a:lnTo>
                  <a:pt x="76962" y="172974"/>
                </a:lnTo>
                <a:lnTo>
                  <a:pt x="80772" y="175260"/>
                </a:lnTo>
                <a:lnTo>
                  <a:pt x="86868" y="176784"/>
                </a:lnTo>
                <a:lnTo>
                  <a:pt x="99822" y="176784"/>
                </a:lnTo>
                <a:lnTo>
                  <a:pt x="105156" y="176022"/>
                </a:lnTo>
                <a:lnTo>
                  <a:pt x="111252" y="175260"/>
                </a:lnTo>
                <a:close/>
              </a:path>
              <a:path w="845185" h="178435">
                <a:moveTo>
                  <a:pt x="108204" y="64770"/>
                </a:moveTo>
                <a:lnTo>
                  <a:pt x="108204" y="48006"/>
                </a:lnTo>
                <a:lnTo>
                  <a:pt x="86106" y="48006"/>
                </a:lnTo>
                <a:lnTo>
                  <a:pt x="86106" y="64770"/>
                </a:lnTo>
                <a:lnTo>
                  <a:pt x="108204" y="64770"/>
                </a:lnTo>
                <a:close/>
              </a:path>
              <a:path w="845185" h="178435">
                <a:moveTo>
                  <a:pt x="239268" y="117348"/>
                </a:moveTo>
                <a:lnTo>
                  <a:pt x="239268" y="111252"/>
                </a:lnTo>
                <a:lnTo>
                  <a:pt x="238267" y="96559"/>
                </a:lnTo>
                <a:lnTo>
                  <a:pt x="214252" y="54923"/>
                </a:lnTo>
                <a:lnTo>
                  <a:pt x="181356" y="44958"/>
                </a:lnTo>
                <a:lnTo>
                  <a:pt x="168794" y="46101"/>
                </a:lnTo>
                <a:lnTo>
                  <a:pt x="131242" y="72806"/>
                </a:lnTo>
                <a:lnTo>
                  <a:pt x="121919" y="112776"/>
                </a:lnTo>
                <a:lnTo>
                  <a:pt x="122932" y="127400"/>
                </a:lnTo>
                <a:lnTo>
                  <a:pt x="125920" y="140208"/>
                </a:lnTo>
                <a:lnTo>
                  <a:pt x="130921" y="151352"/>
                </a:lnTo>
                <a:lnTo>
                  <a:pt x="137922" y="160782"/>
                </a:lnTo>
                <a:lnTo>
                  <a:pt x="144018" y="165815"/>
                </a:lnTo>
                <a:lnTo>
                  <a:pt x="144018" y="117348"/>
                </a:lnTo>
                <a:lnTo>
                  <a:pt x="145542" y="117348"/>
                </a:lnTo>
                <a:lnTo>
                  <a:pt x="145542" y="99822"/>
                </a:lnTo>
                <a:lnTo>
                  <a:pt x="146673" y="91690"/>
                </a:lnTo>
                <a:lnTo>
                  <a:pt x="174212" y="63829"/>
                </a:lnTo>
                <a:lnTo>
                  <a:pt x="181356" y="63246"/>
                </a:lnTo>
                <a:lnTo>
                  <a:pt x="189380" y="63972"/>
                </a:lnTo>
                <a:lnTo>
                  <a:pt x="215419" y="92261"/>
                </a:lnTo>
                <a:lnTo>
                  <a:pt x="216408" y="99822"/>
                </a:lnTo>
                <a:lnTo>
                  <a:pt x="216408" y="117348"/>
                </a:lnTo>
                <a:lnTo>
                  <a:pt x="239268" y="117348"/>
                </a:lnTo>
                <a:close/>
              </a:path>
              <a:path w="845185" h="178435">
                <a:moveTo>
                  <a:pt x="238506" y="137160"/>
                </a:moveTo>
                <a:lnTo>
                  <a:pt x="216408" y="134112"/>
                </a:lnTo>
                <a:lnTo>
                  <a:pt x="212598" y="143256"/>
                </a:lnTo>
                <a:lnTo>
                  <a:pt x="208025" y="150114"/>
                </a:lnTo>
                <a:lnTo>
                  <a:pt x="202692" y="153924"/>
                </a:lnTo>
                <a:lnTo>
                  <a:pt x="197358" y="158496"/>
                </a:lnTo>
                <a:lnTo>
                  <a:pt x="190500" y="160020"/>
                </a:lnTo>
                <a:lnTo>
                  <a:pt x="151197" y="143065"/>
                </a:lnTo>
                <a:lnTo>
                  <a:pt x="144018" y="117348"/>
                </a:lnTo>
                <a:lnTo>
                  <a:pt x="144018" y="165815"/>
                </a:lnTo>
                <a:lnTo>
                  <a:pt x="181356" y="178241"/>
                </a:lnTo>
                <a:lnTo>
                  <a:pt x="182880" y="178258"/>
                </a:lnTo>
                <a:lnTo>
                  <a:pt x="192976" y="177605"/>
                </a:lnTo>
                <a:lnTo>
                  <a:pt x="230886" y="154400"/>
                </a:lnTo>
                <a:lnTo>
                  <a:pt x="235196" y="146315"/>
                </a:lnTo>
                <a:lnTo>
                  <a:pt x="238506" y="137160"/>
                </a:lnTo>
                <a:close/>
              </a:path>
              <a:path w="845185" h="178435">
                <a:moveTo>
                  <a:pt x="216408" y="117348"/>
                </a:moveTo>
                <a:lnTo>
                  <a:pt x="216408" y="99822"/>
                </a:lnTo>
                <a:lnTo>
                  <a:pt x="145542" y="99822"/>
                </a:lnTo>
                <a:lnTo>
                  <a:pt x="145542" y="117348"/>
                </a:lnTo>
                <a:lnTo>
                  <a:pt x="216408" y="117348"/>
                </a:lnTo>
                <a:close/>
              </a:path>
              <a:path w="845185" h="178435">
                <a:moveTo>
                  <a:pt x="333756" y="52578"/>
                </a:moveTo>
                <a:lnTo>
                  <a:pt x="326898" y="47244"/>
                </a:lnTo>
                <a:lnTo>
                  <a:pt x="319278" y="44958"/>
                </a:lnTo>
                <a:lnTo>
                  <a:pt x="307086" y="44958"/>
                </a:lnTo>
                <a:lnTo>
                  <a:pt x="284225" y="67056"/>
                </a:lnTo>
                <a:lnTo>
                  <a:pt x="284225" y="48006"/>
                </a:lnTo>
                <a:lnTo>
                  <a:pt x="265175" y="48006"/>
                </a:lnTo>
                <a:lnTo>
                  <a:pt x="265175" y="175260"/>
                </a:lnTo>
                <a:lnTo>
                  <a:pt x="286512" y="175260"/>
                </a:lnTo>
                <a:lnTo>
                  <a:pt x="286512" y="108966"/>
                </a:lnTo>
                <a:lnTo>
                  <a:pt x="286785" y="102250"/>
                </a:lnTo>
                <a:lnTo>
                  <a:pt x="306324" y="67818"/>
                </a:lnTo>
                <a:lnTo>
                  <a:pt x="316230" y="67818"/>
                </a:lnTo>
                <a:lnTo>
                  <a:pt x="321564" y="69342"/>
                </a:lnTo>
                <a:lnTo>
                  <a:pt x="326898" y="72390"/>
                </a:lnTo>
                <a:lnTo>
                  <a:pt x="333756" y="52578"/>
                </a:lnTo>
                <a:close/>
              </a:path>
              <a:path w="845185" h="178435">
                <a:moveTo>
                  <a:pt x="428244" y="111252"/>
                </a:moveTo>
                <a:lnTo>
                  <a:pt x="428244" y="94488"/>
                </a:lnTo>
                <a:lnTo>
                  <a:pt x="421100" y="96643"/>
                </a:lnTo>
                <a:lnTo>
                  <a:pt x="412242" y="98583"/>
                </a:lnTo>
                <a:lnTo>
                  <a:pt x="401669" y="100381"/>
                </a:lnTo>
                <a:lnTo>
                  <a:pt x="389381" y="102108"/>
                </a:lnTo>
                <a:lnTo>
                  <a:pt x="381000" y="102870"/>
                </a:lnTo>
                <a:lnTo>
                  <a:pt x="374904" y="104394"/>
                </a:lnTo>
                <a:lnTo>
                  <a:pt x="341375" y="129540"/>
                </a:lnTo>
                <a:lnTo>
                  <a:pt x="339852" y="135636"/>
                </a:lnTo>
                <a:lnTo>
                  <a:pt x="339852" y="141732"/>
                </a:lnTo>
                <a:lnTo>
                  <a:pt x="362712" y="174824"/>
                </a:lnTo>
                <a:lnTo>
                  <a:pt x="362712" y="137160"/>
                </a:lnTo>
                <a:lnTo>
                  <a:pt x="363474" y="134112"/>
                </a:lnTo>
                <a:lnTo>
                  <a:pt x="365760" y="131064"/>
                </a:lnTo>
                <a:lnTo>
                  <a:pt x="367284" y="128016"/>
                </a:lnTo>
                <a:lnTo>
                  <a:pt x="370331" y="125730"/>
                </a:lnTo>
                <a:lnTo>
                  <a:pt x="374142" y="124206"/>
                </a:lnTo>
                <a:lnTo>
                  <a:pt x="377952" y="121920"/>
                </a:lnTo>
                <a:lnTo>
                  <a:pt x="384048" y="121158"/>
                </a:lnTo>
                <a:lnTo>
                  <a:pt x="393192" y="119634"/>
                </a:lnTo>
                <a:lnTo>
                  <a:pt x="403919" y="117788"/>
                </a:lnTo>
                <a:lnTo>
                  <a:pt x="413289" y="115728"/>
                </a:lnTo>
                <a:lnTo>
                  <a:pt x="421600" y="113451"/>
                </a:lnTo>
                <a:lnTo>
                  <a:pt x="428244" y="111252"/>
                </a:lnTo>
                <a:close/>
              </a:path>
              <a:path w="845185" h="178435">
                <a:moveTo>
                  <a:pt x="456438" y="175260"/>
                </a:moveTo>
                <a:lnTo>
                  <a:pt x="449710" y="135481"/>
                </a:lnTo>
                <a:lnTo>
                  <a:pt x="449580" y="121920"/>
                </a:lnTo>
                <a:lnTo>
                  <a:pt x="449580" y="76962"/>
                </a:lnTo>
                <a:lnTo>
                  <a:pt x="448818" y="73152"/>
                </a:lnTo>
                <a:lnTo>
                  <a:pt x="415480" y="46005"/>
                </a:lnTo>
                <a:lnTo>
                  <a:pt x="399288" y="45011"/>
                </a:lnTo>
                <a:lnTo>
                  <a:pt x="392644" y="45243"/>
                </a:lnTo>
                <a:lnTo>
                  <a:pt x="348234" y="67818"/>
                </a:lnTo>
                <a:lnTo>
                  <a:pt x="343662" y="84582"/>
                </a:lnTo>
                <a:lnTo>
                  <a:pt x="364236" y="87630"/>
                </a:lnTo>
                <a:lnTo>
                  <a:pt x="366522" y="78486"/>
                </a:lnTo>
                <a:lnTo>
                  <a:pt x="370331" y="71628"/>
                </a:lnTo>
                <a:lnTo>
                  <a:pt x="374904" y="68580"/>
                </a:lnTo>
                <a:lnTo>
                  <a:pt x="380238" y="64770"/>
                </a:lnTo>
                <a:lnTo>
                  <a:pt x="387096" y="63246"/>
                </a:lnTo>
                <a:lnTo>
                  <a:pt x="425958" y="73914"/>
                </a:lnTo>
                <a:lnTo>
                  <a:pt x="428244" y="80010"/>
                </a:lnTo>
                <a:lnTo>
                  <a:pt x="428244" y="160547"/>
                </a:lnTo>
                <a:lnTo>
                  <a:pt x="429768" y="159258"/>
                </a:lnTo>
                <a:lnTo>
                  <a:pt x="430530" y="165354"/>
                </a:lnTo>
                <a:lnTo>
                  <a:pt x="432054" y="170688"/>
                </a:lnTo>
                <a:lnTo>
                  <a:pt x="434340" y="175260"/>
                </a:lnTo>
                <a:lnTo>
                  <a:pt x="456438" y="175260"/>
                </a:lnTo>
                <a:close/>
              </a:path>
              <a:path w="845185" h="178435">
                <a:moveTo>
                  <a:pt x="428244" y="160547"/>
                </a:moveTo>
                <a:lnTo>
                  <a:pt x="428244" y="128778"/>
                </a:lnTo>
                <a:lnTo>
                  <a:pt x="426719" y="135636"/>
                </a:lnTo>
                <a:lnTo>
                  <a:pt x="424434" y="140970"/>
                </a:lnTo>
                <a:lnTo>
                  <a:pt x="421374" y="147079"/>
                </a:lnTo>
                <a:lnTo>
                  <a:pt x="416814" y="152400"/>
                </a:lnTo>
                <a:lnTo>
                  <a:pt x="409956" y="155448"/>
                </a:lnTo>
                <a:lnTo>
                  <a:pt x="403860" y="159258"/>
                </a:lnTo>
                <a:lnTo>
                  <a:pt x="396240" y="161544"/>
                </a:lnTo>
                <a:lnTo>
                  <a:pt x="379475" y="161544"/>
                </a:lnTo>
                <a:lnTo>
                  <a:pt x="373380" y="159258"/>
                </a:lnTo>
                <a:lnTo>
                  <a:pt x="368808" y="155448"/>
                </a:lnTo>
                <a:lnTo>
                  <a:pt x="364998" y="151638"/>
                </a:lnTo>
                <a:lnTo>
                  <a:pt x="362712" y="147066"/>
                </a:lnTo>
                <a:lnTo>
                  <a:pt x="362712" y="174824"/>
                </a:lnTo>
                <a:lnTo>
                  <a:pt x="364331" y="175545"/>
                </a:lnTo>
                <a:lnTo>
                  <a:pt x="373129" y="177605"/>
                </a:lnTo>
                <a:lnTo>
                  <a:pt x="383286" y="178308"/>
                </a:lnTo>
                <a:lnTo>
                  <a:pt x="391668" y="178308"/>
                </a:lnTo>
                <a:lnTo>
                  <a:pt x="399288" y="176784"/>
                </a:lnTo>
                <a:lnTo>
                  <a:pt x="412623" y="171473"/>
                </a:lnTo>
                <a:lnTo>
                  <a:pt x="418338" y="168211"/>
                </a:lnTo>
                <a:lnTo>
                  <a:pt x="424053" y="164091"/>
                </a:lnTo>
                <a:lnTo>
                  <a:pt x="428244" y="160547"/>
                </a:lnTo>
                <a:close/>
              </a:path>
              <a:path w="845185" h="178435">
                <a:moveTo>
                  <a:pt x="486918" y="64770"/>
                </a:moveTo>
                <a:lnTo>
                  <a:pt x="486918" y="48006"/>
                </a:lnTo>
                <a:lnTo>
                  <a:pt x="471678" y="48006"/>
                </a:lnTo>
                <a:lnTo>
                  <a:pt x="471678" y="64770"/>
                </a:lnTo>
                <a:lnTo>
                  <a:pt x="486918" y="64770"/>
                </a:lnTo>
                <a:close/>
              </a:path>
              <a:path w="845185" h="178435">
                <a:moveTo>
                  <a:pt x="533400" y="175260"/>
                </a:moveTo>
                <a:lnTo>
                  <a:pt x="530352" y="156210"/>
                </a:lnTo>
                <a:lnTo>
                  <a:pt x="526542" y="156210"/>
                </a:lnTo>
                <a:lnTo>
                  <a:pt x="523494" y="156972"/>
                </a:lnTo>
                <a:lnTo>
                  <a:pt x="517398" y="156972"/>
                </a:lnTo>
                <a:lnTo>
                  <a:pt x="509778" y="150876"/>
                </a:lnTo>
                <a:lnTo>
                  <a:pt x="509016" y="149352"/>
                </a:lnTo>
                <a:lnTo>
                  <a:pt x="508254" y="145542"/>
                </a:lnTo>
                <a:lnTo>
                  <a:pt x="508254" y="3810"/>
                </a:lnTo>
                <a:lnTo>
                  <a:pt x="486918" y="16764"/>
                </a:lnTo>
                <a:lnTo>
                  <a:pt x="486918" y="150876"/>
                </a:lnTo>
                <a:lnTo>
                  <a:pt x="487680" y="159258"/>
                </a:lnTo>
                <a:lnTo>
                  <a:pt x="489966" y="163068"/>
                </a:lnTo>
                <a:lnTo>
                  <a:pt x="491490" y="167640"/>
                </a:lnTo>
                <a:lnTo>
                  <a:pt x="494538" y="170688"/>
                </a:lnTo>
                <a:lnTo>
                  <a:pt x="499110" y="172974"/>
                </a:lnTo>
                <a:lnTo>
                  <a:pt x="502919" y="175260"/>
                </a:lnTo>
                <a:lnTo>
                  <a:pt x="509016" y="176784"/>
                </a:lnTo>
                <a:lnTo>
                  <a:pt x="521969" y="176784"/>
                </a:lnTo>
                <a:lnTo>
                  <a:pt x="527304" y="176022"/>
                </a:lnTo>
                <a:lnTo>
                  <a:pt x="533400" y="175260"/>
                </a:lnTo>
                <a:close/>
              </a:path>
              <a:path w="845185" h="178435">
                <a:moveTo>
                  <a:pt x="530352" y="64770"/>
                </a:moveTo>
                <a:lnTo>
                  <a:pt x="530352" y="48006"/>
                </a:lnTo>
                <a:lnTo>
                  <a:pt x="508254" y="48006"/>
                </a:lnTo>
                <a:lnTo>
                  <a:pt x="508254" y="64770"/>
                </a:lnTo>
                <a:lnTo>
                  <a:pt x="530352" y="64770"/>
                </a:lnTo>
                <a:close/>
              </a:path>
              <a:path w="845185" h="178435">
                <a:moveTo>
                  <a:pt x="573024" y="24384"/>
                </a:moveTo>
                <a:lnTo>
                  <a:pt x="573024" y="0"/>
                </a:lnTo>
                <a:lnTo>
                  <a:pt x="551688" y="0"/>
                </a:lnTo>
                <a:lnTo>
                  <a:pt x="551688" y="24384"/>
                </a:lnTo>
                <a:lnTo>
                  <a:pt x="573024" y="24384"/>
                </a:lnTo>
                <a:close/>
              </a:path>
              <a:path w="845185" h="178435">
                <a:moveTo>
                  <a:pt x="573024" y="175260"/>
                </a:moveTo>
                <a:lnTo>
                  <a:pt x="573024" y="48006"/>
                </a:lnTo>
                <a:lnTo>
                  <a:pt x="551688" y="48006"/>
                </a:lnTo>
                <a:lnTo>
                  <a:pt x="551688" y="175260"/>
                </a:lnTo>
                <a:lnTo>
                  <a:pt x="573024" y="175260"/>
                </a:lnTo>
                <a:close/>
              </a:path>
              <a:path w="845185" h="178435">
                <a:moveTo>
                  <a:pt x="717042" y="109728"/>
                </a:moveTo>
                <a:lnTo>
                  <a:pt x="707397" y="71901"/>
                </a:lnTo>
                <a:lnTo>
                  <a:pt x="669417" y="46089"/>
                </a:lnTo>
                <a:lnTo>
                  <a:pt x="656844" y="44958"/>
                </a:lnTo>
                <a:lnTo>
                  <a:pt x="645723" y="45934"/>
                </a:lnTo>
                <a:lnTo>
                  <a:pt x="608659" y="69151"/>
                </a:lnTo>
                <a:lnTo>
                  <a:pt x="597408" y="112014"/>
                </a:lnTo>
                <a:lnTo>
                  <a:pt x="598527" y="127027"/>
                </a:lnTo>
                <a:lnTo>
                  <a:pt x="601789" y="140112"/>
                </a:lnTo>
                <a:lnTo>
                  <a:pt x="607052" y="151340"/>
                </a:lnTo>
                <a:lnTo>
                  <a:pt x="614172" y="160782"/>
                </a:lnTo>
                <a:lnTo>
                  <a:pt x="619506" y="165415"/>
                </a:lnTo>
                <a:lnTo>
                  <a:pt x="619506" y="112014"/>
                </a:lnTo>
                <a:lnTo>
                  <a:pt x="620208" y="100298"/>
                </a:lnTo>
                <a:lnTo>
                  <a:pt x="642365" y="66198"/>
                </a:lnTo>
                <a:lnTo>
                  <a:pt x="656844" y="63246"/>
                </a:lnTo>
                <a:lnTo>
                  <a:pt x="664547" y="63972"/>
                </a:lnTo>
                <a:lnTo>
                  <a:pt x="693586" y="99976"/>
                </a:lnTo>
                <a:lnTo>
                  <a:pt x="694182" y="111252"/>
                </a:lnTo>
                <a:lnTo>
                  <a:pt x="694182" y="166162"/>
                </a:lnTo>
                <a:lnTo>
                  <a:pt x="694527" y="165949"/>
                </a:lnTo>
                <a:lnTo>
                  <a:pt x="714946" y="132016"/>
                </a:lnTo>
                <a:lnTo>
                  <a:pt x="716494" y="121586"/>
                </a:lnTo>
                <a:lnTo>
                  <a:pt x="717042" y="109728"/>
                </a:lnTo>
                <a:close/>
              </a:path>
              <a:path w="845185" h="178435">
                <a:moveTo>
                  <a:pt x="694182" y="166162"/>
                </a:moveTo>
                <a:lnTo>
                  <a:pt x="694182" y="111252"/>
                </a:lnTo>
                <a:lnTo>
                  <a:pt x="693586" y="122967"/>
                </a:lnTo>
                <a:lnTo>
                  <a:pt x="691705" y="132969"/>
                </a:lnTo>
                <a:lnTo>
                  <a:pt x="656844" y="160020"/>
                </a:lnTo>
                <a:lnTo>
                  <a:pt x="649247" y="159305"/>
                </a:lnTo>
                <a:lnTo>
                  <a:pt x="620208" y="123301"/>
                </a:lnTo>
                <a:lnTo>
                  <a:pt x="619506" y="112014"/>
                </a:lnTo>
                <a:lnTo>
                  <a:pt x="619506" y="165415"/>
                </a:lnTo>
                <a:lnTo>
                  <a:pt x="622875" y="168342"/>
                </a:lnTo>
                <a:lnTo>
                  <a:pt x="632936" y="173831"/>
                </a:lnTo>
                <a:lnTo>
                  <a:pt x="644282" y="177176"/>
                </a:lnTo>
                <a:lnTo>
                  <a:pt x="656844" y="178308"/>
                </a:lnTo>
                <a:lnTo>
                  <a:pt x="665154" y="177748"/>
                </a:lnTo>
                <a:lnTo>
                  <a:pt x="673036" y="176117"/>
                </a:lnTo>
                <a:lnTo>
                  <a:pt x="680632" y="173485"/>
                </a:lnTo>
                <a:lnTo>
                  <a:pt x="688086" y="169926"/>
                </a:lnTo>
                <a:lnTo>
                  <a:pt x="694182" y="166162"/>
                </a:lnTo>
                <a:close/>
              </a:path>
              <a:path w="845185" h="178435">
                <a:moveTo>
                  <a:pt x="845057" y="175260"/>
                </a:moveTo>
                <a:lnTo>
                  <a:pt x="845057" y="80010"/>
                </a:lnTo>
                <a:lnTo>
                  <a:pt x="844295" y="76200"/>
                </a:lnTo>
                <a:lnTo>
                  <a:pt x="822959" y="49530"/>
                </a:lnTo>
                <a:lnTo>
                  <a:pt x="816101" y="46482"/>
                </a:lnTo>
                <a:lnTo>
                  <a:pt x="809244" y="44958"/>
                </a:lnTo>
                <a:lnTo>
                  <a:pt x="801624" y="44958"/>
                </a:lnTo>
                <a:lnTo>
                  <a:pt x="789205" y="46362"/>
                </a:lnTo>
                <a:lnTo>
                  <a:pt x="778287" y="50482"/>
                </a:lnTo>
                <a:lnTo>
                  <a:pt x="768941" y="57173"/>
                </a:lnTo>
                <a:lnTo>
                  <a:pt x="761238" y="66294"/>
                </a:lnTo>
                <a:lnTo>
                  <a:pt x="761238" y="48006"/>
                </a:lnTo>
                <a:lnTo>
                  <a:pt x="742188" y="48006"/>
                </a:lnTo>
                <a:lnTo>
                  <a:pt x="742188" y="175260"/>
                </a:lnTo>
                <a:lnTo>
                  <a:pt x="763524" y="175260"/>
                </a:lnTo>
                <a:lnTo>
                  <a:pt x="763524" y="105918"/>
                </a:lnTo>
                <a:lnTo>
                  <a:pt x="764107" y="94785"/>
                </a:lnTo>
                <a:lnTo>
                  <a:pt x="787908" y="64008"/>
                </a:lnTo>
                <a:lnTo>
                  <a:pt x="803148" y="64008"/>
                </a:lnTo>
                <a:lnTo>
                  <a:pt x="823721" y="89154"/>
                </a:lnTo>
                <a:lnTo>
                  <a:pt x="823721" y="175260"/>
                </a:lnTo>
                <a:lnTo>
                  <a:pt x="845057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380879" y="4980542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86"/>
                </a:moveTo>
                <a:lnTo>
                  <a:pt x="92201" y="124857"/>
                </a:lnTo>
                <a:lnTo>
                  <a:pt x="91499" y="132120"/>
                </a:lnTo>
                <a:lnTo>
                  <a:pt x="89415" y="138999"/>
                </a:lnTo>
                <a:lnTo>
                  <a:pt x="55625" y="161433"/>
                </a:lnTo>
                <a:lnTo>
                  <a:pt x="47243" y="161433"/>
                </a:lnTo>
                <a:lnTo>
                  <a:pt x="21336" y="126381"/>
                </a:lnTo>
                <a:lnTo>
                  <a:pt x="0" y="129429"/>
                </a:lnTo>
                <a:lnTo>
                  <a:pt x="17525" y="165243"/>
                </a:lnTo>
                <a:lnTo>
                  <a:pt x="55625" y="178959"/>
                </a:lnTo>
                <a:lnTo>
                  <a:pt x="68079" y="177959"/>
                </a:lnTo>
                <a:lnTo>
                  <a:pt x="79248" y="174959"/>
                </a:lnTo>
                <a:lnTo>
                  <a:pt x="89273" y="169958"/>
                </a:lnTo>
                <a:lnTo>
                  <a:pt x="92201" y="167686"/>
                </a:lnTo>
                <a:close/>
              </a:path>
              <a:path w="115570" h="179070">
                <a:moveTo>
                  <a:pt x="105917" y="53229"/>
                </a:moveTo>
                <a:lnTo>
                  <a:pt x="105917" y="37227"/>
                </a:lnTo>
                <a:lnTo>
                  <a:pt x="104393" y="29607"/>
                </a:lnTo>
                <a:lnTo>
                  <a:pt x="75223" y="3425"/>
                </a:lnTo>
                <a:lnTo>
                  <a:pt x="53339" y="0"/>
                </a:lnTo>
                <a:lnTo>
                  <a:pt x="44993" y="604"/>
                </a:lnTo>
                <a:lnTo>
                  <a:pt x="8477" y="26178"/>
                </a:lnTo>
                <a:lnTo>
                  <a:pt x="2286" y="45609"/>
                </a:lnTo>
                <a:lnTo>
                  <a:pt x="23622" y="49419"/>
                </a:lnTo>
                <a:lnTo>
                  <a:pt x="25181" y="41859"/>
                </a:lnTo>
                <a:lnTo>
                  <a:pt x="27539" y="35205"/>
                </a:lnTo>
                <a:lnTo>
                  <a:pt x="30587" y="29595"/>
                </a:lnTo>
                <a:lnTo>
                  <a:pt x="34289" y="25035"/>
                </a:lnTo>
                <a:lnTo>
                  <a:pt x="40386" y="20463"/>
                </a:lnTo>
                <a:lnTo>
                  <a:pt x="47243" y="17415"/>
                </a:lnTo>
                <a:lnTo>
                  <a:pt x="64007" y="17415"/>
                </a:lnTo>
                <a:lnTo>
                  <a:pt x="70865" y="20463"/>
                </a:lnTo>
                <a:lnTo>
                  <a:pt x="76200" y="25035"/>
                </a:lnTo>
                <a:lnTo>
                  <a:pt x="81533" y="30369"/>
                </a:lnTo>
                <a:lnTo>
                  <a:pt x="83819" y="37227"/>
                </a:lnTo>
                <a:lnTo>
                  <a:pt x="83819" y="79899"/>
                </a:lnTo>
                <a:lnTo>
                  <a:pt x="89915" y="76851"/>
                </a:lnTo>
                <a:lnTo>
                  <a:pt x="96012" y="72279"/>
                </a:lnTo>
                <a:lnTo>
                  <a:pt x="99822" y="66183"/>
                </a:lnTo>
                <a:lnTo>
                  <a:pt x="104393" y="60087"/>
                </a:lnTo>
                <a:lnTo>
                  <a:pt x="105917" y="53229"/>
                </a:lnTo>
                <a:close/>
              </a:path>
              <a:path w="115570" h="179070">
                <a:moveTo>
                  <a:pt x="83819" y="79899"/>
                </a:moveTo>
                <a:lnTo>
                  <a:pt x="83819" y="54753"/>
                </a:lnTo>
                <a:lnTo>
                  <a:pt x="80772" y="62373"/>
                </a:lnTo>
                <a:lnTo>
                  <a:pt x="73151" y="66945"/>
                </a:lnTo>
                <a:lnTo>
                  <a:pt x="67401" y="70053"/>
                </a:lnTo>
                <a:lnTo>
                  <a:pt x="61436" y="72374"/>
                </a:lnTo>
                <a:lnTo>
                  <a:pt x="55042" y="73696"/>
                </a:lnTo>
                <a:lnTo>
                  <a:pt x="48005" y="73803"/>
                </a:lnTo>
                <a:lnTo>
                  <a:pt x="47243" y="74565"/>
                </a:lnTo>
                <a:lnTo>
                  <a:pt x="46481" y="73803"/>
                </a:lnTo>
                <a:lnTo>
                  <a:pt x="44957" y="73803"/>
                </a:lnTo>
                <a:lnTo>
                  <a:pt x="42672" y="92853"/>
                </a:lnTo>
                <a:lnTo>
                  <a:pt x="48767" y="91329"/>
                </a:lnTo>
                <a:lnTo>
                  <a:pt x="53339" y="90567"/>
                </a:lnTo>
                <a:lnTo>
                  <a:pt x="57912" y="90567"/>
                </a:lnTo>
                <a:lnTo>
                  <a:pt x="65043" y="91139"/>
                </a:lnTo>
                <a:lnTo>
                  <a:pt x="71532" y="92853"/>
                </a:lnTo>
                <a:lnTo>
                  <a:pt x="77307" y="95711"/>
                </a:lnTo>
                <a:lnTo>
                  <a:pt x="82295" y="99711"/>
                </a:lnTo>
                <a:lnTo>
                  <a:pt x="82295" y="80661"/>
                </a:lnTo>
                <a:lnTo>
                  <a:pt x="83819" y="79899"/>
                </a:lnTo>
                <a:close/>
              </a:path>
              <a:path w="115570" h="179070">
                <a:moveTo>
                  <a:pt x="115062" y="124095"/>
                </a:moveTo>
                <a:lnTo>
                  <a:pt x="95821" y="86281"/>
                </a:lnTo>
                <a:lnTo>
                  <a:pt x="82295" y="80661"/>
                </a:lnTo>
                <a:lnTo>
                  <a:pt x="82295" y="99711"/>
                </a:lnTo>
                <a:lnTo>
                  <a:pt x="86737" y="105140"/>
                </a:lnTo>
                <a:lnTo>
                  <a:pt x="89820" y="111141"/>
                </a:lnTo>
                <a:lnTo>
                  <a:pt x="91618" y="117713"/>
                </a:lnTo>
                <a:lnTo>
                  <a:pt x="92201" y="124857"/>
                </a:lnTo>
                <a:lnTo>
                  <a:pt x="92201" y="167686"/>
                </a:lnTo>
                <a:lnTo>
                  <a:pt x="98298" y="162957"/>
                </a:lnTo>
                <a:lnTo>
                  <a:pt x="105417" y="154528"/>
                </a:lnTo>
                <a:lnTo>
                  <a:pt x="110680" y="145241"/>
                </a:lnTo>
                <a:lnTo>
                  <a:pt x="113942" y="135097"/>
                </a:lnTo>
                <a:lnTo>
                  <a:pt x="115062" y="124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782453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7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82453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030103" y="5848350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29">
                <a:moveTo>
                  <a:pt x="64770" y="176022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6" y="62769"/>
                </a:lnTo>
                <a:lnTo>
                  <a:pt x="10858" y="60198"/>
                </a:lnTo>
                <a:lnTo>
                  <a:pt x="16716" y="57054"/>
                </a:lnTo>
                <a:lnTo>
                  <a:pt x="22860" y="53339"/>
                </a:lnTo>
                <a:lnTo>
                  <a:pt x="31242" y="48767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4" y="176022"/>
                </a:lnTo>
                <a:lnTo>
                  <a:pt x="64770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650371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7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650371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882019" y="5848459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32"/>
                </a:moveTo>
                <a:lnTo>
                  <a:pt x="92201" y="124858"/>
                </a:lnTo>
                <a:lnTo>
                  <a:pt x="91499" y="132121"/>
                </a:lnTo>
                <a:lnTo>
                  <a:pt x="89415" y="139000"/>
                </a:lnTo>
                <a:lnTo>
                  <a:pt x="55625" y="161434"/>
                </a:lnTo>
                <a:lnTo>
                  <a:pt x="47243" y="161434"/>
                </a:lnTo>
                <a:lnTo>
                  <a:pt x="21336" y="126382"/>
                </a:lnTo>
                <a:lnTo>
                  <a:pt x="0" y="129430"/>
                </a:lnTo>
                <a:lnTo>
                  <a:pt x="17525" y="165244"/>
                </a:lnTo>
                <a:lnTo>
                  <a:pt x="54863" y="178901"/>
                </a:lnTo>
                <a:lnTo>
                  <a:pt x="57150" y="178835"/>
                </a:lnTo>
                <a:lnTo>
                  <a:pt x="67758" y="177960"/>
                </a:lnTo>
                <a:lnTo>
                  <a:pt x="78962" y="174960"/>
                </a:lnTo>
                <a:lnTo>
                  <a:pt x="89165" y="169959"/>
                </a:lnTo>
                <a:lnTo>
                  <a:pt x="92201" y="167632"/>
                </a:lnTo>
                <a:close/>
              </a:path>
              <a:path w="115570" h="179070">
                <a:moveTo>
                  <a:pt x="105917" y="53230"/>
                </a:moveTo>
                <a:lnTo>
                  <a:pt x="95249" y="15892"/>
                </a:lnTo>
                <a:lnTo>
                  <a:pt x="57149" y="30"/>
                </a:lnTo>
                <a:lnTo>
                  <a:pt x="53339" y="0"/>
                </a:lnTo>
                <a:lnTo>
                  <a:pt x="44957" y="600"/>
                </a:lnTo>
                <a:lnTo>
                  <a:pt x="8477" y="26179"/>
                </a:lnTo>
                <a:lnTo>
                  <a:pt x="2285" y="45610"/>
                </a:lnTo>
                <a:lnTo>
                  <a:pt x="23622" y="49420"/>
                </a:lnTo>
                <a:lnTo>
                  <a:pt x="25181" y="41860"/>
                </a:lnTo>
                <a:lnTo>
                  <a:pt x="27527" y="35228"/>
                </a:lnTo>
                <a:lnTo>
                  <a:pt x="30587" y="29596"/>
                </a:lnTo>
                <a:lnTo>
                  <a:pt x="34289" y="25036"/>
                </a:lnTo>
                <a:lnTo>
                  <a:pt x="39623" y="20464"/>
                </a:lnTo>
                <a:lnTo>
                  <a:pt x="47243" y="17416"/>
                </a:lnTo>
                <a:lnTo>
                  <a:pt x="64007" y="17416"/>
                </a:lnTo>
                <a:lnTo>
                  <a:pt x="83820" y="79900"/>
                </a:lnTo>
                <a:lnTo>
                  <a:pt x="89915" y="76852"/>
                </a:lnTo>
                <a:lnTo>
                  <a:pt x="96012" y="72280"/>
                </a:lnTo>
                <a:lnTo>
                  <a:pt x="99822" y="66184"/>
                </a:lnTo>
                <a:lnTo>
                  <a:pt x="104393" y="60088"/>
                </a:lnTo>
                <a:lnTo>
                  <a:pt x="105917" y="53230"/>
                </a:lnTo>
                <a:close/>
              </a:path>
              <a:path w="115570" h="179070">
                <a:moveTo>
                  <a:pt x="83820" y="79900"/>
                </a:moveTo>
                <a:lnTo>
                  <a:pt x="83820" y="54754"/>
                </a:lnTo>
                <a:lnTo>
                  <a:pt x="80010" y="62374"/>
                </a:lnTo>
                <a:lnTo>
                  <a:pt x="73151" y="66946"/>
                </a:lnTo>
                <a:lnTo>
                  <a:pt x="67294" y="70054"/>
                </a:lnTo>
                <a:lnTo>
                  <a:pt x="61150" y="72376"/>
                </a:lnTo>
                <a:lnTo>
                  <a:pt x="54721" y="73697"/>
                </a:lnTo>
                <a:lnTo>
                  <a:pt x="48005" y="73804"/>
                </a:lnTo>
                <a:lnTo>
                  <a:pt x="47243" y="74566"/>
                </a:lnTo>
                <a:lnTo>
                  <a:pt x="46482" y="73804"/>
                </a:lnTo>
                <a:lnTo>
                  <a:pt x="44958" y="73804"/>
                </a:lnTo>
                <a:lnTo>
                  <a:pt x="42672" y="92854"/>
                </a:lnTo>
                <a:lnTo>
                  <a:pt x="48767" y="91330"/>
                </a:lnTo>
                <a:lnTo>
                  <a:pt x="53339" y="90568"/>
                </a:lnTo>
                <a:lnTo>
                  <a:pt x="57150" y="90568"/>
                </a:lnTo>
                <a:lnTo>
                  <a:pt x="64615" y="91140"/>
                </a:lnTo>
                <a:lnTo>
                  <a:pt x="71151" y="92854"/>
                </a:lnTo>
                <a:lnTo>
                  <a:pt x="76973" y="95712"/>
                </a:lnTo>
                <a:lnTo>
                  <a:pt x="82296" y="99712"/>
                </a:lnTo>
                <a:lnTo>
                  <a:pt x="82296" y="80662"/>
                </a:lnTo>
                <a:lnTo>
                  <a:pt x="83820" y="79900"/>
                </a:lnTo>
                <a:close/>
              </a:path>
              <a:path w="115570" h="179070">
                <a:moveTo>
                  <a:pt x="115062" y="124096"/>
                </a:moveTo>
                <a:lnTo>
                  <a:pt x="95821" y="86282"/>
                </a:lnTo>
                <a:lnTo>
                  <a:pt x="82296" y="80662"/>
                </a:lnTo>
                <a:lnTo>
                  <a:pt x="82296" y="99712"/>
                </a:lnTo>
                <a:lnTo>
                  <a:pt x="86415" y="105142"/>
                </a:lnTo>
                <a:lnTo>
                  <a:pt x="89535" y="111142"/>
                </a:lnTo>
                <a:lnTo>
                  <a:pt x="91511" y="117715"/>
                </a:lnTo>
                <a:lnTo>
                  <a:pt x="92201" y="124858"/>
                </a:lnTo>
                <a:lnTo>
                  <a:pt x="92201" y="167632"/>
                </a:lnTo>
                <a:lnTo>
                  <a:pt x="98298" y="162958"/>
                </a:lnTo>
                <a:lnTo>
                  <a:pt x="105417" y="154529"/>
                </a:lnTo>
                <a:lnTo>
                  <a:pt x="110680" y="145242"/>
                </a:lnTo>
                <a:lnTo>
                  <a:pt x="113942" y="135098"/>
                </a:lnTo>
                <a:lnTo>
                  <a:pt x="115062" y="12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518289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19" y="288797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7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7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518289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7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751461" y="5851397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4">
                <a:moveTo>
                  <a:pt x="113537" y="16763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3"/>
                </a:lnTo>
                <a:close/>
              </a:path>
              <a:path w="113664" h="173354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69818" y="41147"/>
                </a:lnTo>
                <a:lnTo>
                  <a:pt x="47875" y="80140"/>
                </a:lnTo>
                <a:lnTo>
                  <a:pt x="32766" y="122681"/>
                </a:lnTo>
                <a:lnTo>
                  <a:pt x="24943" y="162115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7"/>
                </a:lnTo>
                <a:lnTo>
                  <a:pt x="59864" y="109227"/>
                </a:lnTo>
                <a:lnTo>
                  <a:pt x="80010" y="64007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386195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8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7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386195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7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617855" y="5848350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115061" y="84582"/>
                </a:moveTo>
                <a:lnTo>
                  <a:pt x="111199" y="44612"/>
                </a:lnTo>
                <a:lnTo>
                  <a:pt x="86093" y="9144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6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4"/>
                </a:lnTo>
                <a:lnTo>
                  <a:pt x="22098" y="106698"/>
                </a:lnTo>
                <a:lnTo>
                  <a:pt x="22098" y="60198"/>
                </a:lnTo>
                <a:lnTo>
                  <a:pt x="22798" y="51042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2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2"/>
                </a:lnTo>
                <a:close/>
              </a:path>
              <a:path w="115570" h="179070">
                <a:moveTo>
                  <a:pt x="93725" y="161795"/>
                </a:moveTo>
                <a:lnTo>
                  <a:pt x="93725" y="97536"/>
                </a:lnTo>
                <a:lnTo>
                  <a:pt x="93571" y="104274"/>
                </a:lnTo>
                <a:lnTo>
                  <a:pt x="93057" y="110871"/>
                </a:lnTo>
                <a:lnTo>
                  <a:pt x="82283" y="144779"/>
                </a:lnTo>
                <a:lnTo>
                  <a:pt x="79248" y="149351"/>
                </a:lnTo>
                <a:lnTo>
                  <a:pt x="75437" y="153924"/>
                </a:lnTo>
                <a:lnTo>
                  <a:pt x="70091" y="156972"/>
                </a:lnTo>
                <a:lnTo>
                  <a:pt x="65519" y="160020"/>
                </a:lnTo>
                <a:lnTo>
                  <a:pt x="59435" y="161544"/>
                </a:lnTo>
                <a:lnTo>
                  <a:pt x="44945" y="161544"/>
                </a:lnTo>
                <a:lnTo>
                  <a:pt x="23622" y="133350"/>
                </a:lnTo>
                <a:lnTo>
                  <a:pt x="3048" y="135636"/>
                </a:lnTo>
                <a:lnTo>
                  <a:pt x="25895" y="172642"/>
                </a:lnTo>
                <a:lnTo>
                  <a:pt x="52565" y="179070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70">
                <a:moveTo>
                  <a:pt x="91440" y="97145"/>
                </a:moveTo>
                <a:lnTo>
                  <a:pt x="91440" y="57912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6"/>
                </a:lnTo>
                <a:lnTo>
                  <a:pt x="50000" y="96833"/>
                </a:lnTo>
                <a:lnTo>
                  <a:pt x="22679" y="67901"/>
                </a:lnTo>
                <a:lnTo>
                  <a:pt x="22098" y="60198"/>
                </a:lnTo>
                <a:lnTo>
                  <a:pt x="22098" y="106698"/>
                </a:lnTo>
                <a:lnTo>
                  <a:pt x="60198" y="116586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7"/>
                </a:lnTo>
                <a:lnTo>
                  <a:pt x="89141" y="100584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254113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579132" y="288798"/>
                </a:moveTo>
                <a:lnTo>
                  <a:pt x="575345" y="242011"/>
                </a:lnTo>
                <a:lnTo>
                  <a:pt x="564380" y="197607"/>
                </a:lnTo>
                <a:lnTo>
                  <a:pt x="546831" y="156184"/>
                </a:lnTo>
                <a:lnTo>
                  <a:pt x="523292" y="118341"/>
                </a:lnTo>
                <a:lnTo>
                  <a:pt x="494358" y="84677"/>
                </a:lnTo>
                <a:lnTo>
                  <a:pt x="460623" y="55790"/>
                </a:lnTo>
                <a:lnTo>
                  <a:pt x="422682" y="32280"/>
                </a:lnTo>
                <a:lnTo>
                  <a:pt x="381128" y="14746"/>
                </a:lnTo>
                <a:lnTo>
                  <a:pt x="336555" y="3786"/>
                </a:lnTo>
                <a:lnTo>
                  <a:pt x="289559" y="0"/>
                </a:lnTo>
                <a:lnTo>
                  <a:pt x="242570" y="3786"/>
                </a:lnTo>
                <a:lnTo>
                  <a:pt x="198002" y="14746"/>
                </a:lnTo>
                <a:lnTo>
                  <a:pt x="156451" y="32280"/>
                </a:lnTo>
                <a:lnTo>
                  <a:pt x="118511" y="55790"/>
                </a:lnTo>
                <a:lnTo>
                  <a:pt x="84777" y="84677"/>
                </a:lnTo>
                <a:lnTo>
                  <a:pt x="55843" y="118341"/>
                </a:lnTo>
                <a:lnTo>
                  <a:pt x="32303" y="156184"/>
                </a:lnTo>
                <a:lnTo>
                  <a:pt x="14753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3" y="380359"/>
                </a:lnTo>
                <a:lnTo>
                  <a:pt x="32303" y="421911"/>
                </a:lnTo>
                <a:lnTo>
                  <a:pt x="55843" y="459851"/>
                </a:lnTo>
                <a:lnTo>
                  <a:pt x="84777" y="493585"/>
                </a:lnTo>
                <a:lnTo>
                  <a:pt x="118511" y="522518"/>
                </a:lnTo>
                <a:lnTo>
                  <a:pt x="156451" y="546056"/>
                </a:lnTo>
                <a:lnTo>
                  <a:pt x="198002" y="563605"/>
                </a:lnTo>
                <a:lnTo>
                  <a:pt x="242570" y="574570"/>
                </a:lnTo>
                <a:lnTo>
                  <a:pt x="289559" y="578357"/>
                </a:lnTo>
                <a:lnTo>
                  <a:pt x="336555" y="574570"/>
                </a:lnTo>
                <a:lnTo>
                  <a:pt x="381128" y="563605"/>
                </a:lnTo>
                <a:lnTo>
                  <a:pt x="422682" y="546056"/>
                </a:lnTo>
                <a:lnTo>
                  <a:pt x="460623" y="522518"/>
                </a:lnTo>
                <a:lnTo>
                  <a:pt x="494358" y="493585"/>
                </a:lnTo>
                <a:lnTo>
                  <a:pt x="523292" y="459851"/>
                </a:lnTo>
                <a:lnTo>
                  <a:pt x="546831" y="421911"/>
                </a:lnTo>
                <a:lnTo>
                  <a:pt x="564380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7254113" y="5661659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5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7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433957" y="5848350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70">
                <a:moveTo>
                  <a:pt x="64770" y="176022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7"/>
                </a:lnTo>
                <a:lnTo>
                  <a:pt x="38100" y="43434"/>
                </a:lnTo>
                <a:lnTo>
                  <a:pt x="43433" y="38862"/>
                </a:lnTo>
                <a:lnTo>
                  <a:pt x="43433" y="176022"/>
                </a:lnTo>
                <a:lnTo>
                  <a:pt x="64770" y="176022"/>
                </a:lnTo>
                <a:close/>
              </a:path>
              <a:path w="234950" h="179070">
                <a:moveTo>
                  <a:pt x="211835" y="167972"/>
                </a:moveTo>
                <a:lnTo>
                  <a:pt x="211835" y="124967"/>
                </a:lnTo>
                <a:lnTo>
                  <a:pt x="211252" y="132230"/>
                </a:lnTo>
                <a:lnTo>
                  <a:pt x="209453" y="139064"/>
                </a:lnTo>
                <a:lnTo>
                  <a:pt x="176022" y="161544"/>
                </a:lnTo>
                <a:lnTo>
                  <a:pt x="167640" y="161544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70">
                <a:moveTo>
                  <a:pt x="226314" y="53339"/>
                </a:moveTo>
                <a:lnTo>
                  <a:pt x="226314" y="37337"/>
                </a:lnTo>
                <a:lnTo>
                  <a:pt x="224015" y="29717"/>
                </a:lnTo>
                <a:lnTo>
                  <a:pt x="195183" y="3536"/>
                </a:lnTo>
                <a:lnTo>
                  <a:pt x="173735" y="105"/>
                </a:lnTo>
                <a:lnTo>
                  <a:pt x="165013" y="710"/>
                </a:lnTo>
                <a:lnTo>
                  <a:pt x="128773" y="26288"/>
                </a:lnTo>
                <a:lnTo>
                  <a:pt x="121920" y="45720"/>
                </a:lnTo>
                <a:lnTo>
                  <a:pt x="144005" y="49529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6"/>
                </a:lnTo>
                <a:lnTo>
                  <a:pt x="160020" y="20574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4"/>
                </a:lnTo>
                <a:lnTo>
                  <a:pt x="195833" y="25146"/>
                </a:lnTo>
                <a:lnTo>
                  <a:pt x="201155" y="30479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2"/>
                </a:lnTo>
                <a:lnTo>
                  <a:pt x="216407" y="72389"/>
                </a:lnTo>
                <a:lnTo>
                  <a:pt x="224015" y="60198"/>
                </a:lnTo>
                <a:lnTo>
                  <a:pt x="226314" y="53339"/>
                </a:lnTo>
                <a:close/>
              </a:path>
              <a:path w="234950" h="179070">
                <a:moveTo>
                  <a:pt x="204216" y="79728"/>
                </a:moveTo>
                <a:lnTo>
                  <a:pt x="204216" y="54863"/>
                </a:lnTo>
                <a:lnTo>
                  <a:pt x="200393" y="62484"/>
                </a:lnTo>
                <a:lnTo>
                  <a:pt x="192785" y="67055"/>
                </a:lnTo>
                <a:lnTo>
                  <a:pt x="187363" y="70163"/>
                </a:lnTo>
                <a:lnTo>
                  <a:pt x="181444" y="72485"/>
                </a:lnTo>
                <a:lnTo>
                  <a:pt x="175098" y="73806"/>
                </a:lnTo>
                <a:lnTo>
                  <a:pt x="168389" y="73913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2"/>
                </a:lnTo>
                <a:lnTo>
                  <a:pt x="204216" y="79728"/>
                </a:lnTo>
                <a:close/>
              </a:path>
              <a:path w="234950" h="179070">
                <a:moveTo>
                  <a:pt x="234696" y="124205"/>
                </a:moveTo>
                <a:lnTo>
                  <a:pt x="215830" y="86391"/>
                </a:lnTo>
                <a:lnTo>
                  <a:pt x="201917" y="80772"/>
                </a:lnTo>
                <a:lnTo>
                  <a:pt x="201917" y="99259"/>
                </a:lnTo>
                <a:lnTo>
                  <a:pt x="202679" y="99822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7"/>
                </a:lnTo>
                <a:lnTo>
                  <a:pt x="211835" y="167972"/>
                </a:lnTo>
                <a:lnTo>
                  <a:pt x="217919" y="163067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122805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45" y="288798"/>
                </a:moveTo>
                <a:lnTo>
                  <a:pt x="574558" y="242011"/>
                </a:lnTo>
                <a:lnTo>
                  <a:pt x="563594" y="197607"/>
                </a:lnTo>
                <a:lnTo>
                  <a:pt x="546046" y="156184"/>
                </a:lnTo>
                <a:lnTo>
                  <a:pt x="522510" y="118341"/>
                </a:lnTo>
                <a:lnTo>
                  <a:pt x="493579" y="84677"/>
                </a:lnTo>
                <a:lnTo>
                  <a:pt x="459847" y="55790"/>
                </a:lnTo>
                <a:lnTo>
                  <a:pt x="421909" y="32280"/>
                </a:lnTo>
                <a:lnTo>
                  <a:pt x="380358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11" y="3786"/>
                </a:lnTo>
                <a:lnTo>
                  <a:pt x="197607" y="14746"/>
                </a:lnTo>
                <a:lnTo>
                  <a:pt x="156184" y="32280"/>
                </a:lnTo>
                <a:lnTo>
                  <a:pt x="118341" y="55790"/>
                </a:lnTo>
                <a:lnTo>
                  <a:pt x="84677" y="84677"/>
                </a:lnTo>
                <a:lnTo>
                  <a:pt x="55790" y="118341"/>
                </a:lnTo>
                <a:lnTo>
                  <a:pt x="32280" y="156184"/>
                </a:lnTo>
                <a:lnTo>
                  <a:pt x="14746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6" y="380359"/>
                </a:lnTo>
                <a:lnTo>
                  <a:pt x="32280" y="421911"/>
                </a:lnTo>
                <a:lnTo>
                  <a:pt x="55790" y="459851"/>
                </a:lnTo>
                <a:lnTo>
                  <a:pt x="84677" y="493585"/>
                </a:lnTo>
                <a:lnTo>
                  <a:pt x="118341" y="522518"/>
                </a:lnTo>
                <a:lnTo>
                  <a:pt x="156184" y="546056"/>
                </a:lnTo>
                <a:lnTo>
                  <a:pt x="197607" y="563605"/>
                </a:lnTo>
                <a:lnTo>
                  <a:pt x="242011" y="574570"/>
                </a:lnTo>
                <a:lnTo>
                  <a:pt x="288798" y="578357"/>
                </a:lnTo>
                <a:lnTo>
                  <a:pt x="335790" y="574570"/>
                </a:lnTo>
                <a:lnTo>
                  <a:pt x="380358" y="563605"/>
                </a:lnTo>
                <a:lnTo>
                  <a:pt x="421909" y="546056"/>
                </a:lnTo>
                <a:lnTo>
                  <a:pt x="459847" y="522518"/>
                </a:lnTo>
                <a:lnTo>
                  <a:pt x="493579" y="493585"/>
                </a:lnTo>
                <a:lnTo>
                  <a:pt x="522510" y="459851"/>
                </a:lnTo>
                <a:lnTo>
                  <a:pt x="546046" y="421911"/>
                </a:lnTo>
                <a:lnTo>
                  <a:pt x="563594" y="380359"/>
                </a:lnTo>
                <a:lnTo>
                  <a:pt x="574558" y="335790"/>
                </a:lnTo>
                <a:lnTo>
                  <a:pt x="578345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122805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8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8282813" y="5848350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70">
                <a:moveTo>
                  <a:pt x="93725" y="94064"/>
                </a:moveTo>
                <a:lnTo>
                  <a:pt x="93725" y="48005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7"/>
                </a:lnTo>
                <a:lnTo>
                  <a:pt x="0" y="170687"/>
                </a:lnTo>
                <a:lnTo>
                  <a:pt x="0" y="176022"/>
                </a:lnTo>
                <a:lnTo>
                  <a:pt x="29730" y="176022"/>
                </a:lnTo>
                <a:lnTo>
                  <a:pt x="29730" y="155448"/>
                </a:lnTo>
                <a:lnTo>
                  <a:pt x="32016" y="151637"/>
                </a:lnTo>
                <a:lnTo>
                  <a:pt x="55162" y="128897"/>
                </a:lnTo>
                <a:lnTo>
                  <a:pt x="64020" y="121158"/>
                </a:lnTo>
                <a:lnTo>
                  <a:pt x="74712" y="112002"/>
                </a:lnTo>
                <a:lnTo>
                  <a:pt x="83832" y="103916"/>
                </a:lnTo>
                <a:lnTo>
                  <a:pt x="91233" y="96833"/>
                </a:lnTo>
                <a:lnTo>
                  <a:pt x="93725" y="94064"/>
                </a:lnTo>
                <a:close/>
              </a:path>
              <a:path w="254000" h="179070">
                <a:moveTo>
                  <a:pt x="115823" y="55625"/>
                </a:moveTo>
                <a:lnTo>
                  <a:pt x="115823" y="48767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4"/>
                </a:lnTo>
                <a:lnTo>
                  <a:pt x="84594" y="26670"/>
                </a:lnTo>
                <a:lnTo>
                  <a:pt x="90690" y="32003"/>
                </a:lnTo>
                <a:lnTo>
                  <a:pt x="93725" y="39624"/>
                </a:lnTo>
                <a:lnTo>
                  <a:pt x="93725" y="94064"/>
                </a:lnTo>
                <a:lnTo>
                  <a:pt x="96773" y="90677"/>
                </a:lnTo>
                <a:lnTo>
                  <a:pt x="114300" y="62484"/>
                </a:lnTo>
                <a:lnTo>
                  <a:pt x="115823" y="55625"/>
                </a:lnTo>
                <a:close/>
              </a:path>
              <a:path w="254000" h="179070">
                <a:moveTo>
                  <a:pt x="115823" y="176022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2"/>
                </a:lnTo>
                <a:lnTo>
                  <a:pt x="115823" y="176022"/>
                </a:lnTo>
                <a:close/>
              </a:path>
              <a:path w="254000" h="179070">
                <a:moveTo>
                  <a:pt x="253758" y="89153"/>
                </a:moveTo>
                <a:lnTo>
                  <a:pt x="249173" y="48005"/>
                </a:lnTo>
                <a:lnTo>
                  <a:pt x="227837" y="9144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1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2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79"/>
                </a:lnTo>
                <a:lnTo>
                  <a:pt x="195833" y="17525"/>
                </a:lnTo>
                <a:lnTo>
                  <a:pt x="202985" y="18395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70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4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3"/>
                </a:lnTo>
                <a:lnTo>
                  <a:pt x="173556" y="174498"/>
                </a:lnTo>
                <a:lnTo>
                  <a:pt x="184297" y="177927"/>
                </a:lnTo>
                <a:lnTo>
                  <a:pt x="196608" y="179070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990724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578357" y="288798"/>
                </a:moveTo>
                <a:lnTo>
                  <a:pt x="574570" y="242011"/>
                </a:lnTo>
                <a:lnTo>
                  <a:pt x="563605" y="197607"/>
                </a:lnTo>
                <a:lnTo>
                  <a:pt x="546056" y="156184"/>
                </a:lnTo>
                <a:lnTo>
                  <a:pt x="522518" y="118341"/>
                </a:lnTo>
                <a:lnTo>
                  <a:pt x="493585" y="84677"/>
                </a:lnTo>
                <a:lnTo>
                  <a:pt x="459851" y="55790"/>
                </a:lnTo>
                <a:lnTo>
                  <a:pt x="421911" y="32280"/>
                </a:lnTo>
                <a:lnTo>
                  <a:pt x="380359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08" y="3786"/>
                </a:lnTo>
                <a:lnTo>
                  <a:pt x="197603" y="14746"/>
                </a:lnTo>
                <a:lnTo>
                  <a:pt x="156179" y="32280"/>
                </a:lnTo>
                <a:lnTo>
                  <a:pt x="118336" y="55790"/>
                </a:lnTo>
                <a:lnTo>
                  <a:pt x="84672" y="84677"/>
                </a:lnTo>
                <a:lnTo>
                  <a:pt x="55786" y="118341"/>
                </a:lnTo>
                <a:lnTo>
                  <a:pt x="32278" y="156184"/>
                </a:lnTo>
                <a:lnTo>
                  <a:pt x="14745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5" y="380359"/>
                </a:lnTo>
                <a:lnTo>
                  <a:pt x="32278" y="421911"/>
                </a:lnTo>
                <a:lnTo>
                  <a:pt x="55786" y="459851"/>
                </a:lnTo>
                <a:lnTo>
                  <a:pt x="84672" y="493585"/>
                </a:lnTo>
                <a:lnTo>
                  <a:pt x="118336" y="522518"/>
                </a:lnTo>
                <a:lnTo>
                  <a:pt x="156179" y="546056"/>
                </a:lnTo>
                <a:lnTo>
                  <a:pt x="197603" y="563605"/>
                </a:lnTo>
                <a:lnTo>
                  <a:pt x="242008" y="574570"/>
                </a:lnTo>
                <a:lnTo>
                  <a:pt x="288798" y="578357"/>
                </a:lnTo>
                <a:lnTo>
                  <a:pt x="335790" y="574570"/>
                </a:lnTo>
                <a:lnTo>
                  <a:pt x="380359" y="563605"/>
                </a:lnTo>
                <a:lnTo>
                  <a:pt x="421911" y="546056"/>
                </a:lnTo>
                <a:lnTo>
                  <a:pt x="459851" y="522518"/>
                </a:lnTo>
                <a:lnTo>
                  <a:pt x="493585" y="493585"/>
                </a:lnTo>
                <a:lnTo>
                  <a:pt x="522518" y="459851"/>
                </a:lnTo>
                <a:lnTo>
                  <a:pt x="546056" y="421911"/>
                </a:lnTo>
                <a:lnTo>
                  <a:pt x="563605" y="380359"/>
                </a:lnTo>
                <a:lnTo>
                  <a:pt x="574570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990724" y="5661659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5">
                <a:moveTo>
                  <a:pt x="0" y="288798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8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153791" y="5848350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70">
                <a:moveTo>
                  <a:pt x="92201" y="167788"/>
                </a:moveTo>
                <a:lnTo>
                  <a:pt x="92201" y="124967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4"/>
                </a:lnTo>
                <a:lnTo>
                  <a:pt x="47231" y="161544"/>
                </a:lnTo>
                <a:lnTo>
                  <a:pt x="21336" y="126491"/>
                </a:lnTo>
                <a:lnTo>
                  <a:pt x="0" y="129539"/>
                </a:lnTo>
                <a:lnTo>
                  <a:pt x="17525" y="165353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70">
                <a:moveTo>
                  <a:pt x="105905" y="53339"/>
                </a:moveTo>
                <a:lnTo>
                  <a:pt x="105905" y="37337"/>
                </a:lnTo>
                <a:lnTo>
                  <a:pt x="104381" y="29717"/>
                </a:lnTo>
                <a:lnTo>
                  <a:pt x="75221" y="3536"/>
                </a:lnTo>
                <a:lnTo>
                  <a:pt x="53340" y="110"/>
                </a:lnTo>
                <a:lnTo>
                  <a:pt x="44986" y="714"/>
                </a:lnTo>
                <a:lnTo>
                  <a:pt x="8467" y="26288"/>
                </a:lnTo>
                <a:lnTo>
                  <a:pt x="2286" y="45720"/>
                </a:lnTo>
                <a:lnTo>
                  <a:pt x="23609" y="49529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5"/>
                </a:lnTo>
                <a:lnTo>
                  <a:pt x="64008" y="17525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79"/>
                </a:lnTo>
                <a:lnTo>
                  <a:pt x="83807" y="37337"/>
                </a:lnTo>
                <a:lnTo>
                  <a:pt x="83807" y="80011"/>
                </a:lnTo>
                <a:lnTo>
                  <a:pt x="89916" y="76962"/>
                </a:lnTo>
                <a:lnTo>
                  <a:pt x="96012" y="72389"/>
                </a:lnTo>
                <a:lnTo>
                  <a:pt x="99809" y="66294"/>
                </a:lnTo>
                <a:lnTo>
                  <a:pt x="104381" y="60198"/>
                </a:lnTo>
                <a:lnTo>
                  <a:pt x="105905" y="53339"/>
                </a:lnTo>
                <a:close/>
              </a:path>
              <a:path w="217170" h="179070">
                <a:moveTo>
                  <a:pt x="83807" y="80011"/>
                </a:moveTo>
                <a:lnTo>
                  <a:pt x="83807" y="54863"/>
                </a:lnTo>
                <a:lnTo>
                  <a:pt x="80759" y="62484"/>
                </a:lnTo>
                <a:lnTo>
                  <a:pt x="73151" y="67055"/>
                </a:lnTo>
                <a:lnTo>
                  <a:pt x="67294" y="70163"/>
                </a:lnTo>
                <a:lnTo>
                  <a:pt x="61150" y="72485"/>
                </a:lnTo>
                <a:lnTo>
                  <a:pt x="54721" y="73806"/>
                </a:lnTo>
                <a:lnTo>
                  <a:pt x="48006" y="73913"/>
                </a:lnTo>
                <a:lnTo>
                  <a:pt x="47231" y="74675"/>
                </a:lnTo>
                <a:lnTo>
                  <a:pt x="46482" y="73913"/>
                </a:lnTo>
                <a:lnTo>
                  <a:pt x="44958" y="73913"/>
                </a:lnTo>
                <a:lnTo>
                  <a:pt x="42659" y="92963"/>
                </a:lnTo>
                <a:lnTo>
                  <a:pt x="48755" y="91439"/>
                </a:lnTo>
                <a:lnTo>
                  <a:pt x="53340" y="90677"/>
                </a:lnTo>
                <a:lnTo>
                  <a:pt x="57912" y="90677"/>
                </a:lnTo>
                <a:lnTo>
                  <a:pt x="65038" y="91249"/>
                </a:lnTo>
                <a:lnTo>
                  <a:pt x="71526" y="92963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70">
                <a:moveTo>
                  <a:pt x="115062" y="124205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1"/>
                </a:lnTo>
                <a:lnTo>
                  <a:pt x="91509" y="117824"/>
                </a:lnTo>
                <a:lnTo>
                  <a:pt x="92201" y="124967"/>
                </a:lnTo>
                <a:lnTo>
                  <a:pt x="92201" y="167788"/>
                </a:lnTo>
                <a:lnTo>
                  <a:pt x="98285" y="163067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5"/>
                </a:lnTo>
                <a:close/>
              </a:path>
              <a:path w="217170" h="179070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39"/>
                </a:lnTo>
                <a:lnTo>
                  <a:pt x="183629" y="48767"/>
                </a:lnTo>
                <a:lnTo>
                  <a:pt x="190500" y="43434"/>
                </a:lnTo>
                <a:lnTo>
                  <a:pt x="195834" y="38862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782453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4">
                <a:moveTo>
                  <a:pt x="578357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7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782453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4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7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030103" y="6716268"/>
            <a:ext cx="64769" cy="176530"/>
          </a:xfrm>
          <a:custGeom>
            <a:avLst/>
            <a:gdLst/>
            <a:ahLst/>
            <a:cxnLst/>
            <a:rect l="l" t="t" r="r" b="b"/>
            <a:pathLst>
              <a:path w="64770" h="176529">
                <a:moveTo>
                  <a:pt x="64769" y="176022"/>
                </a:moveTo>
                <a:lnTo>
                  <a:pt x="64769" y="0"/>
                </a:lnTo>
                <a:lnTo>
                  <a:pt x="51053" y="0"/>
                </a:lnTo>
                <a:lnTo>
                  <a:pt x="47755" y="5726"/>
                </a:lnTo>
                <a:lnTo>
                  <a:pt x="43529" y="11525"/>
                </a:lnTo>
                <a:lnTo>
                  <a:pt x="8858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6" y="62769"/>
                </a:lnTo>
                <a:lnTo>
                  <a:pt x="10858" y="60198"/>
                </a:lnTo>
                <a:lnTo>
                  <a:pt x="16716" y="57054"/>
                </a:lnTo>
                <a:lnTo>
                  <a:pt x="22859" y="53339"/>
                </a:lnTo>
                <a:lnTo>
                  <a:pt x="31241" y="48767"/>
                </a:lnTo>
                <a:lnTo>
                  <a:pt x="38100" y="43433"/>
                </a:lnTo>
                <a:lnTo>
                  <a:pt x="43433" y="38861"/>
                </a:lnTo>
                <a:lnTo>
                  <a:pt x="43433" y="176022"/>
                </a:lnTo>
                <a:lnTo>
                  <a:pt x="64769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650371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4">
                <a:moveTo>
                  <a:pt x="578358" y="288798"/>
                </a:moveTo>
                <a:lnTo>
                  <a:pt x="574571" y="242011"/>
                </a:lnTo>
                <a:lnTo>
                  <a:pt x="563611" y="197607"/>
                </a:lnTo>
                <a:lnTo>
                  <a:pt x="546077" y="156184"/>
                </a:lnTo>
                <a:lnTo>
                  <a:pt x="522567" y="118341"/>
                </a:lnTo>
                <a:lnTo>
                  <a:pt x="493680" y="84677"/>
                </a:lnTo>
                <a:lnTo>
                  <a:pt x="460016" y="55790"/>
                </a:lnTo>
                <a:lnTo>
                  <a:pt x="422173" y="32280"/>
                </a:lnTo>
                <a:lnTo>
                  <a:pt x="380750" y="14746"/>
                </a:lnTo>
                <a:lnTo>
                  <a:pt x="336346" y="3786"/>
                </a:lnTo>
                <a:lnTo>
                  <a:pt x="289560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60" y="578357"/>
                </a:lnTo>
                <a:lnTo>
                  <a:pt x="336346" y="574570"/>
                </a:lnTo>
                <a:lnTo>
                  <a:pt x="380750" y="563605"/>
                </a:lnTo>
                <a:lnTo>
                  <a:pt x="422173" y="546056"/>
                </a:lnTo>
                <a:lnTo>
                  <a:pt x="460016" y="522518"/>
                </a:lnTo>
                <a:lnTo>
                  <a:pt x="493680" y="493585"/>
                </a:lnTo>
                <a:lnTo>
                  <a:pt x="522567" y="459851"/>
                </a:lnTo>
                <a:lnTo>
                  <a:pt x="546077" y="421911"/>
                </a:lnTo>
                <a:lnTo>
                  <a:pt x="563611" y="380359"/>
                </a:lnTo>
                <a:lnTo>
                  <a:pt x="574571" y="335790"/>
                </a:lnTo>
                <a:lnTo>
                  <a:pt x="578358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4650371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5" h="578484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60" y="0"/>
                </a:lnTo>
                <a:lnTo>
                  <a:pt x="336346" y="3786"/>
                </a:lnTo>
                <a:lnTo>
                  <a:pt x="380750" y="14746"/>
                </a:lnTo>
                <a:lnTo>
                  <a:pt x="422173" y="32280"/>
                </a:lnTo>
                <a:lnTo>
                  <a:pt x="460016" y="55790"/>
                </a:lnTo>
                <a:lnTo>
                  <a:pt x="493680" y="84677"/>
                </a:lnTo>
                <a:lnTo>
                  <a:pt x="522567" y="118341"/>
                </a:lnTo>
                <a:lnTo>
                  <a:pt x="546077" y="156184"/>
                </a:lnTo>
                <a:lnTo>
                  <a:pt x="563611" y="197607"/>
                </a:lnTo>
                <a:lnTo>
                  <a:pt x="574571" y="242011"/>
                </a:lnTo>
                <a:lnTo>
                  <a:pt x="578358" y="288798"/>
                </a:lnTo>
                <a:lnTo>
                  <a:pt x="574571" y="335790"/>
                </a:lnTo>
                <a:lnTo>
                  <a:pt x="563611" y="380359"/>
                </a:lnTo>
                <a:lnTo>
                  <a:pt x="546077" y="421911"/>
                </a:lnTo>
                <a:lnTo>
                  <a:pt x="522567" y="459851"/>
                </a:lnTo>
                <a:lnTo>
                  <a:pt x="493680" y="493585"/>
                </a:lnTo>
                <a:lnTo>
                  <a:pt x="460016" y="522518"/>
                </a:lnTo>
                <a:lnTo>
                  <a:pt x="422173" y="546056"/>
                </a:lnTo>
                <a:lnTo>
                  <a:pt x="380750" y="563605"/>
                </a:lnTo>
                <a:lnTo>
                  <a:pt x="336346" y="574570"/>
                </a:lnTo>
                <a:lnTo>
                  <a:pt x="289560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4882019" y="6716376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92201" y="167632"/>
                </a:moveTo>
                <a:lnTo>
                  <a:pt x="92201" y="124858"/>
                </a:lnTo>
                <a:lnTo>
                  <a:pt x="91499" y="132121"/>
                </a:lnTo>
                <a:lnTo>
                  <a:pt x="89415" y="139000"/>
                </a:lnTo>
                <a:lnTo>
                  <a:pt x="55625" y="161434"/>
                </a:lnTo>
                <a:lnTo>
                  <a:pt x="47243" y="161434"/>
                </a:lnTo>
                <a:lnTo>
                  <a:pt x="21336" y="126382"/>
                </a:lnTo>
                <a:lnTo>
                  <a:pt x="0" y="129430"/>
                </a:lnTo>
                <a:lnTo>
                  <a:pt x="17525" y="165244"/>
                </a:lnTo>
                <a:lnTo>
                  <a:pt x="54863" y="178901"/>
                </a:lnTo>
                <a:lnTo>
                  <a:pt x="57150" y="178835"/>
                </a:lnTo>
                <a:lnTo>
                  <a:pt x="67758" y="177960"/>
                </a:lnTo>
                <a:lnTo>
                  <a:pt x="78962" y="174960"/>
                </a:lnTo>
                <a:lnTo>
                  <a:pt x="89165" y="169959"/>
                </a:lnTo>
                <a:lnTo>
                  <a:pt x="92201" y="167632"/>
                </a:lnTo>
                <a:close/>
              </a:path>
              <a:path w="115570" h="179070">
                <a:moveTo>
                  <a:pt x="105917" y="53230"/>
                </a:moveTo>
                <a:lnTo>
                  <a:pt x="105917" y="37228"/>
                </a:lnTo>
                <a:lnTo>
                  <a:pt x="103632" y="29608"/>
                </a:lnTo>
                <a:lnTo>
                  <a:pt x="75116" y="3427"/>
                </a:lnTo>
                <a:lnTo>
                  <a:pt x="53339" y="0"/>
                </a:lnTo>
                <a:lnTo>
                  <a:pt x="44958" y="600"/>
                </a:lnTo>
                <a:lnTo>
                  <a:pt x="8477" y="26179"/>
                </a:lnTo>
                <a:lnTo>
                  <a:pt x="2286" y="45610"/>
                </a:lnTo>
                <a:lnTo>
                  <a:pt x="23622" y="49420"/>
                </a:lnTo>
                <a:lnTo>
                  <a:pt x="25181" y="41860"/>
                </a:lnTo>
                <a:lnTo>
                  <a:pt x="27527" y="35228"/>
                </a:lnTo>
                <a:lnTo>
                  <a:pt x="30587" y="29596"/>
                </a:lnTo>
                <a:lnTo>
                  <a:pt x="34289" y="25036"/>
                </a:lnTo>
                <a:lnTo>
                  <a:pt x="39624" y="20464"/>
                </a:lnTo>
                <a:lnTo>
                  <a:pt x="47243" y="17416"/>
                </a:lnTo>
                <a:lnTo>
                  <a:pt x="64008" y="17416"/>
                </a:lnTo>
                <a:lnTo>
                  <a:pt x="70865" y="20464"/>
                </a:lnTo>
                <a:lnTo>
                  <a:pt x="76200" y="25036"/>
                </a:lnTo>
                <a:lnTo>
                  <a:pt x="81534" y="30370"/>
                </a:lnTo>
                <a:lnTo>
                  <a:pt x="83820" y="37228"/>
                </a:lnTo>
                <a:lnTo>
                  <a:pt x="83820" y="79900"/>
                </a:lnTo>
                <a:lnTo>
                  <a:pt x="89915" y="76852"/>
                </a:lnTo>
                <a:lnTo>
                  <a:pt x="96012" y="72280"/>
                </a:lnTo>
                <a:lnTo>
                  <a:pt x="99822" y="66184"/>
                </a:lnTo>
                <a:lnTo>
                  <a:pt x="104393" y="60088"/>
                </a:lnTo>
                <a:lnTo>
                  <a:pt x="105917" y="53230"/>
                </a:lnTo>
                <a:close/>
              </a:path>
              <a:path w="115570" h="179070">
                <a:moveTo>
                  <a:pt x="83820" y="79900"/>
                </a:moveTo>
                <a:lnTo>
                  <a:pt x="83820" y="54754"/>
                </a:lnTo>
                <a:lnTo>
                  <a:pt x="80010" y="62374"/>
                </a:lnTo>
                <a:lnTo>
                  <a:pt x="73151" y="66946"/>
                </a:lnTo>
                <a:lnTo>
                  <a:pt x="67294" y="70054"/>
                </a:lnTo>
                <a:lnTo>
                  <a:pt x="61150" y="72376"/>
                </a:lnTo>
                <a:lnTo>
                  <a:pt x="54721" y="73697"/>
                </a:lnTo>
                <a:lnTo>
                  <a:pt x="48005" y="73804"/>
                </a:lnTo>
                <a:lnTo>
                  <a:pt x="47243" y="74566"/>
                </a:lnTo>
                <a:lnTo>
                  <a:pt x="46482" y="73804"/>
                </a:lnTo>
                <a:lnTo>
                  <a:pt x="44958" y="73804"/>
                </a:lnTo>
                <a:lnTo>
                  <a:pt x="42672" y="92854"/>
                </a:lnTo>
                <a:lnTo>
                  <a:pt x="48767" y="91330"/>
                </a:lnTo>
                <a:lnTo>
                  <a:pt x="53339" y="90568"/>
                </a:lnTo>
                <a:lnTo>
                  <a:pt x="57150" y="90568"/>
                </a:lnTo>
                <a:lnTo>
                  <a:pt x="64615" y="91140"/>
                </a:lnTo>
                <a:lnTo>
                  <a:pt x="71151" y="92854"/>
                </a:lnTo>
                <a:lnTo>
                  <a:pt x="76973" y="95712"/>
                </a:lnTo>
                <a:lnTo>
                  <a:pt x="82296" y="99712"/>
                </a:lnTo>
                <a:lnTo>
                  <a:pt x="82296" y="80662"/>
                </a:lnTo>
                <a:lnTo>
                  <a:pt x="83820" y="79900"/>
                </a:lnTo>
                <a:close/>
              </a:path>
              <a:path w="115570" h="179070">
                <a:moveTo>
                  <a:pt x="115062" y="124096"/>
                </a:moveTo>
                <a:lnTo>
                  <a:pt x="95821" y="86282"/>
                </a:lnTo>
                <a:lnTo>
                  <a:pt x="82296" y="80662"/>
                </a:lnTo>
                <a:lnTo>
                  <a:pt x="82296" y="99712"/>
                </a:lnTo>
                <a:lnTo>
                  <a:pt x="86415" y="105142"/>
                </a:lnTo>
                <a:lnTo>
                  <a:pt x="89535" y="111142"/>
                </a:lnTo>
                <a:lnTo>
                  <a:pt x="91511" y="117715"/>
                </a:lnTo>
                <a:lnTo>
                  <a:pt x="92201" y="124858"/>
                </a:lnTo>
                <a:lnTo>
                  <a:pt x="92201" y="167632"/>
                </a:lnTo>
                <a:lnTo>
                  <a:pt x="98298" y="162958"/>
                </a:lnTo>
                <a:lnTo>
                  <a:pt x="105417" y="154529"/>
                </a:lnTo>
                <a:lnTo>
                  <a:pt x="110680" y="145242"/>
                </a:lnTo>
                <a:lnTo>
                  <a:pt x="113942" y="135098"/>
                </a:lnTo>
                <a:lnTo>
                  <a:pt x="115062" y="124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518289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579119" y="288798"/>
                </a:moveTo>
                <a:lnTo>
                  <a:pt x="575332" y="242011"/>
                </a:lnTo>
                <a:lnTo>
                  <a:pt x="564367" y="197607"/>
                </a:lnTo>
                <a:lnTo>
                  <a:pt x="546818" y="156184"/>
                </a:lnTo>
                <a:lnTo>
                  <a:pt x="523280" y="118341"/>
                </a:lnTo>
                <a:lnTo>
                  <a:pt x="494347" y="84677"/>
                </a:lnTo>
                <a:lnTo>
                  <a:pt x="460613" y="55790"/>
                </a:lnTo>
                <a:lnTo>
                  <a:pt x="422673" y="32280"/>
                </a:lnTo>
                <a:lnTo>
                  <a:pt x="381121" y="14746"/>
                </a:lnTo>
                <a:lnTo>
                  <a:pt x="336552" y="3786"/>
                </a:lnTo>
                <a:lnTo>
                  <a:pt x="289559" y="0"/>
                </a:lnTo>
                <a:lnTo>
                  <a:pt x="242567" y="3786"/>
                </a:lnTo>
                <a:lnTo>
                  <a:pt x="197998" y="14746"/>
                </a:lnTo>
                <a:lnTo>
                  <a:pt x="156446" y="32280"/>
                </a:lnTo>
                <a:lnTo>
                  <a:pt x="118506" y="55790"/>
                </a:lnTo>
                <a:lnTo>
                  <a:pt x="84772" y="84677"/>
                </a:lnTo>
                <a:lnTo>
                  <a:pt x="55839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39" y="459851"/>
                </a:lnTo>
                <a:lnTo>
                  <a:pt x="84772" y="493585"/>
                </a:lnTo>
                <a:lnTo>
                  <a:pt x="118506" y="522518"/>
                </a:lnTo>
                <a:lnTo>
                  <a:pt x="156446" y="546056"/>
                </a:lnTo>
                <a:lnTo>
                  <a:pt x="197998" y="563605"/>
                </a:lnTo>
                <a:lnTo>
                  <a:pt x="242567" y="574570"/>
                </a:lnTo>
                <a:lnTo>
                  <a:pt x="289559" y="578357"/>
                </a:lnTo>
                <a:lnTo>
                  <a:pt x="336552" y="574570"/>
                </a:lnTo>
                <a:lnTo>
                  <a:pt x="381121" y="563605"/>
                </a:lnTo>
                <a:lnTo>
                  <a:pt x="422673" y="546056"/>
                </a:lnTo>
                <a:lnTo>
                  <a:pt x="460613" y="522518"/>
                </a:lnTo>
                <a:lnTo>
                  <a:pt x="494347" y="493585"/>
                </a:lnTo>
                <a:lnTo>
                  <a:pt x="523280" y="459851"/>
                </a:lnTo>
                <a:lnTo>
                  <a:pt x="546818" y="421911"/>
                </a:lnTo>
                <a:lnTo>
                  <a:pt x="564367" y="380359"/>
                </a:lnTo>
                <a:lnTo>
                  <a:pt x="575332" y="335790"/>
                </a:lnTo>
                <a:lnTo>
                  <a:pt x="579119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518289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39" y="118341"/>
                </a:lnTo>
                <a:lnTo>
                  <a:pt x="84772" y="84677"/>
                </a:lnTo>
                <a:lnTo>
                  <a:pt x="118506" y="55790"/>
                </a:lnTo>
                <a:lnTo>
                  <a:pt x="156446" y="32280"/>
                </a:lnTo>
                <a:lnTo>
                  <a:pt x="197998" y="14746"/>
                </a:lnTo>
                <a:lnTo>
                  <a:pt x="242567" y="3786"/>
                </a:lnTo>
                <a:lnTo>
                  <a:pt x="289559" y="0"/>
                </a:lnTo>
                <a:lnTo>
                  <a:pt x="336552" y="3786"/>
                </a:lnTo>
                <a:lnTo>
                  <a:pt x="381121" y="14746"/>
                </a:lnTo>
                <a:lnTo>
                  <a:pt x="422673" y="32280"/>
                </a:lnTo>
                <a:lnTo>
                  <a:pt x="460613" y="55790"/>
                </a:lnTo>
                <a:lnTo>
                  <a:pt x="494347" y="84677"/>
                </a:lnTo>
                <a:lnTo>
                  <a:pt x="523280" y="118341"/>
                </a:lnTo>
                <a:lnTo>
                  <a:pt x="546818" y="156184"/>
                </a:lnTo>
                <a:lnTo>
                  <a:pt x="564367" y="197607"/>
                </a:lnTo>
                <a:lnTo>
                  <a:pt x="575332" y="242011"/>
                </a:lnTo>
                <a:lnTo>
                  <a:pt x="579119" y="288798"/>
                </a:lnTo>
                <a:lnTo>
                  <a:pt x="575332" y="335790"/>
                </a:lnTo>
                <a:lnTo>
                  <a:pt x="564367" y="380359"/>
                </a:lnTo>
                <a:lnTo>
                  <a:pt x="546818" y="421911"/>
                </a:lnTo>
                <a:lnTo>
                  <a:pt x="523280" y="459851"/>
                </a:lnTo>
                <a:lnTo>
                  <a:pt x="494347" y="493585"/>
                </a:lnTo>
                <a:lnTo>
                  <a:pt x="460613" y="522518"/>
                </a:lnTo>
                <a:lnTo>
                  <a:pt x="422673" y="546056"/>
                </a:lnTo>
                <a:lnTo>
                  <a:pt x="381121" y="563605"/>
                </a:lnTo>
                <a:lnTo>
                  <a:pt x="336552" y="574570"/>
                </a:lnTo>
                <a:lnTo>
                  <a:pt x="289559" y="578357"/>
                </a:lnTo>
                <a:lnTo>
                  <a:pt x="242567" y="574570"/>
                </a:lnTo>
                <a:lnTo>
                  <a:pt x="197998" y="563605"/>
                </a:lnTo>
                <a:lnTo>
                  <a:pt x="156446" y="546056"/>
                </a:lnTo>
                <a:lnTo>
                  <a:pt x="118506" y="522518"/>
                </a:lnTo>
                <a:lnTo>
                  <a:pt x="84772" y="493585"/>
                </a:lnTo>
                <a:lnTo>
                  <a:pt x="55839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751461" y="6719316"/>
            <a:ext cx="113664" cy="173355"/>
          </a:xfrm>
          <a:custGeom>
            <a:avLst/>
            <a:gdLst/>
            <a:ahLst/>
            <a:cxnLst/>
            <a:rect l="l" t="t" r="r" b="b"/>
            <a:pathLst>
              <a:path w="113664" h="173354">
                <a:moveTo>
                  <a:pt x="113537" y="16763"/>
                </a:moveTo>
                <a:lnTo>
                  <a:pt x="113537" y="0"/>
                </a:lnTo>
                <a:lnTo>
                  <a:pt x="0" y="0"/>
                </a:lnTo>
                <a:lnTo>
                  <a:pt x="0" y="20574"/>
                </a:lnTo>
                <a:lnTo>
                  <a:pt x="85344" y="20574"/>
                </a:lnTo>
                <a:lnTo>
                  <a:pt x="85344" y="54737"/>
                </a:lnTo>
                <a:lnTo>
                  <a:pt x="88141" y="49875"/>
                </a:lnTo>
                <a:lnTo>
                  <a:pt x="96488" y="37242"/>
                </a:lnTo>
                <a:lnTo>
                  <a:pt x="104977" y="26181"/>
                </a:lnTo>
                <a:lnTo>
                  <a:pt x="113537" y="16763"/>
                </a:lnTo>
                <a:close/>
              </a:path>
              <a:path w="113664" h="173354">
                <a:moveTo>
                  <a:pt x="85344" y="54737"/>
                </a:moveTo>
                <a:lnTo>
                  <a:pt x="85344" y="20574"/>
                </a:lnTo>
                <a:lnTo>
                  <a:pt x="77473" y="30289"/>
                </a:lnTo>
                <a:lnTo>
                  <a:pt x="54863" y="66293"/>
                </a:lnTo>
                <a:lnTo>
                  <a:pt x="36754" y="108406"/>
                </a:lnTo>
                <a:lnTo>
                  <a:pt x="26574" y="150113"/>
                </a:lnTo>
                <a:lnTo>
                  <a:pt x="24384" y="172974"/>
                </a:lnTo>
                <a:lnTo>
                  <a:pt x="46482" y="172974"/>
                </a:lnTo>
                <a:lnTo>
                  <a:pt x="47470" y="160115"/>
                </a:lnTo>
                <a:lnTo>
                  <a:pt x="49244" y="147827"/>
                </a:lnTo>
                <a:lnTo>
                  <a:pt x="59864" y="109227"/>
                </a:lnTo>
                <a:lnTo>
                  <a:pt x="80010" y="64007"/>
                </a:lnTo>
                <a:lnTo>
                  <a:pt x="85344" y="54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386195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579132" y="288798"/>
                </a:moveTo>
                <a:lnTo>
                  <a:pt x="575345" y="242011"/>
                </a:lnTo>
                <a:lnTo>
                  <a:pt x="564379" y="197607"/>
                </a:lnTo>
                <a:lnTo>
                  <a:pt x="546829" y="156184"/>
                </a:lnTo>
                <a:lnTo>
                  <a:pt x="523289" y="118341"/>
                </a:lnTo>
                <a:lnTo>
                  <a:pt x="494355" y="84677"/>
                </a:lnTo>
                <a:lnTo>
                  <a:pt x="460620" y="55790"/>
                </a:lnTo>
                <a:lnTo>
                  <a:pt x="422680" y="32280"/>
                </a:lnTo>
                <a:lnTo>
                  <a:pt x="381129" y="14746"/>
                </a:lnTo>
                <a:lnTo>
                  <a:pt x="336562" y="3786"/>
                </a:lnTo>
                <a:lnTo>
                  <a:pt x="289572" y="0"/>
                </a:lnTo>
                <a:lnTo>
                  <a:pt x="242576" y="3786"/>
                </a:lnTo>
                <a:lnTo>
                  <a:pt x="198004" y="14746"/>
                </a:lnTo>
                <a:lnTo>
                  <a:pt x="156450" y="32280"/>
                </a:lnTo>
                <a:lnTo>
                  <a:pt x="118508" y="55790"/>
                </a:lnTo>
                <a:lnTo>
                  <a:pt x="84774" y="84677"/>
                </a:lnTo>
                <a:lnTo>
                  <a:pt x="55840" y="118341"/>
                </a:lnTo>
                <a:lnTo>
                  <a:pt x="32301" y="156184"/>
                </a:lnTo>
                <a:lnTo>
                  <a:pt x="14752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2" y="380359"/>
                </a:lnTo>
                <a:lnTo>
                  <a:pt x="32301" y="421911"/>
                </a:lnTo>
                <a:lnTo>
                  <a:pt x="55840" y="459851"/>
                </a:lnTo>
                <a:lnTo>
                  <a:pt x="84774" y="493585"/>
                </a:lnTo>
                <a:lnTo>
                  <a:pt x="118508" y="522518"/>
                </a:lnTo>
                <a:lnTo>
                  <a:pt x="156450" y="546056"/>
                </a:lnTo>
                <a:lnTo>
                  <a:pt x="198004" y="563605"/>
                </a:lnTo>
                <a:lnTo>
                  <a:pt x="242576" y="574570"/>
                </a:lnTo>
                <a:lnTo>
                  <a:pt x="289572" y="578357"/>
                </a:lnTo>
                <a:lnTo>
                  <a:pt x="336562" y="574570"/>
                </a:lnTo>
                <a:lnTo>
                  <a:pt x="381129" y="563605"/>
                </a:lnTo>
                <a:lnTo>
                  <a:pt x="422680" y="546056"/>
                </a:lnTo>
                <a:lnTo>
                  <a:pt x="460620" y="522518"/>
                </a:lnTo>
                <a:lnTo>
                  <a:pt x="494355" y="493585"/>
                </a:lnTo>
                <a:lnTo>
                  <a:pt x="523289" y="459851"/>
                </a:lnTo>
                <a:lnTo>
                  <a:pt x="546829" y="421911"/>
                </a:lnTo>
                <a:lnTo>
                  <a:pt x="564379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386195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0" y="288798"/>
                </a:moveTo>
                <a:lnTo>
                  <a:pt x="3787" y="242011"/>
                </a:lnTo>
                <a:lnTo>
                  <a:pt x="14752" y="197607"/>
                </a:lnTo>
                <a:lnTo>
                  <a:pt x="32301" y="156184"/>
                </a:lnTo>
                <a:lnTo>
                  <a:pt x="55840" y="118341"/>
                </a:lnTo>
                <a:lnTo>
                  <a:pt x="84774" y="84677"/>
                </a:lnTo>
                <a:lnTo>
                  <a:pt x="118508" y="55790"/>
                </a:lnTo>
                <a:lnTo>
                  <a:pt x="156450" y="32280"/>
                </a:lnTo>
                <a:lnTo>
                  <a:pt x="198004" y="14746"/>
                </a:lnTo>
                <a:lnTo>
                  <a:pt x="242576" y="3786"/>
                </a:lnTo>
                <a:lnTo>
                  <a:pt x="289572" y="0"/>
                </a:lnTo>
                <a:lnTo>
                  <a:pt x="336562" y="3786"/>
                </a:lnTo>
                <a:lnTo>
                  <a:pt x="381129" y="14746"/>
                </a:lnTo>
                <a:lnTo>
                  <a:pt x="422680" y="32280"/>
                </a:lnTo>
                <a:lnTo>
                  <a:pt x="460620" y="55790"/>
                </a:lnTo>
                <a:lnTo>
                  <a:pt x="494355" y="84677"/>
                </a:lnTo>
                <a:lnTo>
                  <a:pt x="523289" y="118341"/>
                </a:lnTo>
                <a:lnTo>
                  <a:pt x="546829" y="156184"/>
                </a:lnTo>
                <a:lnTo>
                  <a:pt x="564379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79" y="380359"/>
                </a:lnTo>
                <a:lnTo>
                  <a:pt x="546829" y="421911"/>
                </a:lnTo>
                <a:lnTo>
                  <a:pt x="523289" y="459851"/>
                </a:lnTo>
                <a:lnTo>
                  <a:pt x="494355" y="493585"/>
                </a:lnTo>
                <a:lnTo>
                  <a:pt x="460620" y="522518"/>
                </a:lnTo>
                <a:lnTo>
                  <a:pt x="422680" y="546056"/>
                </a:lnTo>
                <a:lnTo>
                  <a:pt x="381129" y="563605"/>
                </a:lnTo>
                <a:lnTo>
                  <a:pt x="336562" y="574570"/>
                </a:lnTo>
                <a:lnTo>
                  <a:pt x="289572" y="578357"/>
                </a:lnTo>
                <a:lnTo>
                  <a:pt x="242576" y="574570"/>
                </a:lnTo>
                <a:lnTo>
                  <a:pt x="198004" y="563605"/>
                </a:lnTo>
                <a:lnTo>
                  <a:pt x="156450" y="546056"/>
                </a:lnTo>
                <a:lnTo>
                  <a:pt x="118508" y="522518"/>
                </a:lnTo>
                <a:lnTo>
                  <a:pt x="84774" y="493585"/>
                </a:lnTo>
                <a:lnTo>
                  <a:pt x="55840" y="459851"/>
                </a:lnTo>
                <a:lnTo>
                  <a:pt x="32301" y="421911"/>
                </a:lnTo>
                <a:lnTo>
                  <a:pt x="14752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617855" y="6716268"/>
            <a:ext cx="115570" cy="179070"/>
          </a:xfrm>
          <a:custGeom>
            <a:avLst/>
            <a:gdLst/>
            <a:ahLst/>
            <a:cxnLst/>
            <a:rect l="l" t="t" r="r" b="b"/>
            <a:pathLst>
              <a:path w="115570" h="179070">
                <a:moveTo>
                  <a:pt x="115061" y="84581"/>
                </a:moveTo>
                <a:lnTo>
                  <a:pt x="111199" y="44612"/>
                </a:lnTo>
                <a:lnTo>
                  <a:pt x="86093" y="9143"/>
                </a:lnTo>
                <a:lnTo>
                  <a:pt x="54863" y="0"/>
                </a:lnTo>
                <a:lnTo>
                  <a:pt x="43753" y="1000"/>
                </a:lnTo>
                <a:lnTo>
                  <a:pt x="8995" y="24717"/>
                </a:lnTo>
                <a:lnTo>
                  <a:pt x="0" y="59435"/>
                </a:lnTo>
                <a:lnTo>
                  <a:pt x="881" y="71437"/>
                </a:lnTo>
                <a:lnTo>
                  <a:pt x="3619" y="82296"/>
                </a:lnTo>
                <a:lnTo>
                  <a:pt x="8358" y="92011"/>
                </a:lnTo>
                <a:lnTo>
                  <a:pt x="15240" y="100583"/>
                </a:lnTo>
                <a:lnTo>
                  <a:pt x="22098" y="106698"/>
                </a:lnTo>
                <a:lnTo>
                  <a:pt x="22098" y="59435"/>
                </a:lnTo>
                <a:lnTo>
                  <a:pt x="22798" y="50720"/>
                </a:lnTo>
                <a:lnTo>
                  <a:pt x="50762" y="18252"/>
                </a:lnTo>
                <a:lnTo>
                  <a:pt x="57911" y="17525"/>
                </a:lnTo>
                <a:lnTo>
                  <a:pt x="64490" y="18240"/>
                </a:lnTo>
                <a:lnTo>
                  <a:pt x="90854" y="49208"/>
                </a:lnTo>
                <a:lnTo>
                  <a:pt x="91440" y="57911"/>
                </a:lnTo>
                <a:lnTo>
                  <a:pt x="91440" y="97145"/>
                </a:lnTo>
                <a:lnTo>
                  <a:pt x="93725" y="93725"/>
                </a:lnTo>
                <a:lnTo>
                  <a:pt x="93725" y="161795"/>
                </a:lnTo>
                <a:lnTo>
                  <a:pt x="98861" y="155733"/>
                </a:lnTo>
                <a:lnTo>
                  <a:pt x="113345" y="114966"/>
                </a:lnTo>
                <a:lnTo>
                  <a:pt x="114633" y="100738"/>
                </a:lnTo>
                <a:lnTo>
                  <a:pt x="115061" y="84581"/>
                </a:lnTo>
                <a:close/>
              </a:path>
              <a:path w="115570" h="179070">
                <a:moveTo>
                  <a:pt x="93725" y="161795"/>
                </a:moveTo>
                <a:lnTo>
                  <a:pt x="93725" y="97535"/>
                </a:lnTo>
                <a:lnTo>
                  <a:pt x="93571" y="104274"/>
                </a:lnTo>
                <a:lnTo>
                  <a:pt x="93057" y="110871"/>
                </a:lnTo>
                <a:lnTo>
                  <a:pt x="82283" y="144779"/>
                </a:lnTo>
                <a:lnTo>
                  <a:pt x="79248" y="149351"/>
                </a:lnTo>
                <a:lnTo>
                  <a:pt x="75437" y="153924"/>
                </a:lnTo>
                <a:lnTo>
                  <a:pt x="70091" y="156972"/>
                </a:lnTo>
                <a:lnTo>
                  <a:pt x="65519" y="160020"/>
                </a:lnTo>
                <a:lnTo>
                  <a:pt x="59435" y="161543"/>
                </a:lnTo>
                <a:lnTo>
                  <a:pt x="44945" y="161543"/>
                </a:lnTo>
                <a:lnTo>
                  <a:pt x="23622" y="133350"/>
                </a:lnTo>
                <a:lnTo>
                  <a:pt x="3048" y="135635"/>
                </a:lnTo>
                <a:lnTo>
                  <a:pt x="25895" y="172642"/>
                </a:lnTo>
                <a:lnTo>
                  <a:pt x="52565" y="179070"/>
                </a:lnTo>
                <a:lnTo>
                  <a:pt x="61984" y="178367"/>
                </a:lnTo>
                <a:lnTo>
                  <a:pt x="70764" y="176307"/>
                </a:lnTo>
                <a:lnTo>
                  <a:pt x="78823" y="172962"/>
                </a:lnTo>
                <a:lnTo>
                  <a:pt x="86093" y="168401"/>
                </a:lnTo>
                <a:lnTo>
                  <a:pt x="92980" y="162675"/>
                </a:lnTo>
                <a:lnTo>
                  <a:pt x="93725" y="161795"/>
                </a:lnTo>
                <a:close/>
              </a:path>
              <a:path w="115570" h="179070">
                <a:moveTo>
                  <a:pt x="91440" y="97145"/>
                </a:moveTo>
                <a:lnTo>
                  <a:pt x="91440" y="57911"/>
                </a:lnTo>
                <a:lnTo>
                  <a:pt x="90854" y="66615"/>
                </a:lnTo>
                <a:lnTo>
                  <a:pt x="89052" y="74390"/>
                </a:lnTo>
                <a:lnTo>
                  <a:pt x="57150" y="97535"/>
                </a:lnTo>
                <a:lnTo>
                  <a:pt x="50000" y="96833"/>
                </a:lnTo>
                <a:lnTo>
                  <a:pt x="22679" y="67579"/>
                </a:lnTo>
                <a:lnTo>
                  <a:pt x="22098" y="59435"/>
                </a:lnTo>
                <a:lnTo>
                  <a:pt x="22098" y="106698"/>
                </a:lnTo>
                <a:lnTo>
                  <a:pt x="60198" y="116585"/>
                </a:lnTo>
                <a:lnTo>
                  <a:pt x="68567" y="114300"/>
                </a:lnTo>
                <a:lnTo>
                  <a:pt x="76228" y="110472"/>
                </a:lnTo>
                <a:lnTo>
                  <a:pt x="83807" y="105917"/>
                </a:lnTo>
                <a:lnTo>
                  <a:pt x="89141" y="100583"/>
                </a:lnTo>
                <a:lnTo>
                  <a:pt x="91440" y="97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254113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579132" y="288798"/>
                </a:moveTo>
                <a:lnTo>
                  <a:pt x="575345" y="242011"/>
                </a:lnTo>
                <a:lnTo>
                  <a:pt x="564380" y="197607"/>
                </a:lnTo>
                <a:lnTo>
                  <a:pt x="546831" y="156184"/>
                </a:lnTo>
                <a:lnTo>
                  <a:pt x="523292" y="118341"/>
                </a:lnTo>
                <a:lnTo>
                  <a:pt x="494358" y="84677"/>
                </a:lnTo>
                <a:lnTo>
                  <a:pt x="460623" y="55790"/>
                </a:lnTo>
                <a:lnTo>
                  <a:pt x="422682" y="32280"/>
                </a:lnTo>
                <a:lnTo>
                  <a:pt x="381128" y="14746"/>
                </a:lnTo>
                <a:lnTo>
                  <a:pt x="336555" y="3786"/>
                </a:lnTo>
                <a:lnTo>
                  <a:pt x="289559" y="0"/>
                </a:lnTo>
                <a:lnTo>
                  <a:pt x="242570" y="3786"/>
                </a:lnTo>
                <a:lnTo>
                  <a:pt x="198002" y="14746"/>
                </a:lnTo>
                <a:lnTo>
                  <a:pt x="156451" y="32280"/>
                </a:lnTo>
                <a:lnTo>
                  <a:pt x="118511" y="55790"/>
                </a:lnTo>
                <a:lnTo>
                  <a:pt x="84777" y="84677"/>
                </a:lnTo>
                <a:lnTo>
                  <a:pt x="55843" y="118341"/>
                </a:lnTo>
                <a:lnTo>
                  <a:pt x="32303" y="156184"/>
                </a:lnTo>
                <a:lnTo>
                  <a:pt x="14753" y="197607"/>
                </a:lnTo>
                <a:lnTo>
                  <a:pt x="3787" y="242011"/>
                </a:lnTo>
                <a:lnTo>
                  <a:pt x="0" y="288798"/>
                </a:lnTo>
                <a:lnTo>
                  <a:pt x="3787" y="335790"/>
                </a:lnTo>
                <a:lnTo>
                  <a:pt x="14753" y="380359"/>
                </a:lnTo>
                <a:lnTo>
                  <a:pt x="32303" y="421911"/>
                </a:lnTo>
                <a:lnTo>
                  <a:pt x="55843" y="459851"/>
                </a:lnTo>
                <a:lnTo>
                  <a:pt x="84777" y="493585"/>
                </a:lnTo>
                <a:lnTo>
                  <a:pt x="118511" y="522518"/>
                </a:lnTo>
                <a:lnTo>
                  <a:pt x="156451" y="546056"/>
                </a:lnTo>
                <a:lnTo>
                  <a:pt x="198002" y="563605"/>
                </a:lnTo>
                <a:lnTo>
                  <a:pt x="242570" y="574570"/>
                </a:lnTo>
                <a:lnTo>
                  <a:pt x="289559" y="578357"/>
                </a:lnTo>
                <a:lnTo>
                  <a:pt x="336555" y="574570"/>
                </a:lnTo>
                <a:lnTo>
                  <a:pt x="381128" y="563605"/>
                </a:lnTo>
                <a:lnTo>
                  <a:pt x="422682" y="546056"/>
                </a:lnTo>
                <a:lnTo>
                  <a:pt x="460623" y="522518"/>
                </a:lnTo>
                <a:lnTo>
                  <a:pt x="494358" y="493585"/>
                </a:lnTo>
                <a:lnTo>
                  <a:pt x="523292" y="459851"/>
                </a:lnTo>
                <a:lnTo>
                  <a:pt x="546831" y="421911"/>
                </a:lnTo>
                <a:lnTo>
                  <a:pt x="564380" y="380359"/>
                </a:lnTo>
                <a:lnTo>
                  <a:pt x="575345" y="335790"/>
                </a:lnTo>
                <a:lnTo>
                  <a:pt x="579132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254113" y="6529578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0" y="288798"/>
                </a:moveTo>
                <a:lnTo>
                  <a:pt x="3787" y="242011"/>
                </a:lnTo>
                <a:lnTo>
                  <a:pt x="14753" y="197607"/>
                </a:lnTo>
                <a:lnTo>
                  <a:pt x="32303" y="156184"/>
                </a:lnTo>
                <a:lnTo>
                  <a:pt x="55843" y="118341"/>
                </a:lnTo>
                <a:lnTo>
                  <a:pt x="84777" y="84677"/>
                </a:lnTo>
                <a:lnTo>
                  <a:pt x="118511" y="55790"/>
                </a:lnTo>
                <a:lnTo>
                  <a:pt x="156451" y="32280"/>
                </a:lnTo>
                <a:lnTo>
                  <a:pt x="198002" y="14746"/>
                </a:lnTo>
                <a:lnTo>
                  <a:pt x="242570" y="3786"/>
                </a:lnTo>
                <a:lnTo>
                  <a:pt x="289559" y="0"/>
                </a:lnTo>
                <a:lnTo>
                  <a:pt x="336555" y="3786"/>
                </a:lnTo>
                <a:lnTo>
                  <a:pt x="381128" y="14746"/>
                </a:lnTo>
                <a:lnTo>
                  <a:pt x="422682" y="32280"/>
                </a:lnTo>
                <a:lnTo>
                  <a:pt x="460623" y="55790"/>
                </a:lnTo>
                <a:lnTo>
                  <a:pt x="494358" y="84677"/>
                </a:lnTo>
                <a:lnTo>
                  <a:pt x="523292" y="118341"/>
                </a:lnTo>
                <a:lnTo>
                  <a:pt x="546831" y="156184"/>
                </a:lnTo>
                <a:lnTo>
                  <a:pt x="564380" y="197607"/>
                </a:lnTo>
                <a:lnTo>
                  <a:pt x="575345" y="242011"/>
                </a:lnTo>
                <a:lnTo>
                  <a:pt x="579132" y="288798"/>
                </a:lnTo>
                <a:lnTo>
                  <a:pt x="575345" y="335790"/>
                </a:lnTo>
                <a:lnTo>
                  <a:pt x="564380" y="380359"/>
                </a:lnTo>
                <a:lnTo>
                  <a:pt x="546831" y="421911"/>
                </a:lnTo>
                <a:lnTo>
                  <a:pt x="523292" y="459851"/>
                </a:lnTo>
                <a:lnTo>
                  <a:pt x="494358" y="493585"/>
                </a:lnTo>
                <a:lnTo>
                  <a:pt x="460623" y="522518"/>
                </a:lnTo>
                <a:lnTo>
                  <a:pt x="422682" y="546056"/>
                </a:lnTo>
                <a:lnTo>
                  <a:pt x="381128" y="563605"/>
                </a:lnTo>
                <a:lnTo>
                  <a:pt x="336555" y="574570"/>
                </a:lnTo>
                <a:lnTo>
                  <a:pt x="289559" y="578357"/>
                </a:lnTo>
                <a:lnTo>
                  <a:pt x="242570" y="574570"/>
                </a:lnTo>
                <a:lnTo>
                  <a:pt x="198002" y="563605"/>
                </a:lnTo>
                <a:lnTo>
                  <a:pt x="156451" y="546056"/>
                </a:lnTo>
                <a:lnTo>
                  <a:pt x="118511" y="522518"/>
                </a:lnTo>
                <a:lnTo>
                  <a:pt x="84777" y="493585"/>
                </a:lnTo>
                <a:lnTo>
                  <a:pt x="55843" y="459851"/>
                </a:lnTo>
                <a:lnTo>
                  <a:pt x="32303" y="421911"/>
                </a:lnTo>
                <a:lnTo>
                  <a:pt x="14753" y="380359"/>
                </a:lnTo>
                <a:lnTo>
                  <a:pt x="3787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433957" y="6716268"/>
            <a:ext cx="234950" cy="179070"/>
          </a:xfrm>
          <a:custGeom>
            <a:avLst/>
            <a:gdLst/>
            <a:ahLst/>
            <a:cxnLst/>
            <a:rect l="l" t="t" r="r" b="b"/>
            <a:pathLst>
              <a:path w="234950" h="179070">
                <a:moveTo>
                  <a:pt x="64770" y="176022"/>
                </a:moveTo>
                <a:lnTo>
                  <a:pt x="64770" y="0"/>
                </a:lnTo>
                <a:lnTo>
                  <a:pt x="51041" y="0"/>
                </a:lnTo>
                <a:lnTo>
                  <a:pt x="47745" y="5726"/>
                </a:lnTo>
                <a:lnTo>
                  <a:pt x="43433" y="11624"/>
                </a:lnTo>
                <a:lnTo>
                  <a:pt x="8852" y="39481"/>
                </a:lnTo>
                <a:lnTo>
                  <a:pt x="0" y="44196"/>
                </a:lnTo>
                <a:lnTo>
                  <a:pt x="0" y="64770"/>
                </a:lnTo>
                <a:lnTo>
                  <a:pt x="5284" y="62769"/>
                </a:lnTo>
                <a:lnTo>
                  <a:pt x="10853" y="60198"/>
                </a:lnTo>
                <a:lnTo>
                  <a:pt x="16711" y="57054"/>
                </a:lnTo>
                <a:lnTo>
                  <a:pt x="22859" y="53339"/>
                </a:lnTo>
                <a:lnTo>
                  <a:pt x="31229" y="48767"/>
                </a:lnTo>
                <a:lnTo>
                  <a:pt x="38100" y="43433"/>
                </a:lnTo>
                <a:lnTo>
                  <a:pt x="43433" y="38861"/>
                </a:lnTo>
                <a:lnTo>
                  <a:pt x="43433" y="176022"/>
                </a:lnTo>
                <a:lnTo>
                  <a:pt x="64770" y="176022"/>
                </a:lnTo>
                <a:close/>
              </a:path>
              <a:path w="234950" h="179070">
                <a:moveTo>
                  <a:pt x="211835" y="167972"/>
                </a:moveTo>
                <a:lnTo>
                  <a:pt x="211835" y="124967"/>
                </a:lnTo>
                <a:lnTo>
                  <a:pt x="211252" y="132230"/>
                </a:lnTo>
                <a:lnTo>
                  <a:pt x="209453" y="139065"/>
                </a:lnTo>
                <a:lnTo>
                  <a:pt x="176022" y="161543"/>
                </a:lnTo>
                <a:lnTo>
                  <a:pt x="167640" y="161543"/>
                </a:lnTo>
                <a:lnTo>
                  <a:pt x="141719" y="126491"/>
                </a:lnTo>
                <a:lnTo>
                  <a:pt x="120396" y="129539"/>
                </a:lnTo>
                <a:lnTo>
                  <a:pt x="137159" y="165353"/>
                </a:lnTo>
                <a:lnTo>
                  <a:pt x="175259" y="179010"/>
                </a:lnTo>
                <a:lnTo>
                  <a:pt x="177546" y="178944"/>
                </a:lnTo>
                <a:lnTo>
                  <a:pt x="188142" y="178069"/>
                </a:lnTo>
                <a:lnTo>
                  <a:pt x="199261" y="175069"/>
                </a:lnTo>
                <a:lnTo>
                  <a:pt x="209235" y="170068"/>
                </a:lnTo>
                <a:lnTo>
                  <a:pt x="211835" y="167972"/>
                </a:lnTo>
                <a:close/>
              </a:path>
              <a:path w="234950" h="179070">
                <a:moveTo>
                  <a:pt x="226314" y="53339"/>
                </a:moveTo>
                <a:lnTo>
                  <a:pt x="226314" y="37337"/>
                </a:lnTo>
                <a:lnTo>
                  <a:pt x="224015" y="29717"/>
                </a:lnTo>
                <a:lnTo>
                  <a:pt x="195183" y="3536"/>
                </a:lnTo>
                <a:lnTo>
                  <a:pt x="173735" y="105"/>
                </a:lnTo>
                <a:lnTo>
                  <a:pt x="165013" y="710"/>
                </a:lnTo>
                <a:lnTo>
                  <a:pt x="128773" y="26288"/>
                </a:lnTo>
                <a:lnTo>
                  <a:pt x="121920" y="45720"/>
                </a:lnTo>
                <a:lnTo>
                  <a:pt x="144005" y="49529"/>
                </a:lnTo>
                <a:lnTo>
                  <a:pt x="145459" y="41969"/>
                </a:lnTo>
                <a:lnTo>
                  <a:pt x="147631" y="35337"/>
                </a:lnTo>
                <a:lnTo>
                  <a:pt x="150659" y="29706"/>
                </a:lnTo>
                <a:lnTo>
                  <a:pt x="154685" y="25146"/>
                </a:lnTo>
                <a:lnTo>
                  <a:pt x="160020" y="20574"/>
                </a:lnTo>
                <a:lnTo>
                  <a:pt x="166865" y="17525"/>
                </a:lnTo>
                <a:lnTo>
                  <a:pt x="183629" y="17525"/>
                </a:lnTo>
                <a:lnTo>
                  <a:pt x="190500" y="20574"/>
                </a:lnTo>
                <a:lnTo>
                  <a:pt x="195833" y="25146"/>
                </a:lnTo>
                <a:lnTo>
                  <a:pt x="201155" y="30479"/>
                </a:lnTo>
                <a:lnTo>
                  <a:pt x="204216" y="37337"/>
                </a:lnTo>
                <a:lnTo>
                  <a:pt x="204216" y="79728"/>
                </a:lnTo>
                <a:lnTo>
                  <a:pt x="210311" y="76961"/>
                </a:lnTo>
                <a:lnTo>
                  <a:pt x="216407" y="72389"/>
                </a:lnTo>
                <a:lnTo>
                  <a:pt x="224015" y="60198"/>
                </a:lnTo>
                <a:lnTo>
                  <a:pt x="226314" y="53339"/>
                </a:lnTo>
                <a:close/>
              </a:path>
              <a:path w="234950" h="179070">
                <a:moveTo>
                  <a:pt x="204216" y="79728"/>
                </a:moveTo>
                <a:lnTo>
                  <a:pt x="204216" y="54863"/>
                </a:lnTo>
                <a:lnTo>
                  <a:pt x="200393" y="62483"/>
                </a:lnTo>
                <a:lnTo>
                  <a:pt x="192785" y="67055"/>
                </a:lnTo>
                <a:lnTo>
                  <a:pt x="187363" y="70163"/>
                </a:lnTo>
                <a:lnTo>
                  <a:pt x="181444" y="72485"/>
                </a:lnTo>
                <a:lnTo>
                  <a:pt x="175098" y="73806"/>
                </a:lnTo>
                <a:lnTo>
                  <a:pt x="168389" y="73913"/>
                </a:lnTo>
                <a:lnTo>
                  <a:pt x="167640" y="74675"/>
                </a:lnTo>
                <a:lnTo>
                  <a:pt x="166116" y="73913"/>
                </a:lnTo>
                <a:lnTo>
                  <a:pt x="164579" y="73913"/>
                </a:lnTo>
                <a:lnTo>
                  <a:pt x="162293" y="92963"/>
                </a:lnTo>
                <a:lnTo>
                  <a:pt x="168389" y="91439"/>
                </a:lnTo>
                <a:lnTo>
                  <a:pt x="173735" y="90677"/>
                </a:lnTo>
                <a:lnTo>
                  <a:pt x="177546" y="90677"/>
                </a:lnTo>
                <a:lnTo>
                  <a:pt x="184684" y="91249"/>
                </a:lnTo>
                <a:lnTo>
                  <a:pt x="191255" y="92963"/>
                </a:lnTo>
                <a:lnTo>
                  <a:pt x="197255" y="95821"/>
                </a:lnTo>
                <a:lnTo>
                  <a:pt x="201917" y="99259"/>
                </a:lnTo>
                <a:lnTo>
                  <a:pt x="201917" y="80772"/>
                </a:lnTo>
                <a:lnTo>
                  <a:pt x="204216" y="79728"/>
                </a:lnTo>
                <a:close/>
              </a:path>
              <a:path w="234950" h="179070">
                <a:moveTo>
                  <a:pt x="234696" y="124205"/>
                </a:moveTo>
                <a:lnTo>
                  <a:pt x="215830" y="86391"/>
                </a:lnTo>
                <a:lnTo>
                  <a:pt x="201917" y="80772"/>
                </a:lnTo>
                <a:lnTo>
                  <a:pt x="201917" y="99259"/>
                </a:lnTo>
                <a:lnTo>
                  <a:pt x="202679" y="99822"/>
                </a:lnTo>
                <a:lnTo>
                  <a:pt x="206687" y="105251"/>
                </a:lnTo>
                <a:lnTo>
                  <a:pt x="209550" y="111258"/>
                </a:lnTo>
                <a:lnTo>
                  <a:pt x="211264" y="117824"/>
                </a:lnTo>
                <a:lnTo>
                  <a:pt x="211835" y="124967"/>
                </a:lnTo>
                <a:lnTo>
                  <a:pt x="211835" y="167972"/>
                </a:lnTo>
                <a:lnTo>
                  <a:pt x="217919" y="163067"/>
                </a:lnTo>
                <a:lnTo>
                  <a:pt x="225368" y="154638"/>
                </a:lnTo>
                <a:lnTo>
                  <a:pt x="230598" y="145351"/>
                </a:lnTo>
                <a:lnTo>
                  <a:pt x="233683" y="135207"/>
                </a:lnTo>
                <a:lnTo>
                  <a:pt x="234696" y="124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122805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4">
                <a:moveTo>
                  <a:pt x="578345" y="288798"/>
                </a:moveTo>
                <a:lnTo>
                  <a:pt x="574558" y="242011"/>
                </a:lnTo>
                <a:lnTo>
                  <a:pt x="563594" y="197607"/>
                </a:lnTo>
                <a:lnTo>
                  <a:pt x="546046" y="156184"/>
                </a:lnTo>
                <a:lnTo>
                  <a:pt x="522510" y="118341"/>
                </a:lnTo>
                <a:lnTo>
                  <a:pt x="493579" y="84677"/>
                </a:lnTo>
                <a:lnTo>
                  <a:pt x="459847" y="55790"/>
                </a:lnTo>
                <a:lnTo>
                  <a:pt x="421909" y="32280"/>
                </a:lnTo>
                <a:lnTo>
                  <a:pt x="380358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11" y="3786"/>
                </a:lnTo>
                <a:lnTo>
                  <a:pt x="197607" y="14746"/>
                </a:lnTo>
                <a:lnTo>
                  <a:pt x="156184" y="32280"/>
                </a:lnTo>
                <a:lnTo>
                  <a:pt x="118341" y="55790"/>
                </a:lnTo>
                <a:lnTo>
                  <a:pt x="84677" y="84677"/>
                </a:lnTo>
                <a:lnTo>
                  <a:pt x="55790" y="118341"/>
                </a:lnTo>
                <a:lnTo>
                  <a:pt x="32280" y="156184"/>
                </a:lnTo>
                <a:lnTo>
                  <a:pt x="14746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6" y="380359"/>
                </a:lnTo>
                <a:lnTo>
                  <a:pt x="32280" y="421911"/>
                </a:lnTo>
                <a:lnTo>
                  <a:pt x="55790" y="459851"/>
                </a:lnTo>
                <a:lnTo>
                  <a:pt x="84677" y="493585"/>
                </a:lnTo>
                <a:lnTo>
                  <a:pt x="118341" y="522518"/>
                </a:lnTo>
                <a:lnTo>
                  <a:pt x="156184" y="546056"/>
                </a:lnTo>
                <a:lnTo>
                  <a:pt x="197607" y="563605"/>
                </a:lnTo>
                <a:lnTo>
                  <a:pt x="242011" y="574570"/>
                </a:lnTo>
                <a:lnTo>
                  <a:pt x="288798" y="578357"/>
                </a:lnTo>
                <a:lnTo>
                  <a:pt x="335790" y="574570"/>
                </a:lnTo>
                <a:lnTo>
                  <a:pt x="380358" y="563605"/>
                </a:lnTo>
                <a:lnTo>
                  <a:pt x="421909" y="546056"/>
                </a:lnTo>
                <a:lnTo>
                  <a:pt x="459847" y="522518"/>
                </a:lnTo>
                <a:lnTo>
                  <a:pt x="493579" y="493585"/>
                </a:lnTo>
                <a:lnTo>
                  <a:pt x="522510" y="459851"/>
                </a:lnTo>
                <a:lnTo>
                  <a:pt x="546046" y="421911"/>
                </a:lnTo>
                <a:lnTo>
                  <a:pt x="563594" y="380359"/>
                </a:lnTo>
                <a:lnTo>
                  <a:pt x="574558" y="335790"/>
                </a:lnTo>
                <a:lnTo>
                  <a:pt x="578345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122805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4">
                <a:moveTo>
                  <a:pt x="0" y="288798"/>
                </a:moveTo>
                <a:lnTo>
                  <a:pt x="3786" y="242011"/>
                </a:lnTo>
                <a:lnTo>
                  <a:pt x="14746" y="197607"/>
                </a:lnTo>
                <a:lnTo>
                  <a:pt x="32280" y="156184"/>
                </a:lnTo>
                <a:lnTo>
                  <a:pt x="55790" y="118341"/>
                </a:lnTo>
                <a:lnTo>
                  <a:pt x="84677" y="84677"/>
                </a:lnTo>
                <a:lnTo>
                  <a:pt x="118341" y="55790"/>
                </a:lnTo>
                <a:lnTo>
                  <a:pt x="156184" y="32280"/>
                </a:lnTo>
                <a:lnTo>
                  <a:pt x="197607" y="14746"/>
                </a:lnTo>
                <a:lnTo>
                  <a:pt x="242011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8" y="14746"/>
                </a:lnTo>
                <a:lnTo>
                  <a:pt x="421909" y="32280"/>
                </a:lnTo>
                <a:lnTo>
                  <a:pt x="459847" y="55790"/>
                </a:lnTo>
                <a:lnTo>
                  <a:pt x="493579" y="84677"/>
                </a:lnTo>
                <a:lnTo>
                  <a:pt x="522510" y="118341"/>
                </a:lnTo>
                <a:lnTo>
                  <a:pt x="546046" y="156184"/>
                </a:lnTo>
                <a:lnTo>
                  <a:pt x="563594" y="197607"/>
                </a:lnTo>
                <a:lnTo>
                  <a:pt x="574558" y="242011"/>
                </a:lnTo>
                <a:lnTo>
                  <a:pt x="578345" y="288798"/>
                </a:lnTo>
                <a:lnTo>
                  <a:pt x="574558" y="335790"/>
                </a:lnTo>
                <a:lnTo>
                  <a:pt x="563594" y="380359"/>
                </a:lnTo>
                <a:lnTo>
                  <a:pt x="546046" y="421911"/>
                </a:lnTo>
                <a:lnTo>
                  <a:pt x="522510" y="459851"/>
                </a:lnTo>
                <a:lnTo>
                  <a:pt x="493579" y="493585"/>
                </a:lnTo>
                <a:lnTo>
                  <a:pt x="459847" y="522518"/>
                </a:lnTo>
                <a:lnTo>
                  <a:pt x="421909" y="546056"/>
                </a:lnTo>
                <a:lnTo>
                  <a:pt x="380358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11" y="574570"/>
                </a:lnTo>
                <a:lnTo>
                  <a:pt x="197607" y="563605"/>
                </a:lnTo>
                <a:lnTo>
                  <a:pt x="156184" y="546056"/>
                </a:lnTo>
                <a:lnTo>
                  <a:pt x="118341" y="522518"/>
                </a:lnTo>
                <a:lnTo>
                  <a:pt x="84677" y="493585"/>
                </a:lnTo>
                <a:lnTo>
                  <a:pt x="55790" y="459851"/>
                </a:lnTo>
                <a:lnTo>
                  <a:pt x="32280" y="421911"/>
                </a:lnTo>
                <a:lnTo>
                  <a:pt x="14746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282813" y="6716268"/>
            <a:ext cx="254000" cy="179070"/>
          </a:xfrm>
          <a:custGeom>
            <a:avLst/>
            <a:gdLst/>
            <a:ahLst/>
            <a:cxnLst/>
            <a:rect l="l" t="t" r="r" b="b"/>
            <a:pathLst>
              <a:path w="254000" h="179070">
                <a:moveTo>
                  <a:pt x="93725" y="94064"/>
                </a:moveTo>
                <a:lnTo>
                  <a:pt x="93725" y="48005"/>
                </a:lnTo>
                <a:lnTo>
                  <a:pt x="93037" y="54304"/>
                </a:lnTo>
                <a:lnTo>
                  <a:pt x="91065" y="60674"/>
                </a:lnTo>
                <a:lnTo>
                  <a:pt x="58113" y="99952"/>
                </a:lnTo>
                <a:lnTo>
                  <a:pt x="36386" y="118526"/>
                </a:lnTo>
                <a:lnTo>
                  <a:pt x="28871" y="125444"/>
                </a:lnTo>
                <a:lnTo>
                  <a:pt x="4871" y="155066"/>
                </a:lnTo>
                <a:lnTo>
                  <a:pt x="0" y="170687"/>
                </a:lnTo>
                <a:lnTo>
                  <a:pt x="0" y="176022"/>
                </a:lnTo>
                <a:lnTo>
                  <a:pt x="29730" y="176022"/>
                </a:lnTo>
                <a:lnTo>
                  <a:pt x="29730" y="155448"/>
                </a:lnTo>
                <a:lnTo>
                  <a:pt x="32016" y="151637"/>
                </a:lnTo>
                <a:lnTo>
                  <a:pt x="55162" y="128897"/>
                </a:lnTo>
                <a:lnTo>
                  <a:pt x="64020" y="121157"/>
                </a:lnTo>
                <a:lnTo>
                  <a:pt x="74712" y="112002"/>
                </a:lnTo>
                <a:lnTo>
                  <a:pt x="83832" y="103916"/>
                </a:lnTo>
                <a:lnTo>
                  <a:pt x="91233" y="96833"/>
                </a:lnTo>
                <a:lnTo>
                  <a:pt x="93725" y="94064"/>
                </a:lnTo>
                <a:close/>
              </a:path>
              <a:path w="254000" h="179070">
                <a:moveTo>
                  <a:pt x="115823" y="55625"/>
                </a:moveTo>
                <a:lnTo>
                  <a:pt x="115823" y="48767"/>
                </a:lnTo>
                <a:lnTo>
                  <a:pt x="114849" y="38790"/>
                </a:lnTo>
                <a:lnTo>
                  <a:pt x="83731" y="3428"/>
                </a:lnTo>
                <a:lnTo>
                  <a:pt x="60959" y="0"/>
                </a:lnTo>
                <a:lnTo>
                  <a:pt x="49096" y="845"/>
                </a:lnTo>
                <a:lnTo>
                  <a:pt x="14638" y="20073"/>
                </a:lnTo>
                <a:lnTo>
                  <a:pt x="3809" y="50291"/>
                </a:lnTo>
                <a:lnTo>
                  <a:pt x="25920" y="52577"/>
                </a:lnTo>
                <a:lnTo>
                  <a:pt x="26932" y="45005"/>
                </a:lnTo>
                <a:lnTo>
                  <a:pt x="28871" y="38290"/>
                </a:lnTo>
                <a:lnTo>
                  <a:pt x="60959" y="17525"/>
                </a:lnTo>
                <a:lnTo>
                  <a:pt x="70116" y="17525"/>
                </a:lnTo>
                <a:lnTo>
                  <a:pt x="78485" y="20574"/>
                </a:lnTo>
                <a:lnTo>
                  <a:pt x="84594" y="26670"/>
                </a:lnTo>
                <a:lnTo>
                  <a:pt x="90690" y="32003"/>
                </a:lnTo>
                <a:lnTo>
                  <a:pt x="93725" y="39624"/>
                </a:lnTo>
                <a:lnTo>
                  <a:pt x="93725" y="94064"/>
                </a:lnTo>
                <a:lnTo>
                  <a:pt x="96773" y="90677"/>
                </a:lnTo>
                <a:lnTo>
                  <a:pt x="114300" y="62483"/>
                </a:lnTo>
                <a:lnTo>
                  <a:pt x="115823" y="55625"/>
                </a:lnTo>
                <a:close/>
              </a:path>
              <a:path w="254000" h="179070">
                <a:moveTo>
                  <a:pt x="115823" y="176022"/>
                </a:moveTo>
                <a:lnTo>
                  <a:pt x="115823" y="155448"/>
                </a:lnTo>
                <a:lnTo>
                  <a:pt x="29730" y="155448"/>
                </a:lnTo>
                <a:lnTo>
                  <a:pt x="29730" y="176022"/>
                </a:lnTo>
                <a:lnTo>
                  <a:pt x="115823" y="176022"/>
                </a:lnTo>
                <a:close/>
              </a:path>
              <a:path w="254000" h="179070">
                <a:moveTo>
                  <a:pt x="253758" y="89153"/>
                </a:moveTo>
                <a:lnTo>
                  <a:pt x="249173" y="48005"/>
                </a:lnTo>
                <a:lnTo>
                  <a:pt x="227837" y="9143"/>
                </a:lnTo>
                <a:lnTo>
                  <a:pt x="205752" y="0"/>
                </a:lnTo>
                <a:lnTo>
                  <a:pt x="195833" y="48"/>
                </a:lnTo>
                <a:lnTo>
                  <a:pt x="158727" y="15621"/>
                </a:lnTo>
                <a:lnTo>
                  <a:pt x="140792" y="61245"/>
                </a:lnTo>
                <a:lnTo>
                  <a:pt x="139458" y="89153"/>
                </a:lnTo>
                <a:lnTo>
                  <a:pt x="140470" y="112454"/>
                </a:lnTo>
                <a:lnTo>
                  <a:pt x="143552" y="132111"/>
                </a:lnTo>
                <a:lnTo>
                  <a:pt x="148775" y="148197"/>
                </a:lnTo>
                <a:lnTo>
                  <a:pt x="156209" y="160781"/>
                </a:lnTo>
                <a:lnTo>
                  <a:pt x="161556" y="166107"/>
                </a:lnTo>
                <a:lnTo>
                  <a:pt x="161556" y="89153"/>
                </a:lnTo>
                <a:lnTo>
                  <a:pt x="162151" y="69592"/>
                </a:lnTo>
                <a:lnTo>
                  <a:pt x="172211" y="30479"/>
                </a:lnTo>
                <a:lnTo>
                  <a:pt x="195833" y="17525"/>
                </a:lnTo>
                <a:lnTo>
                  <a:pt x="202985" y="18395"/>
                </a:lnTo>
                <a:lnTo>
                  <a:pt x="228893" y="53435"/>
                </a:lnTo>
                <a:lnTo>
                  <a:pt x="231660" y="89153"/>
                </a:lnTo>
                <a:lnTo>
                  <a:pt x="231660" y="164758"/>
                </a:lnTo>
                <a:lnTo>
                  <a:pt x="233822" y="162698"/>
                </a:lnTo>
                <a:lnTo>
                  <a:pt x="252037" y="117157"/>
                </a:lnTo>
                <a:lnTo>
                  <a:pt x="253328" y="103870"/>
                </a:lnTo>
                <a:lnTo>
                  <a:pt x="253758" y="89153"/>
                </a:lnTo>
                <a:close/>
              </a:path>
              <a:path w="254000" h="179070">
                <a:moveTo>
                  <a:pt x="231660" y="164758"/>
                </a:moveTo>
                <a:lnTo>
                  <a:pt x="231660" y="89153"/>
                </a:lnTo>
                <a:lnTo>
                  <a:pt x="230956" y="109025"/>
                </a:lnTo>
                <a:lnTo>
                  <a:pt x="228893" y="125253"/>
                </a:lnTo>
                <a:lnTo>
                  <a:pt x="203633" y="160567"/>
                </a:lnTo>
                <a:lnTo>
                  <a:pt x="196608" y="161543"/>
                </a:lnTo>
                <a:lnTo>
                  <a:pt x="189464" y="160567"/>
                </a:lnTo>
                <a:lnTo>
                  <a:pt x="163936" y="125253"/>
                </a:lnTo>
                <a:lnTo>
                  <a:pt x="161556" y="89153"/>
                </a:lnTo>
                <a:lnTo>
                  <a:pt x="161556" y="166107"/>
                </a:lnTo>
                <a:lnTo>
                  <a:pt x="164242" y="168782"/>
                </a:lnTo>
                <a:lnTo>
                  <a:pt x="173556" y="174498"/>
                </a:lnTo>
                <a:lnTo>
                  <a:pt x="184297" y="177926"/>
                </a:lnTo>
                <a:lnTo>
                  <a:pt x="196608" y="179070"/>
                </a:lnTo>
                <a:lnTo>
                  <a:pt x="205449" y="178367"/>
                </a:lnTo>
                <a:lnTo>
                  <a:pt x="213652" y="176307"/>
                </a:lnTo>
                <a:lnTo>
                  <a:pt x="221140" y="172962"/>
                </a:lnTo>
                <a:lnTo>
                  <a:pt x="227837" y="168401"/>
                </a:lnTo>
                <a:lnTo>
                  <a:pt x="231660" y="164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990724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4">
                <a:moveTo>
                  <a:pt x="578357" y="288798"/>
                </a:moveTo>
                <a:lnTo>
                  <a:pt x="574570" y="242011"/>
                </a:lnTo>
                <a:lnTo>
                  <a:pt x="563605" y="197607"/>
                </a:lnTo>
                <a:lnTo>
                  <a:pt x="546056" y="156184"/>
                </a:lnTo>
                <a:lnTo>
                  <a:pt x="522518" y="118341"/>
                </a:lnTo>
                <a:lnTo>
                  <a:pt x="493585" y="84677"/>
                </a:lnTo>
                <a:lnTo>
                  <a:pt x="459851" y="55790"/>
                </a:lnTo>
                <a:lnTo>
                  <a:pt x="421911" y="32280"/>
                </a:lnTo>
                <a:lnTo>
                  <a:pt x="380359" y="14746"/>
                </a:lnTo>
                <a:lnTo>
                  <a:pt x="335790" y="3786"/>
                </a:lnTo>
                <a:lnTo>
                  <a:pt x="288798" y="0"/>
                </a:lnTo>
                <a:lnTo>
                  <a:pt x="242008" y="3786"/>
                </a:lnTo>
                <a:lnTo>
                  <a:pt x="197603" y="14746"/>
                </a:lnTo>
                <a:lnTo>
                  <a:pt x="156179" y="32280"/>
                </a:lnTo>
                <a:lnTo>
                  <a:pt x="118336" y="55790"/>
                </a:lnTo>
                <a:lnTo>
                  <a:pt x="84672" y="84677"/>
                </a:lnTo>
                <a:lnTo>
                  <a:pt x="55786" y="118341"/>
                </a:lnTo>
                <a:lnTo>
                  <a:pt x="32278" y="156184"/>
                </a:lnTo>
                <a:lnTo>
                  <a:pt x="14745" y="197607"/>
                </a:lnTo>
                <a:lnTo>
                  <a:pt x="3786" y="242011"/>
                </a:lnTo>
                <a:lnTo>
                  <a:pt x="0" y="288798"/>
                </a:lnTo>
                <a:lnTo>
                  <a:pt x="3786" y="335790"/>
                </a:lnTo>
                <a:lnTo>
                  <a:pt x="14745" y="380359"/>
                </a:lnTo>
                <a:lnTo>
                  <a:pt x="32278" y="421911"/>
                </a:lnTo>
                <a:lnTo>
                  <a:pt x="55786" y="459851"/>
                </a:lnTo>
                <a:lnTo>
                  <a:pt x="84672" y="493585"/>
                </a:lnTo>
                <a:lnTo>
                  <a:pt x="118336" y="522518"/>
                </a:lnTo>
                <a:lnTo>
                  <a:pt x="156179" y="546056"/>
                </a:lnTo>
                <a:lnTo>
                  <a:pt x="197603" y="563605"/>
                </a:lnTo>
                <a:lnTo>
                  <a:pt x="242008" y="574570"/>
                </a:lnTo>
                <a:lnTo>
                  <a:pt x="288798" y="578357"/>
                </a:lnTo>
                <a:lnTo>
                  <a:pt x="335790" y="574570"/>
                </a:lnTo>
                <a:lnTo>
                  <a:pt x="380359" y="563605"/>
                </a:lnTo>
                <a:lnTo>
                  <a:pt x="421911" y="546056"/>
                </a:lnTo>
                <a:lnTo>
                  <a:pt x="459851" y="522518"/>
                </a:lnTo>
                <a:lnTo>
                  <a:pt x="493585" y="493585"/>
                </a:lnTo>
                <a:lnTo>
                  <a:pt x="522518" y="459851"/>
                </a:lnTo>
                <a:lnTo>
                  <a:pt x="546056" y="421911"/>
                </a:lnTo>
                <a:lnTo>
                  <a:pt x="563605" y="380359"/>
                </a:lnTo>
                <a:lnTo>
                  <a:pt x="574570" y="335790"/>
                </a:lnTo>
                <a:lnTo>
                  <a:pt x="578357" y="2887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990724" y="6529578"/>
            <a:ext cx="578485" cy="578485"/>
          </a:xfrm>
          <a:custGeom>
            <a:avLst/>
            <a:gdLst/>
            <a:ahLst/>
            <a:cxnLst/>
            <a:rect l="l" t="t" r="r" b="b"/>
            <a:pathLst>
              <a:path w="578484" h="578484">
                <a:moveTo>
                  <a:pt x="0" y="288798"/>
                </a:moveTo>
                <a:lnTo>
                  <a:pt x="3786" y="242011"/>
                </a:lnTo>
                <a:lnTo>
                  <a:pt x="14745" y="197607"/>
                </a:lnTo>
                <a:lnTo>
                  <a:pt x="32278" y="156184"/>
                </a:lnTo>
                <a:lnTo>
                  <a:pt x="55786" y="118341"/>
                </a:lnTo>
                <a:lnTo>
                  <a:pt x="84672" y="84677"/>
                </a:lnTo>
                <a:lnTo>
                  <a:pt x="118336" y="55790"/>
                </a:lnTo>
                <a:lnTo>
                  <a:pt x="156179" y="32280"/>
                </a:lnTo>
                <a:lnTo>
                  <a:pt x="197603" y="14746"/>
                </a:lnTo>
                <a:lnTo>
                  <a:pt x="242008" y="3786"/>
                </a:lnTo>
                <a:lnTo>
                  <a:pt x="288798" y="0"/>
                </a:lnTo>
                <a:lnTo>
                  <a:pt x="335790" y="3786"/>
                </a:lnTo>
                <a:lnTo>
                  <a:pt x="380359" y="14746"/>
                </a:lnTo>
                <a:lnTo>
                  <a:pt x="421911" y="32280"/>
                </a:lnTo>
                <a:lnTo>
                  <a:pt x="459851" y="55790"/>
                </a:lnTo>
                <a:lnTo>
                  <a:pt x="493585" y="84677"/>
                </a:lnTo>
                <a:lnTo>
                  <a:pt x="522518" y="118341"/>
                </a:lnTo>
                <a:lnTo>
                  <a:pt x="546056" y="156184"/>
                </a:lnTo>
                <a:lnTo>
                  <a:pt x="563605" y="197607"/>
                </a:lnTo>
                <a:lnTo>
                  <a:pt x="574570" y="242011"/>
                </a:lnTo>
                <a:lnTo>
                  <a:pt x="578357" y="288798"/>
                </a:lnTo>
                <a:lnTo>
                  <a:pt x="574570" y="335790"/>
                </a:lnTo>
                <a:lnTo>
                  <a:pt x="563605" y="380359"/>
                </a:lnTo>
                <a:lnTo>
                  <a:pt x="546056" y="421911"/>
                </a:lnTo>
                <a:lnTo>
                  <a:pt x="522518" y="459851"/>
                </a:lnTo>
                <a:lnTo>
                  <a:pt x="493585" y="493585"/>
                </a:lnTo>
                <a:lnTo>
                  <a:pt x="459851" y="522518"/>
                </a:lnTo>
                <a:lnTo>
                  <a:pt x="421911" y="546056"/>
                </a:lnTo>
                <a:lnTo>
                  <a:pt x="380359" y="563605"/>
                </a:lnTo>
                <a:lnTo>
                  <a:pt x="335790" y="574570"/>
                </a:lnTo>
                <a:lnTo>
                  <a:pt x="288798" y="578357"/>
                </a:lnTo>
                <a:lnTo>
                  <a:pt x="242008" y="574570"/>
                </a:lnTo>
                <a:lnTo>
                  <a:pt x="197603" y="563605"/>
                </a:lnTo>
                <a:lnTo>
                  <a:pt x="156179" y="546056"/>
                </a:lnTo>
                <a:lnTo>
                  <a:pt x="118336" y="522518"/>
                </a:lnTo>
                <a:lnTo>
                  <a:pt x="84672" y="493585"/>
                </a:lnTo>
                <a:lnTo>
                  <a:pt x="55786" y="459851"/>
                </a:lnTo>
                <a:lnTo>
                  <a:pt x="32278" y="421911"/>
                </a:lnTo>
                <a:lnTo>
                  <a:pt x="14745" y="380359"/>
                </a:lnTo>
                <a:lnTo>
                  <a:pt x="3786" y="335790"/>
                </a:lnTo>
                <a:lnTo>
                  <a:pt x="0" y="288798"/>
                </a:lnTo>
                <a:close/>
              </a:path>
            </a:pathLst>
          </a:custGeom>
          <a:ln w="49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9153791" y="6716268"/>
            <a:ext cx="217170" cy="179070"/>
          </a:xfrm>
          <a:custGeom>
            <a:avLst/>
            <a:gdLst/>
            <a:ahLst/>
            <a:cxnLst/>
            <a:rect l="l" t="t" r="r" b="b"/>
            <a:pathLst>
              <a:path w="217170" h="179070">
                <a:moveTo>
                  <a:pt x="92201" y="167788"/>
                </a:moveTo>
                <a:lnTo>
                  <a:pt x="92201" y="124967"/>
                </a:lnTo>
                <a:lnTo>
                  <a:pt x="91497" y="132230"/>
                </a:lnTo>
                <a:lnTo>
                  <a:pt x="89410" y="139111"/>
                </a:lnTo>
                <a:lnTo>
                  <a:pt x="55625" y="161543"/>
                </a:lnTo>
                <a:lnTo>
                  <a:pt x="47231" y="161543"/>
                </a:lnTo>
                <a:lnTo>
                  <a:pt x="21336" y="126491"/>
                </a:lnTo>
                <a:lnTo>
                  <a:pt x="0" y="129539"/>
                </a:lnTo>
                <a:lnTo>
                  <a:pt x="17525" y="165353"/>
                </a:lnTo>
                <a:lnTo>
                  <a:pt x="55625" y="179070"/>
                </a:lnTo>
                <a:lnTo>
                  <a:pt x="68077" y="178069"/>
                </a:lnTo>
                <a:lnTo>
                  <a:pt x="79241" y="175069"/>
                </a:lnTo>
                <a:lnTo>
                  <a:pt x="89262" y="170068"/>
                </a:lnTo>
                <a:lnTo>
                  <a:pt x="92201" y="167788"/>
                </a:lnTo>
                <a:close/>
              </a:path>
              <a:path w="217170" h="179070">
                <a:moveTo>
                  <a:pt x="105905" y="53339"/>
                </a:moveTo>
                <a:lnTo>
                  <a:pt x="105905" y="37337"/>
                </a:lnTo>
                <a:lnTo>
                  <a:pt x="104381" y="29717"/>
                </a:lnTo>
                <a:lnTo>
                  <a:pt x="75221" y="3536"/>
                </a:lnTo>
                <a:lnTo>
                  <a:pt x="53340" y="110"/>
                </a:lnTo>
                <a:lnTo>
                  <a:pt x="44986" y="714"/>
                </a:lnTo>
                <a:lnTo>
                  <a:pt x="8467" y="26288"/>
                </a:lnTo>
                <a:lnTo>
                  <a:pt x="2286" y="45720"/>
                </a:lnTo>
                <a:lnTo>
                  <a:pt x="23609" y="49529"/>
                </a:lnTo>
                <a:lnTo>
                  <a:pt x="25171" y="41969"/>
                </a:lnTo>
                <a:lnTo>
                  <a:pt x="27532" y="35317"/>
                </a:lnTo>
                <a:lnTo>
                  <a:pt x="30585" y="29706"/>
                </a:lnTo>
                <a:lnTo>
                  <a:pt x="34290" y="25146"/>
                </a:lnTo>
                <a:lnTo>
                  <a:pt x="40386" y="20574"/>
                </a:lnTo>
                <a:lnTo>
                  <a:pt x="47231" y="17525"/>
                </a:lnTo>
                <a:lnTo>
                  <a:pt x="64008" y="17525"/>
                </a:lnTo>
                <a:lnTo>
                  <a:pt x="70866" y="20574"/>
                </a:lnTo>
                <a:lnTo>
                  <a:pt x="76200" y="25146"/>
                </a:lnTo>
                <a:lnTo>
                  <a:pt x="81534" y="30479"/>
                </a:lnTo>
                <a:lnTo>
                  <a:pt x="83807" y="37337"/>
                </a:lnTo>
                <a:lnTo>
                  <a:pt x="83807" y="80011"/>
                </a:lnTo>
                <a:lnTo>
                  <a:pt x="89916" y="76961"/>
                </a:lnTo>
                <a:lnTo>
                  <a:pt x="96012" y="72389"/>
                </a:lnTo>
                <a:lnTo>
                  <a:pt x="99809" y="66293"/>
                </a:lnTo>
                <a:lnTo>
                  <a:pt x="104381" y="60198"/>
                </a:lnTo>
                <a:lnTo>
                  <a:pt x="105905" y="53339"/>
                </a:lnTo>
                <a:close/>
              </a:path>
              <a:path w="217170" h="179070">
                <a:moveTo>
                  <a:pt x="83807" y="80011"/>
                </a:moveTo>
                <a:lnTo>
                  <a:pt x="83807" y="54863"/>
                </a:lnTo>
                <a:lnTo>
                  <a:pt x="80759" y="62483"/>
                </a:lnTo>
                <a:lnTo>
                  <a:pt x="73151" y="67055"/>
                </a:lnTo>
                <a:lnTo>
                  <a:pt x="67294" y="70163"/>
                </a:lnTo>
                <a:lnTo>
                  <a:pt x="61150" y="72485"/>
                </a:lnTo>
                <a:lnTo>
                  <a:pt x="54721" y="73806"/>
                </a:lnTo>
                <a:lnTo>
                  <a:pt x="48006" y="73913"/>
                </a:lnTo>
                <a:lnTo>
                  <a:pt x="47231" y="74675"/>
                </a:lnTo>
                <a:lnTo>
                  <a:pt x="46482" y="73913"/>
                </a:lnTo>
                <a:lnTo>
                  <a:pt x="44958" y="73913"/>
                </a:lnTo>
                <a:lnTo>
                  <a:pt x="42659" y="92963"/>
                </a:lnTo>
                <a:lnTo>
                  <a:pt x="48755" y="91439"/>
                </a:lnTo>
                <a:lnTo>
                  <a:pt x="53340" y="90677"/>
                </a:lnTo>
                <a:lnTo>
                  <a:pt x="57912" y="90677"/>
                </a:lnTo>
                <a:lnTo>
                  <a:pt x="65038" y="91249"/>
                </a:lnTo>
                <a:lnTo>
                  <a:pt x="71526" y="92963"/>
                </a:lnTo>
                <a:lnTo>
                  <a:pt x="77300" y="95821"/>
                </a:lnTo>
                <a:lnTo>
                  <a:pt x="82283" y="99822"/>
                </a:lnTo>
                <a:lnTo>
                  <a:pt x="82283" y="80772"/>
                </a:lnTo>
                <a:lnTo>
                  <a:pt x="83807" y="80011"/>
                </a:lnTo>
                <a:close/>
              </a:path>
              <a:path w="217170" h="179070">
                <a:moveTo>
                  <a:pt x="115062" y="124205"/>
                </a:moveTo>
                <a:lnTo>
                  <a:pt x="95818" y="86391"/>
                </a:lnTo>
                <a:lnTo>
                  <a:pt x="82283" y="80772"/>
                </a:lnTo>
                <a:lnTo>
                  <a:pt x="82283" y="99822"/>
                </a:lnTo>
                <a:lnTo>
                  <a:pt x="86404" y="105251"/>
                </a:lnTo>
                <a:lnTo>
                  <a:pt x="89528" y="111251"/>
                </a:lnTo>
                <a:lnTo>
                  <a:pt x="91509" y="117824"/>
                </a:lnTo>
                <a:lnTo>
                  <a:pt x="92201" y="124967"/>
                </a:lnTo>
                <a:lnTo>
                  <a:pt x="92201" y="167788"/>
                </a:lnTo>
                <a:lnTo>
                  <a:pt x="98285" y="163067"/>
                </a:lnTo>
                <a:lnTo>
                  <a:pt x="105412" y="154638"/>
                </a:lnTo>
                <a:lnTo>
                  <a:pt x="110678" y="145351"/>
                </a:lnTo>
                <a:lnTo>
                  <a:pt x="113942" y="135207"/>
                </a:lnTo>
                <a:lnTo>
                  <a:pt x="115062" y="124205"/>
                </a:lnTo>
                <a:close/>
              </a:path>
              <a:path w="217170" h="179070">
                <a:moveTo>
                  <a:pt x="217157" y="176022"/>
                </a:moveTo>
                <a:lnTo>
                  <a:pt x="217157" y="0"/>
                </a:lnTo>
                <a:lnTo>
                  <a:pt x="203454" y="0"/>
                </a:lnTo>
                <a:lnTo>
                  <a:pt x="200148" y="5726"/>
                </a:lnTo>
                <a:lnTo>
                  <a:pt x="195834" y="11622"/>
                </a:lnTo>
                <a:lnTo>
                  <a:pt x="161251" y="39481"/>
                </a:lnTo>
                <a:lnTo>
                  <a:pt x="152400" y="44196"/>
                </a:lnTo>
                <a:lnTo>
                  <a:pt x="152400" y="64770"/>
                </a:lnTo>
                <a:lnTo>
                  <a:pt x="157686" y="62769"/>
                </a:lnTo>
                <a:lnTo>
                  <a:pt x="163256" y="60198"/>
                </a:lnTo>
                <a:lnTo>
                  <a:pt x="169111" y="57054"/>
                </a:lnTo>
                <a:lnTo>
                  <a:pt x="175247" y="53339"/>
                </a:lnTo>
                <a:lnTo>
                  <a:pt x="183629" y="48767"/>
                </a:lnTo>
                <a:lnTo>
                  <a:pt x="190500" y="43433"/>
                </a:lnTo>
                <a:lnTo>
                  <a:pt x="195834" y="38861"/>
                </a:lnTo>
                <a:lnTo>
                  <a:pt x="195834" y="176022"/>
                </a:lnTo>
                <a:lnTo>
                  <a:pt x="217157" y="1760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435999" y="6713981"/>
            <a:ext cx="1026160" cy="181610"/>
          </a:xfrm>
          <a:custGeom>
            <a:avLst/>
            <a:gdLst/>
            <a:ahLst/>
            <a:cxnLst/>
            <a:rect l="l" t="t" r="r" b="b"/>
            <a:pathLst>
              <a:path w="1026160" h="181609">
                <a:moveTo>
                  <a:pt x="137921" y="178308"/>
                </a:moveTo>
                <a:lnTo>
                  <a:pt x="137921" y="3048"/>
                </a:lnTo>
                <a:lnTo>
                  <a:pt x="115824" y="3048"/>
                </a:lnTo>
                <a:lnTo>
                  <a:pt x="115824" y="140208"/>
                </a:lnTo>
                <a:lnTo>
                  <a:pt x="23621" y="3048"/>
                </a:lnTo>
                <a:lnTo>
                  <a:pt x="0" y="3048"/>
                </a:lnTo>
                <a:lnTo>
                  <a:pt x="0" y="178308"/>
                </a:lnTo>
                <a:lnTo>
                  <a:pt x="22097" y="178308"/>
                </a:lnTo>
                <a:lnTo>
                  <a:pt x="22097" y="40386"/>
                </a:lnTo>
                <a:lnTo>
                  <a:pt x="114300" y="178308"/>
                </a:lnTo>
                <a:lnTo>
                  <a:pt x="137921" y="178308"/>
                </a:lnTo>
                <a:close/>
              </a:path>
              <a:path w="1026160" h="181609">
                <a:moveTo>
                  <a:pt x="285750" y="112775"/>
                </a:moveTo>
                <a:lnTo>
                  <a:pt x="276105" y="74949"/>
                </a:lnTo>
                <a:lnTo>
                  <a:pt x="238767" y="49137"/>
                </a:lnTo>
                <a:lnTo>
                  <a:pt x="226313" y="48006"/>
                </a:lnTo>
                <a:lnTo>
                  <a:pt x="214860" y="48982"/>
                </a:lnTo>
                <a:lnTo>
                  <a:pt x="177367" y="72199"/>
                </a:lnTo>
                <a:lnTo>
                  <a:pt x="166115" y="115062"/>
                </a:lnTo>
                <a:lnTo>
                  <a:pt x="167235" y="130075"/>
                </a:lnTo>
                <a:lnTo>
                  <a:pt x="170497" y="143160"/>
                </a:lnTo>
                <a:lnTo>
                  <a:pt x="175760" y="154388"/>
                </a:lnTo>
                <a:lnTo>
                  <a:pt x="182880" y="163829"/>
                </a:lnTo>
                <a:lnTo>
                  <a:pt x="188213" y="168457"/>
                </a:lnTo>
                <a:lnTo>
                  <a:pt x="188213" y="115062"/>
                </a:lnTo>
                <a:lnTo>
                  <a:pt x="188916" y="103346"/>
                </a:lnTo>
                <a:lnTo>
                  <a:pt x="211169" y="69246"/>
                </a:lnTo>
                <a:lnTo>
                  <a:pt x="226313" y="66294"/>
                </a:lnTo>
                <a:lnTo>
                  <a:pt x="233910" y="67020"/>
                </a:lnTo>
                <a:lnTo>
                  <a:pt x="262949" y="103024"/>
                </a:lnTo>
                <a:lnTo>
                  <a:pt x="263651" y="114300"/>
                </a:lnTo>
                <a:lnTo>
                  <a:pt x="263651" y="168733"/>
                </a:lnTo>
                <a:lnTo>
                  <a:pt x="269176" y="164020"/>
                </a:lnTo>
                <a:lnTo>
                  <a:pt x="285202" y="124634"/>
                </a:lnTo>
                <a:lnTo>
                  <a:pt x="285750" y="112775"/>
                </a:lnTo>
                <a:close/>
              </a:path>
              <a:path w="1026160" h="181609">
                <a:moveTo>
                  <a:pt x="263651" y="168733"/>
                </a:moveTo>
                <a:lnTo>
                  <a:pt x="263651" y="114300"/>
                </a:lnTo>
                <a:lnTo>
                  <a:pt x="262949" y="125694"/>
                </a:lnTo>
                <a:lnTo>
                  <a:pt x="260889" y="135731"/>
                </a:lnTo>
                <a:lnTo>
                  <a:pt x="226313" y="163068"/>
                </a:lnTo>
                <a:lnTo>
                  <a:pt x="218277" y="162353"/>
                </a:lnTo>
                <a:lnTo>
                  <a:pt x="188916" y="126349"/>
                </a:lnTo>
                <a:lnTo>
                  <a:pt x="188213" y="115062"/>
                </a:lnTo>
                <a:lnTo>
                  <a:pt x="188213" y="168457"/>
                </a:lnTo>
                <a:lnTo>
                  <a:pt x="191595" y="171390"/>
                </a:lnTo>
                <a:lnTo>
                  <a:pt x="201739" y="176879"/>
                </a:lnTo>
                <a:lnTo>
                  <a:pt x="213312" y="180224"/>
                </a:lnTo>
                <a:lnTo>
                  <a:pt x="226313" y="181356"/>
                </a:lnTo>
                <a:lnTo>
                  <a:pt x="234291" y="180796"/>
                </a:lnTo>
                <a:lnTo>
                  <a:pt x="242125" y="179165"/>
                </a:lnTo>
                <a:lnTo>
                  <a:pt x="249674" y="176533"/>
                </a:lnTo>
                <a:lnTo>
                  <a:pt x="256794" y="172974"/>
                </a:lnTo>
                <a:lnTo>
                  <a:pt x="263342" y="168997"/>
                </a:lnTo>
                <a:lnTo>
                  <a:pt x="263651" y="168733"/>
                </a:lnTo>
                <a:close/>
              </a:path>
              <a:path w="1026160" h="181609">
                <a:moveTo>
                  <a:pt x="314706" y="67818"/>
                </a:moveTo>
                <a:lnTo>
                  <a:pt x="314706" y="51053"/>
                </a:lnTo>
                <a:lnTo>
                  <a:pt x="298703" y="51053"/>
                </a:lnTo>
                <a:lnTo>
                  <a:pt x="298703" y="67818"/>
                </a:lnTo>
                <a:lnTo>
                  <a:pt x="314706" y="67818"/>
                </a:lnTo>
                <a:close/>
              </a:path>
              <a:path w="1026160" h="181609">
                <a:moveTo>
                  <a:pt x="361188" y="178308"/>
                </a:moveTo>
                <a:lnTo>
                  <a:pt x="357377" y="159258"/>
                </a:lnTo>
                <a:lnTo>
                  <a:pt x="353568" y="159258"/>
                </a:lnTo>
                <a:lnTo>
                  <a:pt x="350519" y="160020"/>
                </a:lnTo>
                <a:lnTo>
                  <a:pt x="345186" y="160020"/>
                </a:lnTo>
                <a:lnTo>
                  <a:pt x="340613" y="158496"/>
                </a:lnTo>
                <a:lnTo>
                  <a:pt x="338327" y="156210"/>
                </a:lnTo>
                <a:lnTo>
                  <a:pt x="337565" y="153924"/>
                </a:lnTo>
                <a:lnTo>
                  <a:pt x="336803" y="152400"/>
                </a:lnTo>
                <a:lnTo>
                  <a:pt x="336041" y="148590"/>
                </a:lnTo>
                <a:lnTo>
                  <a:pt x="336041" y="6858"/>
                </a:lnTo>
                <a:lnTo>
                  <a:pt x="314706" y="19812"/>
                </a:lnTo>
                <a:lnTo>
                  <a:pt x="314706" y="153924"/>
                </a:lnTo>
                <a:lnTo>
                  <a:pt x="315468" y="162306"/>
                </a:lnTo>
                <a:lnTo>
                  <a:pt x="336803" y="179832"/>
                </a:lnTo>
                <a:lnTo>
                  <a:pt x="348995" y="179832"/>
                </a:lnTo>
                <a:lnTo>
                  <a:pt x="361188" y="178308"/>
                </a:lnTo>
                <a:close/>
              </a:path>
              <a:path w="1026160" h="181609">
                <a:moveTo>
                  <a:pt x="357377" y="67818"/>
                </a:moveTo>
                <a:lnTo>
                  <a:pt x="357377" y="51053"/>
                </a:lnTo>
                <a:lnTo>
                  <a:pt x="336041" y="51053"/>
                </a:lnTo>
                <a:lnTo>
                  <a:pt x="336041" y="67818"/>
                </a:lnTo>
                <a:lnTo>
                  <a:pt x="357377" y="67818"/>
                </a:lnTo>
                <a:close/>
              </a:path>
              <a:path w="1026160" h="181609">
                <a:moveTo>
                  <a:pt x="451865" y="67818"/>
                </a:moveTo>
                <a:lnTo>
                  <a:pt x="451865" y="51053"/>
                </a:lnTo>
                <a:lnTo>
                  <a:pt x="432815" y="51053"/>
                </a:lnTo>
                <a:lnTo>
                  <a:pt x="432815" y="67818"/>
                </a:lnTo>
                <a:lnTo>
                  <a:pt x="451865" y="67818"/>
                </a:lnTo>
                <a:close/>
              </a:path>
              <a:path w="1026160" h="181609">
                <a:moveTo>
                  <a:pt x="507491" y="2286"/>
                </a:moveTo>
                <a:lnTo>
                  <a:pt x="499871" y="762"/>
                </a:lnTo>
                <a:lnTo>
                  <a:pt x="493013" y="0"/>
                </a:lnTo>
                <a:lnTo>
                  <a:pt x="477774" y="0"/>
                </a:lnTo>
                <a:lnTo>
                  <a:pt x="470153" y="1524"/>
                </a:lnTo>
                <a:lnTo>
                  <a:pt x="464819" y="5334"/>
                </a:lnTo>
                <a:lnTo>
                  <a:pt x="460247" y="8382"/>
                </a:lnTo>
                <a:lnTo>
                  <a:pt x="456438" y="12953"/>
                </a:lnTo>
                <a:lnTo>
                  <a:pt x="454151" y="19050"/>
                </a:lnTo>
                <a:lnTo>
                  <a:pt x="452627" y="22860"/>
                </a:lnTo>
                <a:lnTo>
                  <a:pt x="451865" y="28956"/>
                </a:lnTo>
                <a:lnTo>
                  <a:pt x="451865" y="178308"/>
                </a:lnTo>
                <a:lnTo>
                  <a:pt x="473201" y="178308"/>
                </a:lnTo>
                <a:lnTo>
                  <a:pt x="473201" y="32003"/>
                </a:lnTo>
                <a:lnTo>
                  <a:pt x="474725" y="26670"/>
                </a:lnTo>
                <a:lnTo>
                  <a:pt x="480059" y="21336"/>
                </a:lnTo>
                <a:lnTo>
                  <a:pt x="484631" y="19812"/>
                </a:lnTo>
                <a:lnTo>
                  <a:pt x="499871" y="19812"/>
                </a:lnTo>
                <a:lnTo>
                  <a:pt x="503681" y="20574"/>
                </a:lnTo>
                <a:lnTo>
                  <a:pt x="507491" y="2286"/>
                </a:lnTo>
                <a:close/>
              </a:path>
              <a:path w="1026160" h="181609">
                <a:moveTo>
                  <a:pt x="498347" y="67818"/>
                </a:moveTo>
                <a:lnTo>
                  <a:pt x="498347" y="51053"/>
                </a:lnTo>
                <a:lnTo>
                  <a:pt x="473201" y="51053"/>
                </a:lnTo>
                <a:lnTo>
                  <a:pt x="473201" y="67818"/>
                </a:lnTo>
                <a:lnTo>
                  <a:pt x="498347" y="67818"/>
                </a:lnTo>
                <a:close/>
              </a:path>
              <a:path w="1026160" h="181609">
                <a:moveTo>
                  <a:pt x="625601" y="112775"/>
                </a:moveTo>
                <a:lnTo>
                  <a:pt x="616600" y="74949"/>
                </a:lnTo>
                <a:lnTo>
                  <a:pt x="578738" y="49137"/>
                </a:lnTo>
                <a:lnTo>
                  <a:pt x="566165" y="48006"/>
                </a:lnTo>
                <a:lnTo>
                  <a:pt x="555045" y="48982"/>
                </a:lnTo>
                <a:lnTo>
                  <a:pt x="517981" y="72199"/>
                </a:lnTo>
                <a:lnTo>
                  <a:pt x="506730" y="115062"/>
                </a:lnTo>
                <a:lnTo>
                  <a:pt x="507742" y="130075"/>
                </a:lnTo>
                <a:lnTo>
                  <a:pt x="510825" y="143160"/>
                </a:lnTo>
                <a:lnTo>
                  <a:pt x="516052" y="154388"/>
                </a:lnTo>
                <a:lnTo>
                  <a:pt x="523494" y="163829"/>
                </a:lnTo>
                <a:lnTo>
                  <a:pt x="528827" y="168463"/>
                </a:lnTo>
                <a:lnTo>
                  <a:pt x="528827" y="115062"/>
                </a:lnTo>
                <a:lnTo>
                  <a:pt x="529530" y="103346"/>
                </a:lnTo>
                <a:lnTo>
                  <a:pt x="551687" y="69246"/>
                </a:lnTo>
                <a:lnTo>
                  <a:pt x="566165" y="66294"/>
                </a:lnTo>
                <a:lnTo>
                  <a:pt x="573869" y="67020"/>
                </a:lnTo>
                <a:lnTo>
                  <a:pt x="602908" y="103024"/>
                </a:lnTo>
                <a:lnTo>
                  <a:pt x="603503" y="114300"/>
                </a:lnTo>
                <a:lnTo>
                  <a:pt x="603503" y="169210"/>
                </a:lnTo>
                <a:lnTo>
                  <a:pt x="603849" y="168997"/>
                </a:lnTo>
                <a:lnTo>
                  <a:pt x="623887" y="135064"/>
                </a:lnTo>
                <a:lnTo>
                  <a:pt x="625173" y="124634"/>
                </a:lnTo>
                <a:lnTo>
                  <a:pt x="625601" y="112775"/>
                </a:lnTo>
                <a:close/>
              </a:path>
              <a:path w="1026160" h="181609">
                <a:moveTo>
                  <a:pt x="603503" y="169210"/>
                </a:moveTo>
                <a:lnTo>
                  <a:pt x="603503" y="114300"/>
                </a:lnTo>
                <a:lnTo>
                  <a:pt x="602908" y="125694"/>
                </a:lnTo>
                <a:lnTo>
                  <a:pt x="601027" y="135731"/>
                </a:lnTo>
                <a:lnTo>
                  <a:pt x="566165" y="163068"/>
                </a:lnTo>
                <a:lnTo>
                  <a:pt x="558569" y="162353"/>
                </a:lnTo>
                <a:lnTo>
                  <a:pt x="529530" y="126349"/>
                </a:lnTo>
                <a:lnTo>
                  <a:pt x="528827" y="115062"/>
                </a:lnTo>
                <a:lnTo>
                  <a:pt x="528827" y="168463"/>
                </a:lnTo>
                <a:lnTo>
                  <a:pt x="532197" y="171390"/>
                </a:lnTo>
                <a:lnTo>
                  <a:pt x="542258" y="176879"/>
                </a:lnTo>
                <a:lnTo>
                  <a:pt x="553604" y="180224"/>
                </a:lnTo>
                <a:lnTo>
                  <a:pt x="566165" y="181356"/>
                </a:lnTo>
                <a:lnTo>
                  <a:pt x="574476" y="180796"/>
                </a:lnTo>
                <a:lnTo>
                  <a:pt x="582358" y="179165"/>
                </a:lnTo>
                <a:lnTo>
                  <a:pt x="589954" y="176533"/>
                </a:lnTo>
                <a:lnTo>
                  <a:pt x="597407" y="172974"/>
                </a:lnTo>
                <a:lnTo>
                  <a:pt x="603503" y="169210"/>
                </a:lnTo>
                <a:close/>
              </a:path>
              <a:path w="1026160" h="181609">
                <a:moveTo>
                  <a:pt x="753618" y="178308"/>
                </a:moveTo>
                <a:lnTo>
                  <a:pt x="753618" y="51053"/>
                </a:lnTo>
                <a:lnTo>
                  <a:pt x="732282" y="51053"/>
                </a:lnTo>
                <a:lnTo>
                  <a:pt x="732282" y="130301"/>
                </a:lnTo>
                <a:lnTo>
                  <a:pt x="730757" y="138684"/>
                </a:lnTo>
                <a:lnTo>
                  <a:pt x="728471" y="144018"/>
                </a:lnTo>
                <a:lnTo>
                  <a:pt x="726186" y="150114"/>
                </a:lnTo>
                <a:lnTo>
                  <a:pt x="722376" y="154686"/>
                </a:lnTo>
                <a:lnTo>
                  <a:pt x="716280" y="157734"/>
                </a:lnTo>
                <a:lnTo>
                  <a:pt x="710945" y="160782"/>
                </a:lnTo>
                <a:lnTo>
                  <a:pt x="704850" y="162306"/>
                </a:lnTo>
                <a:lnTo>
                  <a:pt x="691895" y="162306"/>
                </a:lnTo>
                <a:lnTo>
                  <a:pt x="686562" y="160782"/>
                </a:lnTo>
                <a:lnTo>
                  <a:pt x="672083" y="132588"/>
                </a:lnTo>
                <a:lnTo>
                  <a:pt x="672083" y="51053"/>
                </a:lnTo>
                <a:lnTo>
                  <a:pt x="650747" y="51053"/>
                </a:lnTo>
                <a:lnTo>
                  <a:pt x="650747" y="145542"/>
                </a:lnTo>
                <a:lnTo>
                  <a:pt x="652271" y="150114"/>
                </a:lnTo>
                <a:lnTo>
                  <a:pt x="653033" y="156210"/>
                </a:lnTo>
                <a:lnTo>
                  <a:pt x="686562" y="181356"/>
                </a:lnTo>
                <a:lnTo>
                  <a:pt x="694182" y="181356"/>
                </a:lnTo>
                <a:lnTo>
                  <a:pt x="706171" y="179939"/>
                </a:lnTo>
                <a:lnTo>
                  <a:pt x="716946" y="175736"/>
                </a:lnTo>
                <a:lnTo>
                  <a:pt x="726436" y="168818"/>
                </a:lnTo>
                <a:lnTo>
                  <a:pt x="734568" y="159258"/>
                </a:lnTo>
                <a:lnTo>
                  <a:pt x="734568" y="178308"/>
                </a:lnTo>
                <a:lnTo>
                  <a:pt x="753618" y="178308"/>
                </a:lnTo>
                <a:close/>
              </a:path>
              <a:path w="1026160" h="181609">
                <a:moveTo>
                  <a:pt x="890778" y="178308"/>
                </a:moveTo>
                <a:lnTo>
                  <a:pt x="890778" y="89916"/>
                </a:lnTo>
                <a:lnTo>
                  <a:pt x="890016" y="83058"/>
                </a:lnTo>
                <a:lnTo>
                  <a:pt x="889254" y="79248"/>
                </a:lnTo>
                <a:lnTo>
                  <a:pt x="888492" y="73151"/>
                </a:lnTo>
                <a:lnTo>
                  <a:pt x="886206" y="67818"/>
                </a:lnTo>
                <a:lnTo>
                  <a:pt x="882396" y="63246"/>
                </a:lnTo>
                <a:lnTo>
                  <a:pt x="879348" y="58674"/>
                </a:lnTo>
                <a:lnTo>
                  <a:pt x="874776" y="54864"/>
                </a:lnTo>
                <a:lnTo>
                  <a:pt x="868680" y="52577"/>
                </a:lnTo>
                <a:lnTo>
                  <a:pt x="861822" y="49529"/>
                </a:lnTo>
                <a:lnTo>
                  <a:pt x="854963" y="48006"/>
                </a:lnTo>
                <a:lnTo>
                  <a:pt x="847344" y="48006"/>
                </a:lnTo>
                <a:lnTo>
                  <a:pt x="834925" y="49410"/>
                </a:lnTo>
                <a:lnTo>
                  <a:pt x="824007" y="53530"/>
                </a:lnTo>
                <a:lnTo>
                  <a:pt x="814661" y="60221"/>
                </a:lnTo>
                <a:lnTo>
                  <a:pt x="806957" y="69342"/>
                </a:lnTo>
                <a:lnTo>
                  <a:pt x="806957" y="51053"/>
                </a:lnTo>
                <a:lnTo>
                  <a:pt x="787145" y="51053"/>
                </a:lnTo>
                <a:lnTo>
                  <a:pt x="787145" y="178308"/>
                </a:lnTo>
                <a:lnTo>
                  <a:pt x="809244" y="178308"/>
                </a:lnTo>
                <a:lnTo>
                  <a:pt x="809244" y="108966"/>
                </a:lnTo>
                <a:lnTo>
                  <a:pt x="809827" y="97833"/>
                </a:lnTo>
                <a:lnTo>
                  <a:pt x="833628" y="67056"/>
                </a:lnTo>
                <a:lnTo>
                  <a:pt x="848106" y="67056"/>
                </a:lnTo>
                <a:lnTo>
                  <a:pt x="866394" y="81534"/>
                </a:lnTo>
                <a:lnTo>
                  <a:pt x="867918" y="85344"/>
                </a:lnTo>
                <a:lnTo>
                  <a:pt x="869442" y="92201"/>
                </a:lnTo>
                <a:lnTo>
                  <a:pt x="869442" y="178308"/>
                </a:lnTo>
                <a:lnTo>
                  <a:pt x="890778" y="178308"/>
                </a:lnTo>
                <a:close/>
              </a:path>
              <a:path w="1026160" h="181609">
                <a:moveTo>
                  <a:pt x="1025652" y="178308"/>
                </a:moveTo>
                <a:lnTo>
                  <a:pt x="1025652" y="3048"/>
                </a:lnTo>
                <a:lnTo>
                  <a:pt x="1004316" y="3048"/>
                </a:lnTo>
                <a:lnTo>
                  <a:pt x="1004316" y="65532"/>
                </a:lnTo>
                <a:lnTo>
                  <a:pt x="1000506" y="60960"/>
                </a:lnTo>
                <a:lnTo>
                  <a:pt x="995934" y="56388"/>
                </a:lnTo>
                <a:lnTo>
                  <a:pt x="983742" y="50292"/>
                </a:lnTo>
                <a:lnTo>
                  <a:pt x="976884" y="48006"/>
                </a:lnTo>
                <a:lnTo>
                  <a:pt x="969263" y="48006"/>
                </a:lnTo>
                <a:lnTo>
                  <a:pt x="930116" y="66770"/>
                </a:lnTo>
                <a:lnTo>
                  <a:pt x="916340" y="105620"/>
                </a:lnTo>
                <a:lnTo>
                  <a:pt x="915924" y="115062"/>
                </a:lnTo>
                <a:lnTo>
                  <a:pt x="916352" y="124491"/>
                </a:lnTo>
                <a:lnTo>
                  <a:pt x="931259" y="162591"/>
                </a:lnTo>
                <a:lnTo>
                  <a:pt x="938022" y="169256"/>
                </a:lnTo>
                <a:lnTo>
                  <a:pt x="938022" y="115062"/>
                </a:lnTo>
                <a:lnTo>
                  <a:pt x="938605" y="103227"/>
                </a:lnTo>
                <a:lnTo>
                  <a:pt x="958310" y="69151"/>
                </a:lnTo>
                <a:lnTo>
                  <a:pt x="972312" y="66371"/>
                </a:lnTo>
                <a:lnTo>
                  <a:pt x="978693" y="67020"/>
                </a:lnTo>
                <a:lnTo>
                  <a:pt x="1005911" y="104417"/>
                </a:lnTo>
                <a:lnTo>
                  <a:pt x="1006602" y="116586"/>
                </a:lnTo>
                <a:lnTo>
                  <a:pt x="1006602" y="178308"/>
                </a:lnTo>
                <a:lnTo>
                  <a:pt x="1025652" y="178308"/>
                </a:lnTo>
                <a:close/>
              </a:path>
              <a:path w="1026160" h="181609">
                <a:moveTo>
                  <a:pt x="1006602" y="178308"/>
                </a:moveTo>
                <a:lnTo>
                  <a:pt x="1006602" y="116586"/>
                </a:lnTo>
                <a:lnTo>
                  <a:pt x="1005911" y="127742"/>
                </a:lnTo>
                <a:lnTo>
                  <a:pt x="1003935" y="137255"/>
                </a:lnTo>
                <a:lnTo>
                  <a:pt x="972312" y="163068"/>
                </a:lnTo>
                <a:lnTo>
                  <a:pt x="965608" y="162353"/>
                </a:lnTo>
                <a:lnTo>
                  <a:pt x="938605" y="126349"/>
                </a:lnTo>
                <a:lnTo>
                  <a:pt x="938022" y="115062"/>
                </a:lnTo>
                <a:lnTo>
                  <a:pt x="938022" y="169256"/>
                </a:lnTo>
                <a:lnTo>
                  <a:pt x="969263" y="181245"/>
                </a:lnTo>
                <a:lnTo>
                  <a:pt x="972312" y="181178"/>
                </a:lnTo>
                <a:lnTo>
                  <a:pt x="981622" y="180093"/>
                </a:lnTo>
                <a:lnTo>
                  <a:pt x="991171" y="176403"/>
                </a:lnTo>
                <a:lnTo>
                  <a:pt x="999291" y="170426"/>
                </a:lnTo>
                <a:lnTo>
                  <a:pt x="1005840" y="162306"/>
                </a:lnTo>
                <a:lnTo>
                  <a:pt x="1005840" y="178308"/>
                </a:lnTo>
                <a:lnTo>
                  <a:pt x="1006602" y="178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1033405" y="5888228"/>
            <a:ext cx="216408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u="heavy" dirty="0">
                <a:latin typeface="Arial"/>
                <a:cs typeface="Arial"/>
              </a:rPr>
              <a:t>Search for</a:t>
            </a:r>
            <a:r>
              <a:rPr sz="2800" u="heavy" spc="-95" dirty="0">
                <a:latin typeface="Arial"/>
                <a:cs typeface="Arial"/>
              </a:rPr>
              <a:t> </a:t>
            </a:r>
            <a:r>
              <a:rPr sz="2800" u="heavy" dirty="0">
                <a:latin typeface="Arial"/>
                <a:cs typeface="Arial"/>
              </a:rPr>
              <a:t>16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2: Binary Search</a:t>
            </a:r>
            <a:r>
              <a:rPr spc="-90" dirty="0"/>
              <a:t> </a:t>
            </a:r>
            <a:r>
              <a:rPr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494905" cy="396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Comparison between sequential search  </a:t>
            </a:r>
            <a:r>
              <a:rPr sz="3200" spc="-5" dirty="0">
                <a:latin typeface="Arial"/>
                <a:cs typeface="Arial"/>
              </a:rPr>
              <a:t>and </a:t>
            </a:r>
            <a:r>
              <a:rPr sz="3200" spc="-10" dirty="0">
                <a:latin typeface="Arial"/>
                <a:cs typeface="Arial"/>
              </a:rPr>
              <a:t>binary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search</a:t>
            </a:r>
            <a:endParaRPr sz="3200">
              <a:latin typeface="Arial"/>
              <a:cs typeface="Arial"/>
            </a:endParaRPr>
          </a:p>
          <a:p>
            <a:pPr marL="755650" marR="695325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Binary </a:t>
            </a:r>
            <a:r>
              <a:rPr sz="2800" dirty="0">
                <a:latin typeface="Arial"/>
                <a:cs typeface="Arial"/>
              </a:rPr>
              <a:t>search is faster than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sequential  search</a:t>
            </a:r>
            <a:endParaRPr sz="2800">
              <a:latin typeface="Arial"/>
              <a:cs typeface="Arial"/>
            </a:endParaRPr>
          </a:p>
          <a:p>
            <a:pPr marL="755650" marR="13525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However, binary search requires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the input  to be sorted in</a:t>
            </a:r>
            <a:r>
              <a:rPr sz="2800" spc="-9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advance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we </a:t>
            </a:r>
            <a:r>
              <a:rPr sz="3200" spc="-10" dirty="0">
                <a:latin typeface="Arial"/>
                <a:cs typeface="Arial"/>
              </a:rPr>
              <a:t>always </a:t>
            </a:r>
            <a:r>
              <a:rPr sz="3200" spc="-5" dirty="0">
                <a:latin typeface="Arial"/>
                <a:cs typeface="Arial"/>
              </a:rPr>
              <a:t>use </a:t>
            </a:r>
            <a:r>
              <a:rPr sz="3200" spc="-10" dirty="0">
                <a:latin typeface="Arial"/>
                <a:cs typeface="Arial"/>
              </a:rPr>
              <a:t>binary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search?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Not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necessary.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Example </a:t>
            </a:r>
            <a:r>
              <a:rPr spc="-5" dirty="0"/>
              <a:t>3: Selection</a:t>
            </a:r>
            <a:r>
              <a:rPr spc="-75" dirty="0"/>
              <a:t> </a:t>
            </a:r>
            <a:r>
              <a:rPr dirty="0"/>
              <a:t>Problem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367780" cy="3108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Selection problem: select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spc="-10" dirty="0">
                <a:latin typeface="Arial"/>
                <a:cs typeface="Arial"/>
              </a:rPr>
              <a:t>k-th  largest among 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numbers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Approach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Read </a:t>
            </a:r>
            <a:r>
              <a:rPr sz="2800" dirty="0">
                <a:latin typeface="Arial"/>
                <a:cs typeface="Arial"/>
              </a:rPr>
              <a:t>N numbers into 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Sort </a:t>
            </a:r>
            <a:r>
              <a:rPr sz="2800" dirty="0">
                <a:latin typeface="Arial"/>
                <a:cs typeface="Arial"/>
              </a:rPr>
              <a:t>the array in decreasing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order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Return the element in position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dirty="0"/>
              <a:t>Example 3: Selection Problem</a:t>
            </a:r>
            <a:r>
              <a:rPr sz="3600" spc="-114" dirty="0"/>
              <a:t> </a:t>
            </a:r>
            <a:r>
              <a:rPr sz="3600" dirty="0"/>
              <a:t>(contd.)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79359" cy="3916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Approach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Read </a:t>
            </a:r>
            <a:r>
              <a:rPr sz="2800" dirty="0">
                <a:latin typeface="Arial"/>
                <a:cs typeface="Arial"/>
              </a:rPr>
              <a:t>k elements into 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Sort </a:t>
            </a:r>
            <a:r>
              <a:rPr sz="2800" dirty="0">
                <a:latin typeface="Arial"/>
                <a:cs typeface="Arial"/>
              </a:rPr>
              <a:t>them in decreasing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order</a:t>
            </a:r>
            <a:endParaRPr sz="2800">
              <a:latin typeface="Arial"/>
              <a:cs typeface="Arial"/>
            </a:endParaRPr>
          </a:p>
          <a:p>
            <a:pPr marL="755650" marR="121285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For </a:t>
            </a:r>
            <a:r>
              <a:rPr sz="2800" dirty="0">
                <a:latin typeface="Arial"/>
                <a:cs typeface="Arial"/>
              </a:rPr>
              <a:t>each remaining elements, read one by  one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Ignored if it is smaller than the k-th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element</a:t>
            </a:r>
            <a:endParaRPr sz="2800">
              <a:latin typeface="Arial"/>
              <a:cs typeface="Arial"/>
            </a:endParaRPr>
          </a:p>
          <a:p>
            <a:pPr marL="755650" marR="95504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Otherwise, place in correct place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  bumping one out of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dirty="0"/>
              <a:t>Example 3: Selection Problem</a:t>
            </a:r>
            <a:r>
              <a:rPr sz="3600" spc="-114" dirty="0"/>
              <a:t> </a:t>
            </a:r>
            <a:r>
              <a:rPr sz="3600" dirty="0"/>
              <a:t>(contd.)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7089140" cy="394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Input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  <a:tabLst>
                <a:tab pos="1348740" algn="l"/>
                <a:tab pos="1744345" algn="l"/>
                <a:tab pos="2337435" algn="l"/>
                <a:tab pos="2733040" algn="l"/>
                <a:tab pos="3326129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20	9	15	6	17	30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Find the third </a:t>
            </a:r>
            <a:r>
              <a:rPr sz="3200" spc="-10" dirty="0">
                <a:latin typeface="Arial"/>
                <a:cs typeface="Arial"/>
              </a:rPr>
              <a:t>largest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number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ts val="3450"/>
              </a:lnSpc>
              <a:spcBef>
                <a:spcPts val="81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Read three numbers </a:t>
            </a:r>
            <a:r>
              <a:rPr sz="3200" spc="-5" dirty="0">
                <a:latin typeface="Arial"/>
                <a:cs typeface="Arial"/>
              </a:rPr>
              <a:t>and sort them </a:t>
            </a:r>
            <a:r>
              <a:rPr sz="3200" spc="-10" dirty="0">
                <a:latin typeface="Arial"/>
                <a:cs typeface="Arial"/>
              </a:rPr>
              <a:t>in  descending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order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4"/>
              </a:spcBef>
              <a:tabLst>
                <a:tab pos="1348740" algn="l"/>
                <a:tab pos="194183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20	15	9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Read </a:t>
            </a:r>
            <a:r>
              <a:rPr sz="3200" spc="-5" dirty="0">
                <a:latin typeface="Arial"/>
                <a:cs typeface="Arial"/>
              </a:rPr>
              <a:t>next: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“6”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  <a:tabLst>
                <a:tab pos="1348740" algn="l"/>
                <a:tab pos="194183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20	15	9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dirty="0"/>
              <a:t>Example 3: Selection Problem</a:t>
            </a:r>
            <a:r>
              <a:rPr sz="3600" spc="-114" dirty="0"/>
              <a:t> </a:t>
            </a:r>
            <a:r>
              <a:rPr sz="3600" dirty="0"/>
              <a:t>(contd.)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756910" cy="371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Read </a:t>
            </a:r>
            <a:r>
              <a:rPr sz="3200" spc="-5" dirty="0">
                <a:latin typeface="Arial"/>
                <a:cs typeface="Arial"/>
              </a:rPr>
              <a:t>next: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“17”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1348740" algn="l"/>
                <a:tab pos="194183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20	17	15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9 has been kicked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Read </a:t>
            </a:r>
            <a:r>
              <a:rPr sz="3200" spc="-5" dirty="0">
                <a:latin typeface="Arial"/>
                <a:cs typeface="Arial"/>
              </a:rPr>
              <a:t>next: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“30”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  <a:tabLst>
                <a:tab pos="1348740" algn="l"/>
                <a:tab pos="1941830" algn="l"/>
              </a:tabLst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30	20	17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15 has been kicked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third </a:t>
            </a:r>
            <a:r>
              <a:rPr sz="3200" spc="-10" dirty="0">
                <a:latin typeface="Arial"/>
                <a:cs typeface="Arial"/>
              </a:rPr>
              <a:t>largest number </a:t>
            </a:r>
            <a:r>
              <a:rPr sz="3200" spc="-5" dirty="0">
                <a:latin typeface="Arial"/>
                <a:cs typeface="Arial"/>
              </a:rPr>
              <a:t>is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dirty="0"/>
              <a:t>Example 3: Selection Problem</a:t>
            </a:r>
            <a:r>
              <a:rPr sz="3600" spc="-114" dirty="0"/>
              <a:t> </a:t>
            </a:r>
            <a:r>
              <a:rPr sz="3600" dirty="0"/>
              <a:t>(contd.)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6918959" cy="3932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Which one is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better?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Implementation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difficulty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Efficiency</a:t>
            </a:r>
            <a:endParaRPr sz="24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9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"/>
                <a:cs typeface="Arial"/>
              </a:rPr>
              <a:t>Time complexity analysis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5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Remember that time complexity is not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  only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yardstick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Space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complexity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Easy 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implement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Arial"/>
                <a:cs typeface="Arial"/>
              </a:rPr>
              <a:t>–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</a:t>
            </a:r>
            <a:r>
              <a:rPr spc="-90" dirty="0"/>
              <a:t> </a:t>
            </a:r>
            <a:r>
              <a:rPr dirty="0"/>
              <a:t>Algorithms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79217"/>
            <a:ext cx="7416800" cy="3790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Recursion is usually used to solve a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problem  in a “divided-and-conquer”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manner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ts val="3354"/>
              </a:lnSpc>
              <a:spcBef>
                <a:spcPts val="2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Direct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recursion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Functions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call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themselves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3354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Indirect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recursion</a:t>
            </a:r>
            <a:endParaRPr sz="2800">
              <a:latin typeface="Arial"/>
              <a:cs typeface="Arial"/>
            </a:endParaRPr>
          </a:p>
          <a:p>
            <a:pPr marL="755650" marR="553720" lvl="1" indent="-285750">
              <a:lnSpc>
                <a:spcPts val="2300"/>
              </a:lnSpc>
              <a:spcBef>
                <a:spcPts val="55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Functions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call other functions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invoke  calling function again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sz="2000" spc="28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2800" dirty="0">
                <a:latin typeface="Arial"/>
                <a:cs typeface="Arial"/>
              </a:rPr>
              <a:t>C(n,m) =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n!/[m!(n-m)!]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ts val="2875"/>
              </a:lnSpc>
            </a:pPr>
            <a:r>
              <a:rPr sz="2400" spc="-5" dirty="0">
                <a:latin typeface="Arial"/>
                <a:cs typeface="Arial"/>
              </a:rPr>
              <a:t>–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C(n,m)=C(n-1,m)+C(n-1,m-1)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Boundary condition for</a:t>
            </a:r>
            <a:r>
              <a:rPr sz="2800" spc="-8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recursion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</a:t>
            </a:r>
            <a:r>
              <a:rPr spc="-90" dirty="0"/>
              <a:t> </a:t>
            </a:r>
            <a:r>
              <a:rPr spc="-5" dirty="0"/>
              <a:t>Summation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4994910" cy="400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3200" spc="-10" dirty="0">
                <a:latin typeface="Arial"/>
                <a:cs typeface="Arial"/>
              </a:rPr>
              <a:t>sum(1, n)=sum(1,</a:t>
            </a:r>
            <a:r>
              <a:rPr sz="3200" spc="-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n-1)+n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3200" spc="-10" dirty="0">
                <a:latin typeface="Arial"/>
                <a:cs typeface="Arial"/>
              </a:rPr>
              <a:t>sum(1,</a:t>
            </a:r>
            <a:r>
              <a:rPr sz="3200" spc="-254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1)=1</a:t>
            </a:r>
            <a:endParaRPr sz="3200">
              <a:latin typeface="Arial"/>
              <a:cs typeface="Arial"/>
            </a:endParaRPr>
          </a:p>
          <a:p>
            <a:pPr marL="782955">
              <a:lnSpc>
                <a:spcPts val="2875"/>
              </a:lnSpc>
              <a:spcBef>
                <a:spcPts val="2670"/>
              </a:spcBef>
            </a:pPr>
            <a:r>
              <a:rPr sz="2400" b="1" spc="-5" dirty="0">
                <a:latin typeface="Courier New"/>
                <a:cs typeface="Courier New"/>
              </a:rPr>
              <a:t>int sum(int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  <a:p>
            <a:pPr marL="78295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512570" marR="1464945" indent="-364490">
              <a:lnSpc>
                <a:spcPts val="2880"/>
              </a:lnSpc>
              <a:spcBef>
                <a:spcPts val="90"/>
              </a:spcBef>
            </a:pPr>
            <a:r>
              <a:rPr sz="2400" b="1" spc="-5" dirty="0">
                <a:latin typeface="Courier New"/>
                <a:cs typeface="Courier New"/>
              </a:rPr>
              <a:t>if </a:t>
            </a:r>
            <a:r>
              <a:rPr sz="2400" b="1" spc="-10" dirty="0">
                <a:latin typeface="Courier New"/>
                <a:cs typeface="Courier New"/>
              </a:rPr>
              <a:t>(n==1)  </a:t>
            </a: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(1);</a:t>
            </a:r>
            <a:endParaRPr sz="2400">
              <a:latin typeface="Courier New"/>
              <a:cs typeface="Courier New"/>
            </a:endParaRPr>
          </a:p>
          <a:p>
            <a:pPr marL="1148715">
              <a:lnSpc>
                <a:spcPts val="2775"/>
              </a:lnSpc>
            </a:pPr>
            <a:r>
              <a:rPr sz="2400" b="1" spc="-1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  <a:p>
            <a:pPr marL="151257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return(</a:t>
            </a:r>
            <a:r>
              <a:rPr sz="2400" b="1" spc="-10" dirty="0">
                <a:solidFill>
                  <a:srgbClr val="FF3300"/>
                </a:solidFill>
                <a:latin typeface="Courier New"/>
                <a:cs typeface="Courier New"/>
              </a:rPr>
              <a:t>sum(n-1)+n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>
              <a:latin typeface="Courier New"/>
              <a:cs typeface="Courier New"/>
            </a:endParaRPr>
          </a:p>
          <a:p>
            <a:pPr marL="78295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</a:t>
            </a:r>
            <a:r>
              <a:rPr spc="-90" dirty="0"/>
              <a:t> </a:t>
            </a:r>
            <a:r>
              <a:rPr dirty="0"/>
              <a:t>Factorial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4471035" cy="3399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2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n!=n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(n-1)!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fact(n)=n</a:t>
            </a:r>
            <a:r>
              <a:rPr sz="3200" spc="-10" dirty="0">
                <a:latin typeface="PMingLiU"/>
                <a:cs typeface="PMingLiU"/>
              </a:rPr>
              <a:t>×</a:t>
            </a:r>
            <a:r>
              <a:rPr sz="3200" spc="-10" dirty="0">
                <a:latin typeface="Arial"/>
                <a:cs typeface="Arial"/>
              </a:rPr>
              <a:t>fact(n-1)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385"/>
              </a:lnSpc>
              <a:spcBef>
                <a:spcPts val="755"/>
              </a:spcBef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3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0!=1</a:t>
            </a:r>
            <a:endParaRPr sz="3200">
              <a:latin typeface="Arial"/>
              <a:cs typeface="Arial"/>
            </a:endParaRPr>
          </a:p>
          <a:p>
            <a:pPr marL="1718945">
              <a:lnSpc>
                <a:spcPts val="2420"/>
              </a:lnSpc>
            </a:pPr>
            <a:r>
              <a:rPr sz="2400" b="1" spc="-5" dirty="0">
                <a:latin typeface="Courier New"/>
                <a:cs typeface="Courier New"/>
              </a:rPr>
              <a:t>int fact(int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  <a:p>
            <a:pPr marR="840740" algn="ctr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449195" marR="5080" indent="-364490">
              <a:lnSpc>
                <a:spcPts val="287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if ( n== </a:t>
            </a:r>
            <a:r>
              <a:rPr sz="2400" b="1" spc="-10" dirty="0">
                <a:latin typeface="Courier New"/>
                <a:cs typeface="Courier New"/>
              </a:rPr>
              <a:t>0)  </a:t>
            </a: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(1);</a:t>
            </a:r>
            <a:endParaRPr sz="2400">
              <a:latin typeface="Courier New"/>
              <a:cs typeface="Courier New"/>
            </a:endParaRPr>
          </a:p>
          <a:p>
            <a:pPr marL="429259" algn="ctr">
              <a:lnSpc>
                <a:spcPts val="2780"/>
              </a:lnSpc>
            </a:pPr>
            <a:r>
              <a:rPr sz="2400" b="1" spc="-10" dirty="0">
                <a:latin typeface="Courier New"/>
                <a:cs typeface="Courier New"/>
              </a:rPr>
              <a:t>else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9686" y="5731002"/>
            <a:ext cx="11195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76341" y="5731002"/>
            <a:ext cx="25819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FF3300"/>
                </a:solidFill>
                <a:latin typeface="Courier New"/>
                <a:cs typeface="Courier New"/>
              </a:rPr>
              <a:t>n*fact(n-1</a:t>
            </a:r>
            <a:r>
              <a:rPr sz="2400" b="1" spc="-5" dirty="0">
                <a:solidFill>
                  <a:srgbClr val="FF3300"/>
                </a:solidFill>
                <a:latin typeface="Courier New"/>
                <a:cs typeface="Courier New"/>
              </a:rPr>
              <a:t>)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3927" y="6096000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</a:t>
            </a:r>
            <a:r>
              <a:rPr spc="-85" dirty="0"/>
              <a:t> </a:t>
            </a:r>
            <a:r>
              <a:rPr dirty="0"/>
              <a:t>Multiplication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79471" y="3833621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a, int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300799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7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</a:t>
            </a:r>
            <a:r>
              <a:rPr sz="3200" spc="-10" dirty="0">
                <a:latin typeface="PMingLiU"/>
                <a:cs typeface="PMingLiU"/>
              </a:rPr>
              <a:t>×</a:t>
            </a:r>
            <a:r>
              <a:rPr sz="3200" spc="-10" dirty="0">
                <a:latin typeface="Arial"/>
                <a:cs typeface="Arial"/>
              </a:rPr>
              <a:t>b=a</a:t>
            </a:r>
            <a:r>
              <a:rPr sz="3200" spc="-10" dirty="0">
                <a:latin typeface="PMingLiU"/>
                <a:cs typeface="PMingLiU"/>
              </a:rPr>
              <a:t>×</a:t>
            </a:r>
            <a:r>
              <a:rPr sz="3200" spc="-10" dirty="0">
                <a:latin typeface="Arial"/>
                <a:cs typeface="Arial"/>
              </a:rPr>
              <a:t>(b-1)+a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4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</a:t>
            </a:r>
            <a:r>
              <a:rPr sz="3200" spc="-10" dirty="0">
                <a:latin typeface="PMingLiU"/>
                <a:cs typeface="PMingLiU"/>
              </a:rPr>
              <a:t>×</a:t>
            </a:r>
            <a:r>
              <a:rPr sz="3200" spc="-10" dirty="0">
                <a:latin typeface="Arial"/>
                <a:cs typeface="Arial"/>
              </a:rPr>
              <a:t>1=a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79184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mult(int</a:t>
            </a:r>
            <a:endParaRPr sz="2400">
              <a:latin typeface="Courier New"/>
              <a:cs typeface="Courier New"/>
            </a:endParaRPr>
          </a:p>
          <a:p>
            <a:pPr marL="79184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15760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if (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b==1)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6585" y="4929378"/>
            <a:ext cx="4770755" cy="149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825" marR="2011680" indent="36385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(a);  else</a:t>
            </a:r>
            <a:endParaRPr sz="2400">
              <a:latin typeface="Courier New"/>
              <a:cs typeface="Courier New"/>
            </a:endParaRPr>
          </a:p>
          <a:p>
            <a:pPr marL="742315">
              <a:lnSpc>
                <a:spcPts val="2870"/>
              </a:lnSpc>
            </a:pPr>
            <a:r>
              <a:rPr sz="2400" b="1" spc="-10" dirty="0">
                <a:latin typeface="Courier New"/>
                <a:cs typeface="Courier New"/>
              </a:rPr>
              <a:t>return(</a:t>
            </a:r>
            <a:r>
              <a:rPr sz="2400" b="1" spc="-10" dirty="0">
                <a:solidFill>
                  <a:srgbClr val="FF3300"/>
                </a:solidFill>
                <a:latin typeface="Courier New"/>
                <a:cs typeface="Courier New"/>
              </a:rPr>
              <a:t>mult(a,b-1</a:t>
            </a:r>
            <a:r>
              <a:rPr sz="2400" b="1" spc="-10" dirty="0">
                <a:latin typeface="Courier New"/>
                <a:cs typeface="Courier New"/>
              </a:rPr>
              <a:t>)+a);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 Binary</a:t>
            </a:r>
            <a:r>
              <a:rPr spc="-85" dirty="0"/>
              <a:t> </a:t>
            </a:r>
            <a:r>
              <a:rPr dirty="0"/>
              <a:t>Search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70075" y="2025142"/>
            <a:ext cx="7492365" cy="82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0" marR="5080" indent="-609600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int binsearch(int list[], int searchno, int left,  int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right)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4875" y="2846285"/>
            <a:ext cx="1244600" cy="1127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 algn="just">
              <a:lnSpc>
                <a:spcPct val="90100"/>
              </a:lnSpc>
            </a:pPr>
            <a:r>
              <a:rPr sz="2000" b="1" spc="-5" dirty="0">
                <a:latin typeface="Courier New"/>
                <a:cs typeface="Courier New"/>
              </a:rPr>
              <a:t>if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(left  middle  switch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case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6245" y="2816110"/>
            <a:ext cx="5511165" cy="115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&lt;= right)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ts val="2170"/>
              </a:lnSpc>
              <a:spcBef>
                <a:spcPts val="145"/>
              </a:spcBef>
            </a:pPr>
            <a:r>
              <a:rPr sz="2000" b="1" spc="-5" dirty="0">
                <a:latin typeface="Courier New"/>
                <a:cs typeface="Courier New"/>
              </a:rPr>
              <a:t>= (left + right)/2;  (COMPARE(list[middle], searchno) )</a:t>
            </a:r>
            <a:r>
              <a:rPr sz="2000" b="1" spc="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25"/>
              </a:lnSpc>
            </a:pPr>
            <a:r>
              <a:rPr sz="2000" b="1" spc="-5" dirty="0">
                <a:latin typeface="Courier New"/>
                <a:cs typeface="Courier New"/>
              </a:rPr>
              <a:t>-1: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9275" y="3914165"/>
            <a:ext cx="939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5896" y="3947693"/>
            <a:ext cx="5358765" cy="575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binsearch(list, searchno, middle+1,  right)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5896" y="4738661"/>
            <a:ext cx="1092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middle;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4475" y="4497108"/>
            <a:ext cx="1244600" cy="1124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case 0:  return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05"/>
              </a:lnSpc>
            </a:pPr>
            <a:r>
              <a:rPr sz="2000" b="1" spc="-5" dirty="0">
                <a:latin typeface="Courier New"/>
                <a:cs typeface="Courier New"/>
              </a:rPr>
              <a:t>case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1: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3888" y="5287314"/>
            <a:ext cx="1397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searchno,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7633" y="5287314"/>
            <a:ext cx="787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left,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55896" y="5320843"/>
            <a:ext cx="2311400" cy="575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2170"/>
              </a:lnSpc>
            </a:pPr>
            <a:r>
              <a:rPr sz="2000" b="1" spc="-5" dirty="0">
                <a:latin typeface="Courier New"/>
                <a:cs typeface="Courier New"/>
              </a:rPr>
              <a:t>binsearch(list,  middle-1);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0075" y="5836729"/>
            <a:ext cx="1854200" cy="1158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48945" algn="ctr">
              <a:lnSpc>
                <a:spcPts val="228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-1;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</a:t>
            </a:r>
            <a:r>
              <a:rPr spc="-85" dirty="0"/>
              <a:t> </a:t>
            </a:r>
            <a:r>
              <a:rPr dirty="0"/>
              <a:t>Permutations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4496435" cy="3851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Permutation </a:t>
            </a:r>
            <a:r>
              <a:rPr sz="3200" spc="-5" dirty="0">
                <a:latin typeface="Arial"/>
                <a:cs typeface="Arial"/>
              </a:rPr>
              <a:t>of {a, b,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c}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2800" dirty="0">
                <a:latin typeface="Arial"/>
                <a:cs typeface="Arial"/>
              </a:rPr>
              <a:t>– </a:t>
            </a:r>
            <a:r>
              <a:rPr sz="2800" spc="-5" dirty="0">
                <a:latin typeface="Arial"/>
                <a:cs typeface="Arial"/>
              </a:rPr>
              <a:t>(a, b, c), (a, c,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b)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Arial"/>
                <a:cs typeface="Arial"/>
              </a:rPr>
              <a:t>– </a:t>
            </a:r>
            <a:r>
              <a:rPr sz="2800" spc="-5" dirty="0">
                <a:latin typeface="Arial"/>
                <a:cs typeface="Arial"/>
              </a:rPr>
              <a:t>(b, a, c), (b, c,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a)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Arial"/>
                <a:cs typeface="Arial"/>
              </a:rPr>
              <a:t>– </a:t>
            </a:r>
            <a:r>
              <a:rPr sz="2800" spc="-5" dirty="0">
                <a:latin typeface="Arial"/>
                <a:cs typeface="Arial"/>
              </a:rPr>
              <a:t>(c, a, b), (c, b,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a)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Recursion?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32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a+Perm({b,c})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b+Perm({a,c})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c+Perm({a,b})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3175" cy="139065"/>
          </a:xfrm>
          <a:custGeom>
            <a:avLst/>
            <a:gdLst/>
            <a:ahLst/>
            <a:cxnLst/>
            <a:rect l="l" t="t" r="r" b="b"/>
            <a:pathLst>
              <a:path w="3175" h="139065">
                <a:moveTo>
                  <a:pt x="0" y="0"/>
                </a:moveTo>
                <a:lnTo>
                  <a:pt x="0" y="138683"/>
                </a:lnTo>
                <a:lnTo>
                  <a:pt x="3047" y="138683"/>
                </a:lnTo>
                <a:lnTo>
                  <a:pt x="3047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3175" cy="579120"/>
          </a:xfrm>
          <a:custGeom>
            <a:avLst/>
            <a:gdLst/>
            <a:ahLst/>
            <a:cxnLst/>
            <a:rect l="l" t="t" r="r" b="b"/>
            <a:pathLst>
              <a:path w="3175" h="579119">
                <a:moveTo>
                  <a:pt x="0" y="0"/>
                </a:moveTo>
                <a:lnTo>
                  <a:pt x="0" y="579120"/>
                </a:lnTo>
                <a:lnTo>
                  <a:pt x="3048" y="579120"/>
                </a:lnTo>
                <a:lnTo>
                  <a:pt x="3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887" y="352043"/>
            <a:ext cx="1043305" cy="68459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260"/>
              </a:spcBef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7887" y="352043"/>
            <a:ext cx="1043305" cy="6845934"/>
          </a:xfrm>
          <a:custGeom>
            <a:avLst/>
            <a:gdLst/>
            <a:ahLst/>
            <a:cxnLst/>
            <a:rect l="l" t="t" r="r" b="b"/>
            <a:pathLst>
              <a:path w="1043305" h="6845934">
                <a:moveTo>
                  <a:pt x="0" y="0"/>
                </a:moveTo>
                <a:lnTo>
                  <a:pt x="0" y="6845808"/>
                </a:lnTo>
                <a:lnTo>
                  <a:pt x="1043178" y="6845808"/>
                </a:lnTo>
                <a:lnTo>
                  <a:pt x="1043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7887" y="352043"/>
            <a:ext cx="1043305" cy="6845300"/>
          </a:xfrm>
          <a:custGeom>
            <a:avLst/>
            <a:gdLst/>
            <a:ahLst/>
            <a:cxnLst/>
            <a:rect l="l" t="t" r="r" b="b"/>
            <a:pathLst>
              <a:path w="1043305" h="6845300">
                <a:moveTo>
                  <a:pt x="0" y="0"/>
                </a:moveTo>
                <a:lnTo>
                  <a:pt x="0" y="6845046"/>
                </a:lnTo>
                <a:lnTo>
                  <a:pt x="1043178" y="6845046"/>
                </a:lnTo>
                <a:lnTo>
                  <a:pt x="1043177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0317" y="1084325"/>
            <a:ext cx="2057400" cy="3077845"/>
          </a:xfrm>
          <a:custGeom>
            <a:avLst/>
            <a:gdLst/>
            <a:ahLst/>
            <a:cxnLst/>
            <a:rect l="l" t="t" r="r" b="b"/>
            <a:pathLst>
              <a:path w="2057400" h="3077845">
                <a:moveTo>
                  <a:pt x="0" y="0"/>
                </a:moveTo>
                <a:lnTo>
                  <a:pt x="0" y="3077718"/>
                </a:lnTo>
                <a:lnTo>
                  <a:pt x="2057400" y="3077718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49813" y="661416"/>
            <a:ext cx="1751330" cy="345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</a:t>
            </a:r>
            <a:r>
              <a:rPr sz="2400" u="heavy" spc="-5" dirty="0">
                <a:latin typeface="Times New Roman"/>
                <a:cs typeface="Times New Roman"/>
              </a:rPr>
              <a:t>abc</a:t>
            </a:r>
            <a:r>
              <a:rPr sz="2400" spc="-5" dirty="0">
                <a:latin typeface="Times New Roman"/>
                <a:cs typeface="Times New Roman"/>
              </a:rPr>
              <a:t>,1,3)</a:t>
            </a:r>
            <a:endParaRPr sz="2400">
              <a:latin typeface="Times New Roman"/>
              <a:cs typeface="Times New Roman"/>
            </a:endParaRPr>
          </a:p>
          <a:p>
            <a:pPr marL="26034" marR="8890">
              <a:lnSpc>
                <a:spcPct val="89900"/>
              </a:lnSpc>
              <a:spcBef>
                <a:spcPts val="935"/>
              </a:spcBef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 </a:t>
            </a:r>
            <a:r>
              <a:rPr sz="2400" spc="-5" dirty="0">
                <a:latin typeface="Times New Roman"/>
                <a:cs typeface="Times New Roman"/>
              </a:rPr>
              <a:t>perm(a</a:t>
            </a:r>
            <a:r>
              <a:rPr sz="2400" u="heavy" spc="-5" dirty="0">
                <a:latin typeface="Times New Roman"/>
                <a:cs typeface="Times New Roman"/>
              </a:rPr>
              <a:t>b</a:t>
            </a:r>
            <a:r>
              <a:rPr sz="2400" u="heavy" spc="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,2,3) 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6034" marR="8890">
              <a:lnSpc>
                <a:spcPct val="89800"/>
              </a:lnSpc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  </a:t>
            </a:r>
            <a:r>
              <a:rPr sz="2400" spc="-5" dirty="0">
                <a:latin typeface="Times New Roman"/>
                <a:cs typeface="Times New Roman"/>
              </a:rPr>
              <a:t>perm(b</a:t>
            </a:r>
            <a:r>
              <a:rPr sz="2400" u="heavy" spc="-5" dirty="0">
                <a:latin typeface="Times New Roman"/>
                <a:cs typeface="Times New Roman"/>
              </a:rPr>
              <a:t>a</a:t>
            </a:r>
            <a:r>
              <a:rPr sz="2400" u="heavy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,2,3)  </a:t>
            </a:r>
            <a:r>
              <a:rPr sz="2400" dirty="0">
                <a:latin typeface="Times New Roman"/>
                <a:cs typeface="Times New Roman"/>
              </a:rPr>
              <a:t>b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26034" marR="8890">
              <a:lnSpc>
                <a:spcPct val="898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  </a:t>
            </a:r>
            <a:r>
              <a:rPr sz="2400" spc="-5" dirty="0">
                <a:latin typeface="Times New Roman"/>
                <a:cs typeface="Times New Roman"/>
              </a:rPr>
              <a:t>perm(c</a:t>
            </a:r>
            <a:r>
              <a:rPr sz="2400" u="heavy" spc="-5" dirty="0">
                <a:latin typeface="Times New Roman"/>
                <a:cs typeface="Times New Roman"/>
              </a:rPr>
              <a:t>b</a:t>
            </a:r>
            <a:r>
              <a:rPr sz="2400" u="heavy" spc="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,2,3)  </a:t>
            </a:r>
            <a:r>
              <a:rPr sz="2400" dirty="0">
                <a:latin typeface="Times New Roman"/>
                <a:cs typeface="Times New Roman"/>
              </a:rPr>
              <a:t>c </a:t>
            </a:r>
            <a:r>
              <a:rPr sz="2400" spc="-5" dirty="0">
                <a:latin typeface="Symbol"/>
                <a:cs typeface="Symbol"/>
              </a:rPr>
              <a:t>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51211" y="703326"/>
            <a:ext cx="2057400" cy="1824989"/>
          </a:xfrm>
          <a:custGeom>
            <a:avLst/>
            <a:gdLst/>
            <a:ahLst/>
            <a:cxnLst/>
            <a:rect l="l" t="t" r="r" b="b"/>
            <a:pathLst>
              <a:path w="2057400" h="1824989">
                <a:moveTo>
                  <a:pt x="0" y="0"/>
                </a:moveTo>
                <a:lnTo>
                  <a:pt x="0" y="1824989"/>
                </a:lnTo>
                <a:lnTo>
                  <a:pt x="2057400" y="1824989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45178" y="768258"/>
            <a:ext cx="1593850" cy="171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84800"/>
              </a:lnSpc>
            </a:pPr>
            <a:r>
              <a:rPr sz="2200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b  </a:t>
            </a:r>
            <a:r>
              <a:rPr sz="2200" spc="-5" dirty="0">
                <a:latin typeface="Times New Roman"/>
                <a:cs typeface="Times New Roman"/>
              </a:rPr>
              <a:t>perm(a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u="heavy" dirty="0">
                <a:latin typeface="Times New Roman"/>
                <a:cs typeface="Times New Roman"/>
              </a:rPr>
              <a:t>c</a:t>
            </a:r>
            <a:r>
              <a:rPr sz="2200" spc="-5" dirty="0">
                <a:latin typeface="Times New Roman"/>
                <a:cs typeface="Times New Roman"/>
              </a:rPr>
              <a:t>,3,3)  </a:t>
            </a:r>
            <a:r>
              <a:rPr sz="2200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210"/>
              </a:lnSpc>
              <a:spcBef>
                <a:spcPts val="20"/>
              </a:spcBef>
            </a:pPr>
            <a:r>
              <a:rPr sz="2200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c  </a:t>
            </a:r>
            <a:r>
              <a:rPr sz="2200" spc="-5" dirty="0">
                <a:latin typeface="Times New Roman"/>
                <a:cs typeface="Times New Roman"/>
              </a:rPr>
              <a:t>perm(a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u="heavy" spc="5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,3,3)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260"/>
              </a:lnSpc>
            </a:pPr>
            <a:r>
              <a:rPr sz="2200" dirty="0">
                <a:latin typeface="Times New Roman"/>
                <a:cs typeface="Times New Roman"/>
              </a:rPr>
              <a:t>c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23523" y="719708"/>
            <a:ext cx="287655" cy="0"/>
          </a:xfrm>
          <a:custGeom>
            <a:avLst/>
            <a:gdLst/>
            <a:ahLst/>
            <a:cxnLst/>
            <a:rect l="l" t="t" r="r" b="b"/>
            <a:pathLst>
              <a:path w="287654">
                <a:moveTo>
                  <a:pt x="0" y="0"/>
                </a:moveTo>
                <a:lnTo>
                  <a:pt x="287274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830701" y="356616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0" spc="-5" dirty="0">
                <a:solidFill>
                  <a:srgbClr val="000000"/>
                </a:solidFill>
                <a:latin typeface="Times New Roman"/>
                <a:cs typeface="Times New Roman"/>
              </a:rPr>
              <a:t>Perm(abc,2,3)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84611" y="2989326"/>
            <a:ext cx="2057400" cy="1824989"/>
          </a:xfrm>
          <a:custGeom>
            <a:avLst/>
            <a:gdLst/>
            <a:ahLst/>
            <a:cxnLst/>
            <a:rect l="l" t="t" r="r" b="b"/>
            <a:pathLst>
              <a:path w="2057400" h="1824989">
                <a:moveTo>
                  <a:pt x="0" y="0"/>
                </a:moveTo>
                <a:lnTo>
                  <a:pt x="0" y="1824989"/>
                </a:lnTo>
                <a:lnTo>
                  <a:pt x="2057400" y="1824989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378578" y="3054258"/>
            <a:ext cx="1593850" cy="171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84800"/>
              </a:lnSpc>
            </a:pP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a  </a:t>
            </a:r>
            <a:r>
              <a:rPr sz="2200" spc="-5" dirty="0">
                <a:latin typeface="Times New Roman"/>
                <a:cs typeface="Times New Roman"/>
              </a:rPr>
              <a:t>perm(b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u="heavy" dirty="0">
                <a:latin typeface="Times New Roman"/>
                <a:cs typeface="Times New Roman"/>
              </a:rPr>
              <a:t>c</a:t>
            </a:r>
            <a:r>
              <a:rPr sz="2200" spc="-5" dirty="0">
                <a:latin typeface="Times New Roman"/>
                <a:cs typeface="Times New Roman"/>
              </a:rPr>
              <a:t>,3,3) 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2210"/>
              </a:lnSpc>
              <a:spcBef>
                <a:spcPts val="20"/>
              </a:spcBef>
            </a:pP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c  </a:t>
            </a:r>
            <a:r>
              <a:rPr sz="2200" spc="-5" dirty="0">
                <a:latin typeface="Times New Roman"/>
                <a:cs typeface="Times New Roman"/>
              </a:rPr>
              <a:t>perm(b</a:t>
            </a:r>
            <a:r>
              <a:rPr sz="2200" dirty="0">
                <a:latin typeface="Times New Roman"/>
                <a:cs typeface="Times New Roman"/>
              </a:rPr>
              <a:t>c</a:t>
            </a:r>
            <a:r>
              <a:rPr sz="2200" u="heavy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,3,3)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260"/>
              </a:lnSpc>
            </a:pPr>
            <a:r>
              <a:rPr sz="2200" dirty="0">
                <a:latin typeface="Times New Roman"/>
                <a:cs typeface="Times New Roman"/>
              </a:rPr>
              <a:t>c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7901" y="2566415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Perm(b</a:t>
            </a:r>
            <a:r>
              <a:rPr sz="2400" u="heavy" spc="-5" dirty="0">
                <a:latin typeface="Times New Roman"/>
                <a:cs typeface="Times New Roman"/>
              </a:rPr>
              <a:t>ac</a:t>
            </a:r>
            <a:r>
              <a:rPr sz="2400" spc="-5" dirty="0">
                <a:latin typeface="Times New Roman"/>
                <a:cs typeface="Times New Roman"/>
              </a:rPr>
              <a:t>,2,3)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70411" y="5354573"/>
            <a:ext cx="2057400" cy="1826260"/>
          </a:xfrm>
          <a:custGeom>
            <a:avLst/>
            <a:gdLst/>
            <a:ahLst/>
            <a:cxnLst/>
            <a:rect l="l" t="t" r="r" b="b"/>
            <a:pathLst>
              <a:path w="2057400" h="1826259">
                <a:moveTo>
                  <a:pt x="0" y="0"/>
                </a:moveTo>
                <a:lnTo>
                  <a:pt x="0" y="1825752"/>
                </a:lnTo>
                <a:lnTo>
                  <a:pt x="2057400" y="1825752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64378" y="5419506"/>
            <a:ext cx="1593850" cy="1716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84800"/>
              </a:lnSpc>
            </a:pPr>
            <a:r>
              <a:rPr sz="2200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b  perm(cba,3,3)  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84700"/>
              </a:lnSpc>
            </a:pPr>
            <a:r>
              <a:rPr sz="2200" dirty="0">
                <a:latin typeface="Times New Roman"/>
                <a:cs typeface="Times New Roman"/>
              </a:rPr>
              <a:t>b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dirty="0">
                <a:latin typeface="Times New Roman"/>
                <a:cs typeface="Times New Roman"/>
              </a:rPr>
              <a:t> a  </a:t>
            </a:r>
            <a:r>
              <a:rPr sz="2200" spc="-5" dirty="0">
                <a:latin typeface="Times New Roman"/>
                <a:cs typeface="Times New Roman"/>
              </a:rPr>
              <a:t>perm(c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u="heavy" spc="5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,3,3) 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Symbol"/>
                <a:cs typeface="Symbol"/>
              </a:rPr>
              <a:t></a:t>
            </a:r>
            <a:r>
              <a:rPr sz="2200" spc="-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49901" y="4928616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Perm(c</a:t>
            </a:r>
            <a:r>
              <a:rPr sz="2400" u="heavy" spc="-5" dirty="0">
                <a:latin typeface="Times New Roman"/>
                <a:cs typeface="Times New Roman"/>
              </a:rPr>
              <a:t>ba</a:t>
            </a:r>
            <a:r>
              <a:rPr sz="2400" spc="-5" dirty="0">
                <a:latin typeface="Times New Roman"/>
                <a:cs typeface="Times New Roman"/>
              </a:rPr>
              <a:t>,2,3)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70745" y="627126"/>
            <a:ext cx="680720" cy="1043940"/>
          </a:xfrm>
          <a:custGeom>
            <a:avLst/>
            <a:gdLst/>
            <a:ahLst/>
            <a:cxnLst/>
            <a:rect l="l" t="t" r="r" b="b"/>
            <a:pathLst>
              <a:path w="680720" h="1043939">
                <a:moveTo>
                  <a:pt x="646195" y="79605"/>
                </a:moveTo>
                <a:lnTo>
                  <a:pt x="622190" y="64191"/>
                </a:lnTo>
                <a:lnTo>
                  <a:pt x="0" y="1028699"/>
                </a:lnTo>
                <a:lnTo>
                  <a:pt x="24384" y="1043939"/>
                </a:lnTo>
                <a:lnTo>
                  <a:pt x="646195" y="79605"/>
                </a:lnTo>
                <a:close/>
              </a:path>
              <a:path w="680720" h="1043939">
                <a:moveTo>
                  <a:pt x="680465" y="0"/>
                </a:moveTo>
                <a:lnTo>
                  <a:pt x="598170" y="48767"/>
                </a:lnTo>
                <a:lnTo>
                  <a:pt x="622190" y="64191"/>
                </a:lnTo>
                <a:lnTo>
                  <a:pt x="630174" y="51815"/>
                </a:lnTo>
                <a:lnTo>
                  <a:pt x="653796" y="67817"/>
                </a:lnTo>
                <a:lnTo>
                  <a:pt x="653796" y="84485"/>
                </a:lnTo>
                <a:lnTo>
                  <a:pt x="670560" y="95249"/>
                </a:lnTo>
                <a:lnTo>
                  <a:pt x="680465" y="0"/>
                </a:lnTo>
                <a:close/>
              </a:path>
              <a:path w="680720" h="1043939">
                <a:moveTo>
                  <a:pt x="653796" y="67817"/>
                </a:moveTo>
                <a:lnTo>
                  <a:pt x="630174" y="51815"/>
                </a:lnTo>
                <a:lnTo>
                  <a:pt x="622190" y="64191"/>
                </a:lnTo>
                <a:lnTo>
                  <a:pt x="646195" y="79605"/>
                </a:lnTo>
                <a:lnTo>
                  <a:pt x="653796" y="67817"/>
                </a:lnTo>
                <a:close/>
              </a:path>
              <a:path w="680720" h="1043939">
                <a:moveTo>
                  <a:pt x="653796" y="84485"/>
                </a:moveTo>
                <a:lnTo>
                  <a:pt x="653796" y="67817"/>
                </a:lnTo>
                <a:lnTo>
                  <a:pt x="646195" y="79605"/>
                </a:lnTo>
                <a:lnTo>
                  <a:pt x="653796" y="844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54565" y="2640329"/>
            <a:ext cx="1130300" cy="86360"/>
          </a:xfrm>
          <a:custGeom>
            <a:avLst/>
            <a:gdLst/>
            <a:ahLst/>
            <a:cxnLst/>
            <a:rect l="l" t="t" r="r" b="b"/>
            <a:pathLst>
              <a:path w="1130300" h="86360">
                <a:moveTo>
                  <a:pt x="1044447" y="28786"/>
                </a:moveTo>
                <a:lnTo>
                  <a:pt x="0" y="16763"/>
                </a:lnTo>
                <a:lnTo>
                  <a:pt x="0" y="45719"/>
                </a:lnTo>
                <a:lnTo>
                  <a:pt x="1044197" y="56996"/>
                </a:lnTo>
                <a:lnTo>
                  <a:pt x="1044447" y="28786"/>
                </a:lnTo>
                <a:close/>
              </a:path>
              <a:path w="1130300" h="86360">
                <a:moveTo>
                  <a:pt x="1059180" y="78688"/>
                </a:moveTo>
                <a:lnTo>
                  <a:pt x="1059180" y="28956"/>
                </a:lnTo>
                <a:lnTo>
                  <a:pt x="1058418" y="57150"/>
                </a:lnTo>
                <a:lnTo>
                  <a:pt x="1044197" y="56996"/>
                </a:lnTo>
                <a:lnTo>
                  <a:pt x="1043940" y="86106"/>
                </a:lnTo>
                <a:lnTo>
                  <a:pt x="1059180" y="78688"/>
                </a:lnTo>
                <a:close/>
              </a:path>
              <a:path w="1130300" h="86360">
                <a:moveTo>
                  <a:pt x="1059180" y="28956"/>
                </a:moveTo>
                <a:lnTo>
                  <a:pt x="1044447" y="28786"/>
                </a:lnTo>
                <a:lnTo>
                  <a:pt x="1044197" y="56996"/>
                </a:lnTo>
                <a:lnTo>
                  <a:pt x="1058418" y="57150"/>
                </a:lnTo>
                <a:lnTo>
                  <a:pt x="1059180" y="28956"/>
                </a:lnTo>
                <a:close/>
              </a:path>
              <a:path w="1130300" h="86360">
                <a:moveTo>
                  <a:pt x="1130045" y="44195"/>
                </a:moveTo>
                <a:lnTo>
                  <a:pt x="1044702" y="0"/>
                </a:lnTo>
                <a:lnTo>
                  <a:pt x="1044447" y="28786"/>
                </a:lnTo>
                <a:lnTo>
                  <a:pt x="1059180" y="28956"/>
                </a:lnTo>
                <a:lnTo>
                  <a:pt x="1059180" y="78688"/>
                </a:lnTo>
                <a:lnTo>
                  <a:pt x="1130045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02927" y="3811523"/>
            <a:ext cx="1967864" cy="1540510"/>
          </a:xfrm>
          <a:custGeom>
            <a:avLst/>
            <a:gdLst/>
            <a:ahLst/>
            <a:cxnLst/>
            <a:rect l="l" t="t" r="r" b="b"/>
            <a:pathLst>
              <a:path w="1967864" h="1540510">
                <a:moveTo>
                  <a:pt x="1908945" y="1475564"/>
                </a:moveTo>
                <a:lnTo>
                  <a:pt x="17525" y="0"/>
                </a:lnTo>
                <a:lnTo>
                  <a:pt x="0" y="22098"/>
                </a:lnTo>
                <a:lnTo>
                  <a:pt x="1891299" y="1498326"/>
                </a:lnTo>
                <a:lnTo>
                  <a:pt x="1908945" y="1475564"/>
                </a:lnTo>
                <a:close/>
              </a:path>
              <a:path w="1967864" h="1540510">
                <a:moveTo>
                  <a:pt x="1920239" y="1530399"/>
                </a:moveTo>
                <a:lnTo>
                  <a:pt x="1920239" y="1484376"/>
                </a:lnTo>
                <a:lnTo>
                  <a:pt x="1902714" y="1507236"/>
                </a:lnTo>
                <a:lnTo>
                  <a:pt x="1891299" y="1498326"/>
                </a:lnTo>
                <a:lnTo>
                  <a:pt x="1873757" y="1520952"/>
                </a:lnTo>
                <a:lnTo>
                  <a:pt x="1920239" y="1530399"/>
                </a:lnTo>
                <a:close/>
              </a:path>
              <a:path w="1967864" h="1540510">
                <a:moveTo>
                  <a:pt x="1920239" y="1484376"/>
                </a:moveTo>
                <a:lnTo>
                  <a:pt x="1908945" y="1475564"/>
                </a:lnTo>
                <a:lnTo>
                  <a:pt x="1891299" y="1498326"/>
                </a:lnTo>
                <a:lnTo>
                  <a:pt x="1902714" y="1507236"/>
                </a:lnTo>
                <a:lnTo>
                  <a:pt x="1920239" y="1484376"/>
                </a:lnTo>
                <a:close/>
              </a:path>
              <a:path w="1967864" h="1540510">
                <a:moveTo>
                  <a:pt x="1967483" y="1540002"/>
                </a:moveTo>
                <a:lnTo>
                  <a:pt x="1926335" y="1453134"/>
                </a:lnTo>
                <a:lnTo>
                  <a:pt x="1908945" y="1475564"/>
                </a:lnTo>
                <a:lnTo>
                  <a:pt x="1920239" y="1484376"/>
                </a:lnTo>
                <a:lnTo>
                  <a:pt x="1920239" y="1530399"/>
                </a:lnTo>
                <a:lnTo>
                  <a:pt x="1967483" y="154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83501" y="356616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Perm(ab</a:t>
            </a:r>
            <a:r>
              <a:rPr sz="2400" u="heavy" spc="-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88301" y="5843016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Perm(ca</a:t>
            </a:r>
            <a:r>
              <a:rPr sz="2400" u="heavy" spc="-5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12101" y="3785615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Perm(bc</a:t>
            </a:r>
            <a:r>
              <a:rPr sz="2400" u="heavy" spc="-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35901" y="2795015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Perm(ba</a:t>
            </a:r>
            <a:r>
              <a:rPr sz="2400" u="heavy" spc="-5" dirty="0">
                <a:latin typeface="Times New Roman"/>
                <a:cs typeface="Times New Roman"/>
              </a:rPr>
              <a:t>c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59701" y="1652015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Perm(ac</a:t>
            </a:r>
            <a:r>
              <a:rPr sz="2400" u="heavy" spc="-5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12101" y="4852416"/>
            <a:ext cx="175133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Perm(cb</a:t>
            </a:r>
            <a:r>
              <a:rPr sz="2400" u="heavy" spc="-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,3,3)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80198" y="855725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Print(abc)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6398" y="2074926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Print(acb)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56398" y="3217926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Print(bac)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56398" y="4208526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Print(bca)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2598" y="5275326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Print(cba)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32598" y="6265926"/>
            <a:ext cx="2057400" cy="4051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15"/>
              </a:lnSpc>
            </a:pPr>
            <a:r>
              <a:rPr sz="2200" dirty="0">
                <a:latin typeface="Times New Roman"/>
                <a:cs typeface="Times New Roman"/>
              </a:rPr>
              <a:t>Print(cab)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99239" y="831341"/>
            <a:ext cx="1681480" cy="334010"/>
          </a:xfrm>
          <a:custGeom>
            <a:avLst/>
            <a:gdLst/>
            <a:ahLst/>
            <a:cxnLst/>
            <a:rect l="l" t="t" r="r" b="b"/>
            <a:pathLst>
              <a:path w="1681479" h="334009">
                <a:moveTo>
                  <a:pt x="1607179" y="42577"/>
                </a:moveTo>
                <a:lnTo>
                  <a:pt x="1605387" y="32722"/>
                </a:lnTo>
                <a:lnTo>
                  <a:pt x="3809" y="323850"/>
                </a:lnTo>
                <a:lnTo>
                  <a:pt x="762" y="326136"/>
                </a:lnTo>
                <a:lnTo>
                  <a:pt x="0" y="329946"/>
                </a:lnTo>
                <a:lnTo>
                  <a:pt x="2285" y="332994"/>
                </a:lnTo>
                <a:lnTo>
                  <a:pt x="5333" y="333756"/>
                </a:lnTo>
                <a:lnTo>
                  <a:pt x="1607179" y="42577"/>
                </a:lnTo>
                <a:close/>
              </a:path>
              <a:path w="1681479" h="334009">
                <a:moveTo>
                  <a:pt x="1680959" y="24384"/>
                </a:moveTo>
                <a:lnTo>
                  <a:pt x="1599438" y="0"/>
                </a:lnTo>
                <a:lnTo>
                  <a:pt x="1605387" y="32722"/>
                </a:lnTo>
                <a:lnTo>
                  <a:pt x="1617725" y="30480"/>
                </a:lnTo>
                <a:lnTo>
                  <a:pt x="1621523" y="31242"/>
                </a:lnTo>
                <a:lnTo>
                  <a:pt x="1623047" y="34290"/>
                </a:lnTo>
                <a:lnTo>
                  <a:pt x="1623047" y="67988"/>
                </a:lnTo>
                <a:lnTo>
                  <a:pt x="1680959" y="24384"/>
                </a:lnTo>
                <a:close/>
              </a:path>
              <a:path w="1681479" h="334009">
                <a:moveTo>
                  <a:pt x="1623047" y="34290"/>
                </a:moveTo>
                <a:lnTo>
                  <a:pt x="1621523" y="31242"/>
                </a:lnTo>
                <a:lnTo>
                  <a:pt x="1617725" y="30480"/>
                </a:lnTo>
                <a:lnTo>
                  <a:pt x="1605387" y="32722"/>
                </a:lnTo>
                <a:lnTo>
                  <a:pt x="1607179" y="42577"/>
                </a:lnTo>
                <a:lnTo>
                  <a:pt x="1619237" y="40386"/>
                </a:lnTo>
                <a:lnTo>
                  <a:pt x="1622285" y="38100"/>
                </a:lnTo>
                <a:lnTo>
                  <a:pt x="1623047" y="34290"/>
                </a:lnTo>
                <a:close/>
              </a:path>
              <a:path w="1681479" h="334009">
                <a:moveTo>
                  <a:pt x="1623047" y="67988"/>
                </a:moveTo>
                <a:lnTo>
                  <a:pt x="1623047" y="34290"/>
                </a:lnTo>
                <a:lnTo>
                  <a:pt x="1622285" y="38100"/>
                </a:lnTo>
                <a:lnTo>
                  <a:pt x="1619237" y="40386"/>
                </a:lnTo>
                <a:lnTo>
                  <a:pt x="1607179" y="42577"/>
                </a:lnTo>
                <a:lnTo>
                  <a:pt x="1613153" y="75438"/>
                </a:lnTo>
                <a:lnTo>
                  <a:pt x="1623047" y="679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99239" y="1891283"/>
            <a:ext cx="1681480" cy="188595"/>
          </a:xfrm>
          <a:custGeom>
            <a:avLst/>
            <a:gdLst/>
            <a:ahLst/>
            <a:cxnLst/>
            <a:rect l="l" t="t" r="r" b="b"/>
            <a:pathLst>
              <a:path w="1681479" h="188594">
                <a:moveTo>
                  <a:pt x="1605566" y="42326"/>
                </a:moveTo>
                <a:lnTo>
                  <a:pt x="1604733" y="33182"/>
                </a:lnTo>
                <a:lnTo>
                  <a:pt x="4571" y="178308"/>
                </a:lnTo>
                <a:lnTo>
                  <a:pt x="762" y="180594"/>
                </a:lnTo>
                <a:lnTo>
                  <a:pt x="0" y="183642"/>
                </a:lnTo>
                <a:lnTo>
                  <a:pt x="1523" y="186690"/>
                </a:lnTo>
                <a:lnTo>
                  <a:pt x="5333" y="188214"/>
                </a:lnTo>
                <a:lnTo>
                  <a:pt x="1605566" y="42326"/>
                </a:lnTo>
                <a:close/>
              </a:path>
              <a:path w="1681479" h="188594">
                <a:moveTo>
                  <a:pt x="1680959" y="31242"/>
                </a:moveTo>
                <a:lnTo>
                  <a:pt x="1601711" y="0"/>
                </a:lnTo>
                <a:lnTo>
                  <a:pt x="1604733" y="33182"/>
                </a:lnTo>
                <a:lnTo>
                  <a:pt x="1617725" y="32004"/>
                </a:lnTo>
                <a:lnTo>
                  <a:pt x="1620761" y="32766"/>
                </a:lnTo>
                <a:lnTo>
                  <a:pt x="1622285" y="36576"/>
                </a:lnTo>
                <a:lnTo>
                  <a:pt x="1622285" y="67070"/>
                </a:lnTo>
                <a:lnTo>
                  <a:pt x="1680959" y="31242"/>
                </a:lnTo>
                <a:close/>
              </a:path>
              <a:path w="1681479" h="188594">
                <a:moveTo>
                  <a:pt x="1622285" y="36576"/>
                </a:moveTo>
                <a:lnTo>
                  <a:pt x="1620761" y="32766"/>
                </a:lnTo>
                <a:lnTo>
                  <a:pt x="1617725" y="32004"/>
                </a:lnTo>
                <a:lnTo>
                  <a:pt x="1604733" y="33182"/>
                </a:lnTo>
                <a:lnTo>
                  <a:pt x="1605566" y="42326"/>
                </a:lnTo>
                <a:lnTo>
                  <a:pt x="1618488" y="41148"/>
                </a:lnTo>
                <a:lnTo>
                  <a:pt x="1621523" y="39624"/>
                </a:lnTo>
                <a:lnTo>
                  <a:pt x="1622285" y="36576"/>
                </a:lnTo>
                <a:close/>
              </a:path>
              <a:path w="1681479" h="188594">
                <a:moveTo>
                  <a:pt x="1622285" y="67070"/>
                </a:moveTo>
                <a:lnTo>
                  <a:pt x="1622285" y="36576"/>
                </a:lnTo>
                <a:lnTo>
                  <a:pt x="1621523" y="39624"/>
                </a:lnTo>
                <a:lnTo>
                  <a:pt x="1618488" y="41148"/>
                </a:lnTo>
                <a:lnTo>
                  <a:pt x="1605566" y="42326"/>
                </a:lnTo>
                <a:lnTo>
                  <a:pt x="1608582" y="75438"/>
                </a:lnTo>
                <a:lnTo>
                  <a:pt x="1622285" y="67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08839" y="3053333"/>
            <a:ext cx="1148080" cy="398145"/>
          </a:xfrm>
          <a:custGeom>
            <a:avLst/>
            <a:gdLst/>
            <a:ahLst/>
            <a:cxnLst/>
            <a:rect l="l" t="t" r="r" b="b"/>
            <a:pathLst>
              <a:path w="1148079" h="398145">
                <a:moveTo>
                  <a:pt x="1076976" y="40548"/>
                </a:moveTo>
                <a:lnTo>
                  <a:pt x="1073987" y="31384"/>
                </a:lnTo>
                <a:lnTo>
                  <a:pt x="3047" y="388619"/>
                </a:lnTo>
                <a:lnTo>
                  <a:pt x="762" y="390905"/>
                </a:lnTo>
                <a:lnTo>
                  <a:pt x="0" y="394715"/>
                </a:lnTo>
                <a:lnTo>
                  <a:pt x="2285" y="397001"/>
                </a:lnTo>
                <a:lnTo>
                  <a:pt x="6095" y="397763"/>
                </a:lnTo>
                <a:lnTo>
                  <a:pt x="1076976" y="40548"/>
                </a:lnTo>
                <a:close/>
              </a:path>
              <a:path w="1148079" h="398145">
                <a:moveTo>
                  <a:pt x="1147559" y="12192"/>
                </a:moveTo>
                <a:lnTo>
                  <a:pt x="1063751" y="0"/>
                </a:lnTo>
                <a:lnTo>
                  <a:pt x="1073987" y="31384"/>
                </a:lnTo>
                <a:lnTo>
                  <a:pt x="1085837" y="27432"/>
                </a:lnTo>
                <a:lnTo>
                  <a:pt x="1089647" y="27432"/>
                </a:lnTo>
                <a:lnTo>
                  <a:pt x="1091933" y="30480"/>
                </a:lnTo>
                <a:lnTo>
                  <a:pt x="1091933" y="67818"/>
                </a:lnTo>
                <a:lnTo>
                  <a:pt x="1147559" y="12192"/>
                </a:lnTo>
                <a:close/>
              </a:path>
              <a:path w="1148079" h="398145">
                <a:moveTo>
                  <a:pt x="1091933" y="34290"/>
                </a:moveTo>
                <a:lnTo>
                  <a:pt x="1091933" y="30480"/>
                </a:lnTo>
                <a:lnTo>
                  <a:pt x="1089647" y="27432"/>
                </a:lnTo>
                <a:lnTo>
                  <a:pt x="1085837" y="27432"/>
                </a:lnTo>
                <a:lnTo>
                  <a:pt x="1073987" y="31384"/>
                </a:lnTo>
                <a:lnTo>
                  <a:pt x="1076976" y="40548"/>
                </a:lnTo>
                <a:lnTo>
                  <a:pt x="1088885" y="36576"/>
                </a:lnTo>
                <a:lnTo>
                  <a:pt x="1091933" y="34290"/>
                </a:lnTo>
                <a:close/>
              </a:path>
              <a:path w="1148079" h="398145">
                <a:moveTo>
                  <a:pt x="1091933" y="67818"/>
                </a:moveTo>
                <a:lnTo>
                  <a:pt x="1091933" y="34290"/>
                </a:lnTo>
                <a:lnTo>
                  <a:pt x="1088885" y="36576"/>
                </a:lnTo>
                <a:lnTo>
                  <a:pt x="1076976" y="40548"/>
                </a:lnTo>
                <a:lnTo>
                  <a:pt x="1087361" y="72390"/>
                </a:lnTo>
                <a:lnTo>
                  <a:pt x="1091933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32639" y="4032503"/>
            <a:ext cx="1224280" cy="257175"/>
          </a:xfrm>
          <a:custGeom>
            <a:avLst/>
            <a:gdLst/>
            <a:ahLst/>
            <a:cxnLst/>
            <a:rect l="l" t="t" r="r" b="b"/>
            <a:pathLst>
              <a:path w="1224279" h="257175">
                <a:moveTo>
                  <a:pt x="1149933" y="41896"/>
                </a:moveTo>
                <a:lnTo>
                  <a:pt x="1148257" y="32775"/>
                </a:lnTo>
                <a:lnTo>
                  <a:pt x="3809" y="246887"/>
                </a:lnTo>
                <a:lnTo>
                  <a:pt x="762" y="249174"/>
                </a:lnTo>
                <a:lnTo>
                  <a:pt x="0" y="252984"/>
                </a:lnTo>
                <a:lnTo>
                  <a:pt x="2285" y="256032"/>
                </a:lnTo>
                <a:lnTo>
                  <a:pt x="5333" y="256794"/>
                </a:lnTo>
                <a:lnTo>
                  <a:pt x="1149933" y="41896"/>
                </a:lnTo>
                <a:close/>
              </a:path>
              <a:path w="1224279" h="257175">
                <a:moveTo>
                  <a:pt x="1223759" y="23622"/>
                </a:moveTo>
                <a:lnTo>
                  <a:pt x="1142238" y="0"/>
                </a:lnTo>
                <a:lnTo>
                  <a:pt x="1148257" y="32775"/>
                </a:lnTo>
                <a:lnTo>
                  <a:pt x="1160525" y="30480"/>
                </a:lnTo>
                <a:lnTo>
                  <a:pt x="1164323" y="31242"/>
                </a:lnTo>
                <a:lnTo>
                  <a:pt x="1165847" y="34290"/>
                </a:lnTo>
                <a:lnTo>
                  <a:pt x="1165847" y="67226"/>
                </a:lnTo>
                <a:lnTo>
                  <a:pt x="1223759" y="23622"/>
                </a:lnTo>
                <a:close/>
              </a:path>
              <a:path w="1224279" h="257175">
                <a:moveTo>
                  <a:pt x="1165847" y="34290"/>
                </a:moveTo>
                <a:lnTo>
                  <a:pt x="1164323" y="31242"/>
                </a:lnTo>
                <a:lnTo>
                  <a:pt x="1160525" y="30480"/>
                </a:lnTo>
                <a:lnTo>
                  <a:pt x="1148257" y="32775"/>
                </a:lnTo>
                <a:lnTo>
                  <a:pt x="1149933" y="41896"/>
                </a:lnTo>
                <a:lnTo>
                  <a:pt x="1162037" y="39624"/>
                </a:lnTo>
                <a:lnTo>
                  <a:pt x="1165085" y="37337"/>
                </a:lnTo>
                <a:lnTo>
                  <a:pt x="1165847" y="34290"/>
                </a:lnTo>
                <a:close/>
              </a:path>
              <a:path w="1224279" h="257175">
                <a:moveTo>
                  <a:pt x="1165847" y="67226"/>
                </a:moveTo>
                <a:lnTo>
                  <a:pt x="1165847" y="34290"/>
                </a:lnTo>
                <a:lnTo>
                  <a:pt x="1165085" y="37337"/>
                </a:lnTo>
                <a:lnTo>
                  <a:pt x="1162037" y="39624"/>
                </a:lnTo>
                <a:lnTo>
                  <a:pt x="1149933" y="41896"/>
                </a:lnTo>
                <a:lnTo>
                  <a:pt x="1155953" y="74675"/>
                </a:lnTo>
                <a:lnTo>
                  <a:pt x="1165847" y="67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18427" y="5199126"/>
            <a:ext cx="614680" cy="614680"/>
          </a:xfrm>
          <a:custGeom>
            <a:avLst/>
            <a:gdLst/>
            <a:ahLst/>
            <a:cxnLst/>
            <a:rect l="l" t="t" r="r" b="b"/>
            <a:pathLst>
              <a:path w="614679" h="614679">
                <a:moveTo>
                  <a:pt x="563883" y="57146"/>
                </a:moveTo>
                <a:lnTo>
                  <a:pt x="557031" y="50295"/>
                </a:lnTo>
                <a:lnTo>
                  <a:pt x="1524" y="605789"/>
                </a:lnTo>
                <a:lnTo>
                  <a:pt x="0" y="609600"/>
                </a:lnTo>
                <a:lnTo>
                  <a:pt x="1524" y="612648"/>
                </a:lnTo>
                <a:lnTo>
                  <a:pt x="4572" y="614172"/>
                </a:lnTo>
                <a:lnTo>
                  <a:pt x="8394" y="612648"/>
                </a:lnTo>
                <a:lnTo>
                  <a:pt x="563883" y="57146"/>
                </a:lnTo>
                <a:close/>
              </a:path>
              <a:path w="614679" h="614679">
                <a:moveTo>
                  <a:pt x="614172" y="0"/>
                </a:moveTo>
                <a:lnTo>
                  <a:pt x="533400" y="26670"/>
                </a:lnTo>
                <a:lnTo>
                  <a:pt x="557031" y="50295"/>
                </a:lnTo>
                <a:lnTo>
                  <a:pt x="566178" y="41148"/>
                </a:lnTo>
                <a:lnTo>
                  <a:pt x="569226" y="39624"/>
                </a:lnTo>
                <a:lnTo>
                  <a:pt x="573024" y="41148"/>
                </a:lnTo>
                <a:lnTo>
                  <a:pt x="574548" y="44958"/>
                </a:lnTo>
                <a:lnTo>
                  <a:pt x="574548" y="67808"/>
                </a:lnTo>
                <a:lnTo>
                  <a:pt x="587514" y="80772"/>
                </a:lnTo>
                <a:lnTo>
                  <a:pt x="614172" y="0"/>
                </a:lnTo>
                <a:close/>
              </a:path>
              <a:path w="614679" h="614679">
                <a:moveTo>
                  <a:pt x="574548" y="44958"/>
                </a:moveTo>
                <a:lnTo>
                  <a:pt x="573024" y="41148"/>
                </a:lnTo>
                <a:lnTo>
                  <a:pt x="569226" y="39624"/>
                </a:lnTo>
                <a:lnTo>
                  <a:pt x="566178" y="41148"/>
                </a:lnTo>
                <a:lnTo>
                  <a:pt x="557031" y="50295"/>
                </a:lnTo>
                <a:lnTo>
                  <a:pt x="563883" y="57146"/>
                </a:lnTo>
                <a:lnTo>
                  <a:pt x="573024" y="48006"/>
                </a:lnTo>
                <a:lnTo>
                  <a:pt x="574548" y="44958"/>
                </a:lnTo>
                <a:close/>
              </a:path>
              <a:path w="614679" h="614679">
                <a:moveTo>
                  <a:pt x="574548" y="67808"/>
                </a:moveTo>
                <a:lnTo>
                  <a:pt x="574548" y="44958"/>
                </a:lnTo>
                <a:lnTo>
                  <a:pt x="573024" y="48006"/>
                </a:lnTo>
                <a:lnTo>
                  <a:pt x="563883" y="57146"/>
                </a:lnTo>
                <a:lnTo>
                  <a:pt x="574548" y="67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718427" y="6189726"/>
            <a:ext cx="614680" cy="538480"/>
          </a:xfrm>
          <a:custGeom>
            <a:avLst/>
            <a:gdLst/>
            <a:ahLst/>
            <a:cxnLst/>
            <a:rect l="l" t="t" r="r" b="b"/>
            <a:pathLst>
              <a:path w="614679" h="538479">
                <a:moveTo>
                  <a:pt x="560202" y="53510"/>
                </a:moveTo>
                <a:lnTo>
                  <a:pt x="553815" y="46252"/>
                </a:lnTo>
                <a:lnTo>
                  <a:pt x="1524" y="529590"/>
                </a:lnTo>
                <a:lnTo>
                  <a:pt x="0" y="532638"/>
                </a:lnTo>
                <a:lnTo>
                  <a:pt x="1524" y="536448"/>
                </a:lnTo>
                <a:lnTo>
                  <a:pt x="4572" y="537972"/>
                </a:lnTo>
                <a:lnTo>
                  <a:pt x="7620" y="536448"/>
                </a:lnTo>
                <a:lnTo>
                  <a:pt x="560202" y="53510"/>
                </a:lnTo>
                <a:close/>
              </a:path>
              <a:path w="614679" h="538479">
                <a:moveTo>
                  <a:pt x="614172" y="0"/>
                </a:moveTo>
                <a:lnTo>
                  <a:pt x="531888" y="21336"/>
                </a:lnTo>
                <a:lnTo>
                  <a:pt x="553815" y="46252"/>
                </a:lnTo>
                <a:lnTo>
                  <a:pt x="563130" y="38100"/>
                </a:lnTo>
                <a:lnTo>
                  <a:pt x="566940" y="36575"/>
                </a:lnTo>
                <a:lnTo>
                  <a:pt x="569988" y="38100"/>
                </a:lnTo>
                <a:lnTo>
                  <a:pt x="571500" y="41910"/>
                </a:lnTo>
                <a:lnTo>
                  <a:pt x="571500" y="66348"/>
                </a:lnTo>
                <a:lnTo>
                  <a:pt x="582180" y="78486"/>
                </a:lnTo>
                <a:lnTo>
                  <a:pt x="614172" y="0"/>
                </a:lnTo>
                <a:close/>
              </a:path>
              <a:path w="614679" h="538479">
                <a:moveTo>
                  <a:pt x="571500" y="41910"/>
                </a:moveTo>
                <a:lnTo>
                  <a:pt x="569988" y="38100"/>
                </a:lnTo>
                <a:lnTo>
                  <a:pt x="566940" y="36575"/>
                </a:lnTo>
                <a:lnTo>
                  <a:pt x="563130" y="38100"/>
                </a:lnTo>
                <a:lnTo>
                  <a:pt x="553815" y="46252"/>
                </a:lnTo>
                <a:lnTo>
                  <a:pt x="560202" y="53510"/>
                </a:lnTo>
                <a:lnTo>
                  <a:pt x="569988" y="44958"/>
                </a:lnTo>
                <a:lnTo>
                  <a:pt x="571500" y="41910"/>
                </a:lnTo>
                <a:close/>
              </a:path>
              <a:path w="614679" h="538479">
                <a:moveTo>
                  <a:pt x="571500" y="66348"/>
                </a:moveTo>
                <a:lnTo>
                  <a:pt x="571500" y="41910"/>
                </a:lnTo>
                <a:lnTo>
                  <a:pt x="569988" y="44958"/>
                </a:lnTo>
                <a:lnTo>
                  <a:pt x="560202" y="53510"/>
                </a:lnTo>
                <a:lnTo>
                  <a:pt x="571500" y="66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Recursive Permutations</a:t>
            </a:r>
            <a:r>
              <a:rPr spc="-8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86304" y="1959864"/>
            <a:ext cx="6412865" cy="178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10"/>
              </a:lnSpc>
            </a:pPr>
            <a:r>
              <a:rPr sz="2400" b="1" spc="-5" dirty="0">
                <a:latin typeface="Courier New"/>
                <a:cs typeface="Courier New"/>
              </a:rPr>
              <a:t>void perm(char </a:t>
            </a:r>
            <a:r>
              <a:rPr sz="2400" b="1" spc="-10" dirty="0">
                <a:latin typeface="Courier New"/>
                <a:cs typeface="Courier New"/>
              </a:rPr>
              <a:t>*list, </a:t>
            </a:r>
            <a:r>
              <a:rPr sz="2400" b="1" spc="-5" dirty="0">
                <a:latin typeface="Courier New"/>
                <a:cs typeface="Courier New"/>
              </a:rPr>
              <a:t>int i, int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if (i==n)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108075" marR="1332230" indent="-365760">
              <a:lnSpc>
                <a:spcPts val="2740"/>
              </a:lnSpc>
              <a:spcBef>
                <a:spcPts val="135"/>
              </a:spcBef>
            </a:pPr>
            <a:r>
              <a:rPr sz="2400" b="1" spc="-5" dirty="0">
                <a:latin typeface="Courier New"/>
                <a:cs typeface="Courier New"/>
              </a:rPr>
              <a:t>for (j=0; j&lt;=n; </a:t>
            </a:r>
            <a:r>
              <a:rPr sz="2400" b="1" spc="-10" dirty="0">
                <a:latin typeface="Courier New"/>
                <a:cs typeface="Courier New"/>
              </a:rPr>
              <a:t>j++)  </a:t>
            </a:r>
            <a:r>
              <a:rPr sz="2400" b="1" spc="-5" dirty="0">
                <a:latin typeface="Courier New"/>
                <a:cs typeface="Courier New"/>
              </a:rPr>
              <a:t>printf("%c</a:t>
            </a:r>
            <a:r>
              <a:rPr sz="2200" b="1" spc="-5" dirty="0">
                <a:latin typeface="Arial"/>
                <a:cs typeface="Arial"/>
              </a:rPr>
              <a:t>"</a:t>
            </a:r>
            <a:r>
              <a:rPr sz="2400" b="1" spc="-5" dirty="0">
                <a:latin typeface="Courier New"/>
                <a:cs typeface="Courier New"/>
              </a:rPr>
              <a:t>,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list[j]);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2064" y="3698747"/>
            <a:ext cx="2032000" cy="1093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1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else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ts val="2810"/>
              </a:lnSpc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(j=i;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1321" y="4393692"/>
            <a:ext cx="23990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j&lt;= n; j++)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2060" y="4741164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SWAP(list[i],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6437" y="4741164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list[j],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78547" y="4741164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82060" y="5089397"/>
            <a:ext cx="34918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perm(list, i+1,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2060" y="5436870"/>
            <a:ext cx="40398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SWAP(list[i],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list[j],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8547" y="5436870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6304" y="5784341"/>
            <a:ext cx="938530" cy="1094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81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" algn="ctr">
              <a:lnSpc>
                <a:spcPts val="274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1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Basic</a:t>
            </a:r>
            <a:r>
              <a:rPr spc="-85" dirty="0"/>
              <a:t> </a:t>
            </a:r>
            <a:r>
              <a:rPr spc="-5" dirty="0"/>
              <a:t>Concepts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94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System Life</a:t>
            </a:r>
            <a:r>
              <a:rPr spc="-50" dirty="0"/>
              <a:t> </a:t>
            </a:r>
            <a:r>
              <a:rPr spc="-5" dirty="0"/>
              <a:t>Cycle</a:t>
            </a:r>
          </a:p>
          <a:p>
            <a:pPr marL="53594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5" dirty="0"/>
              <a:t>Data </a:t>
            </a:r>
            <a:r>
              <a:rPr spc="-10" dirty="0"/>
              <a:t>Abstraction </a:t>
            </a:r>
            <a:r>
              <a:rPr spc="-5" dirty="0"/>
              <a:t>and </a:t>
            </a:r>
            <a:r>
              <a:rPr spc="-10" dirty="0"/>
              <a:t>Encapsulation</a:t>
            </a:r>
          </a:p>
          <a:p>
            <a:pPr marL="53594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/>
              <a:t>Algorithm</a:t>
            </a:r>
            <a:r>
              <a:rPr spc="-15" dirty="0"/>
              <a:t> </a:t>
            </a:r>
            <a:r>
              <a:rPr spc="-10" dirty="0"/>
              <a:t>Specification</a:t>
            </a:r>
          </a:p>
          <a:p>
            <a:pPr marL="535940" marR="1718945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535940" algn="l"/>
              </a:tabLst>
            </a:pPr>
            <a:r>
              <a:rPr spc="-10" dirty="0">
                <a:solidFill>
                  <a:srgbClr val="FF3300"/>
                </a:solidFill>
              </a:rPr>
              <a:t>Performance Analysis and  Measurement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Performance</a:t>
            </a:r>
            <a:r>
              <a:rPr spc="-85" dirty="0"/>
              <a:t> </a:t>
            </a:r>
            <a:r>
              <a:rPr spc="-5" dirty="0"/>
              <a:t>Evaluation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283835" cy="3717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Criteria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Is </a:t>
            </a:r>
            <a:r>
              <a:rPr sz="2800" spc="-5" dirty="0">
                <a:latin typeface="Arial"/>
                <a:cs typeface="Arial"/>
              </a:rPr>
              <a:t>it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correct?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Is it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readable?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Performance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independent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Performance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measurement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dependent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Performance</a:t>
            </a:r>
            <a:r>
              <a:rPr spc="-9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4902835" cy="269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Complexity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theory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Space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complexity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Amount of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memory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4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Time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complexity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Amount of computing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Space</a:t>
            </a:r>
            <a:r>
              <a:rPr spc="-90" dirty="0"/>
              <a:t> </a:t>
            </a:r>
            <a:r>
              <a:rPr spc="-5" dirty="0"/>
              <a:t>Complexity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7635240" cy="4107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S(P) = c +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</a:t>
            </a:r>
            <a:r>
              <a:rPr sz="3150" spc="-7" baseline="-21164" dirty="0">
                <a:latin typeface="Arial"/>
                <a:cs typeface="Arial"/>
              </a:rPr>
              <a:t>p</a:t>
            </a:r>
            <a:r>
              <a:rPr sz="3200" spc="-5" dirty="0">
                <a:latin typeface="Arial"/>
                <a:cs typeface="Arial"/>
              </a:rPr>
              <a:t>(I)</a:t>
            </a:r>
            <a:endParaRPr sz="3200">
              <a:latin typeface="Arial"/>
              <a:cs typeface="Arial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71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c: fixed space (instruction, simple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variables,  constants)</a:t>
            </a:r>
            <a:endParaRPr sz="2800">
              <a:latin typeface="Arial"/>
              <a:cs typeface="Arial"/>
            </a:endParaRPr>
          </a:p>
          <a:p>
            <a:pPr marL="755650" marR="1334770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S</a:t>
            </a:r>
            <a:r>
              <a:rPr sz="2850" spc="-7" baseline="-20467" dirty="0">
                <a:latin typeface="Arial"/>
                <a:cs typeface="Arial"/>
              </a:rPr>
              <a:t>p</a:t>
            </a:r>
            <a:r>
              <a:rPr sz="2800" spc="-5" dirty="0">
                <a:latin typeface="Arial"/>
                <a:cs typeface="Arial"/>
              </a:rPr>
              <a:t>(I): </a:t>
            </a:r>
            <a:r>
              <a:rPr sz="2800" dirty="0">
                <a:latin typeface="Arial"/>
                <a:cs typeface="Arial"/>
              </a:rPr>
              <a:t>depends on characteristics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  instance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  <a:p>
            <a:pPr marL="755650" marR="86995" lvl="1" indent="-285750">
              <a:lnSpc>
                <a:spcPts val="302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Characteristics: number, size, values of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I/O  associated with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  <a:p>
            <a:pPr marL="355600" marR="1000125" indent="-342900">
              <a:lnSpc>
                <a:spcPts val="3450"/>
              </a:lnSpc>
              <a:spcBef>
                <a:spcPts val="77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If n is the only </a:t>
            </a:r>
            <a:r>
              <a:rPr sz="3200" spc="-10" dirty="0">
                <a:latin typeface="Arial"/>
                <a:cs typeface="Arial"/>
              </a:rPr>
              <a:t>characteristic, </a:t>
            </a:r>
            <a:r>
              <a:rPr sz="3200" spc="-5" dirty="0">
                <a:latin typeface="Arial"/>
                <a:cs typeface="Arial"/>
              </a:rPr>
              <a:t>S</a:t>
            </a:r>
            <a:r>
              <a:rPr sz="3150" spc="-7" baseline="-21164" dirty="0">
                <a:latin typeface="Arial"/>
                <a:cs typeface="Arial"/>
              </a:rPr>
              <a:t>p</a:t>
            </a:r>
            <a:r>
              <a:rPr sz="3200" spc="-5" dirty="0">
                <a:latin typeface="Arial"/>
                <a:cs typeface="Arial"/>
              </a:rPr>
              <a:t>(I)=  </a:t>
            </a:r>
            <a:r>
              <a:rPr sz="3200" spc="-10" dirty="0">
                <a:latin typeface="Arial"/>
                <a:cs typeface="Arial"/>
              </a:rPr>
              <a:t>S</a:t>
            </a:r>
            <a:r>
              <a:rPr sz="3150" spc="-15" baseline="-21164" dirty="0">
                <a:latin typeface="Arial"/>
                <a:cs typeface="Arial"/>
              </a:rPr>
              <a:t>p</a:t>
            </a:r>
            <a:r>
              <a:rPr sz="3200" spc="-10" dirty="0">
                <a:latin typeface="Arial"/>
                <a:cs typeface="Arial"/>
              </a:rPr>
              <a:t>(n)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0245" y="835152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0000"/>
                </a:solidFill>
                <a:latin typeface="Courier New"/>
                <a:cs typeface="Courier New"/>
              </a:rPr>
              <a:t>Program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0115" y="835152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1.12: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65018" y="835152"/>
            <a:ext cx="112077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(</a:t>
            </a:r>
            <a:r>
              <a:rPr sz="2400" b="1" i="1" spc="-10" dirty="0" smtClean="0">
                <a:latin typeface="Courier New"/>
                <a:cs typeface="Courier New"/>
              </a:rPr>
              <a:t>p.3</a:t>
            </a:r>
            <a:r>
              <a:rPr lang="en-US" sz="2400" b="1" i="1" spc="-10" dirty="0" smtClean="0">
                <a:latin typeface="Courier New"/>
                <a:cs typeface="Courier New"/>
              </a:rPr>
              <a:t>8</a:t>
            </a:r>
            <a:r>
              <a:rPr sz="2400" b="1" i="1" spc="-10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22945" y="1223391"/>
            <a:ext cx="3649979" cy="0"/>
          </a:xfrm>
          <a:custGeom>
            <a:avLst/>
            <a:gdLst/>
            <a:ahLst/>
            <a:cxnLst/>
            <a:rect l="l" t="t" r="r" b="b"/>
            <a:pathLst>
              <a:path w="3649979">
                <a:moveTo>
                  <a:pt x="0" y="0"/>
                </a:moveTo>
                <a:lnTo>
                  <a:pt x="3649979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10245" y="1200150"/>
            <a:ext cx="659447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 abc(float a, float b, float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0241" y="1930146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7414" y="1930146"/>
            <a:ext cx="4953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a+b+b*c+(a+b-c)/(a+b)+4.00;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3113" y="2295144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0233" y="3755897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Program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70103" y="3755897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1.13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2522" y="3755897"/>
            <a:ext cx="112077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(</a:t>
            </a:r>
            <a:r>
              <a:rPr sz="2400" b="1" i="1" spc="-10" dirty="0" smtClean="0">
                <a:latin typeface="Courier New"/>
                <a:cs typeface="Courier New"/>
              </a:rPr>
              <a:t>p.3</a:t>
            </a:r>
            <a:r>
              <a:rPr lang="en-US" sz="2400" b="1" i="1" spc="-10" dirty="0" smtClean="0">
                <a:latin typeface="Courier New"/>
                <a:cs typeface="Courier New"/>
              </a:rPr>
              <a:t>9</a:t>
            </a:r>
            <a:r>
              <a:rPr sz="2400" b="1" i="1" spc="-10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22945" y="4144136"/>
            <a:ext cx="3468370" cy="0"/>
          </a:xfrm>
          <a:custGeom>
            <a:avLst/>
            <a:gdLst/>
            <a:ahLst/>
            <a:cxnLst/>
            <a:rect l="l" t="t" r="r" b="b"/>
            <a:pathLst>
              <a:path w="3468370">
                <a:moveTo>
                  <a:pt x="0" y="0"/>
                </a:moveTo>
                <a:lnTo>
                  <a:pt x="3467862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624858" y="4120895"/>
            <a:ext cx="166941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], int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0245" y="4120895"/>
            <a:ext cx="276352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sum(float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tempsum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29589" y="4120895"/>
            <a:ext cx="937894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list[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6005" y="5216652"/>
            <a:ext cx="166751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int </a:t>
            </a:r>
            <a:r>
              <a:rPr sz="2400" b="1" spc="-15" dirty="0">
                <a:latin typeface="Courier New"/>
                <a:cs typeface="Courier New"/>
              </a:rPr>
              <a:t>i;  </a:t>
            </a: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(i=0;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23121" y="5946647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tempsum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0111" y="5581650"/>
            <a:ext cx="239712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i&lt;n;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  <a:p>
            <a:pPr marL="19431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+= list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[i];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76005" y="6311646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53056" y="6311646"/>
            <a:ext cx="14846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tempsum;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10245" y="6676643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98971" y="2715767"/>
            <a:ext cx="1527810" cy="467359"/>
          </a:xfrm>
          <a:prstGeom prst="rect">
            <a:avLst/>
          </a:prstGeom>
          <a:ln w="9524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</a:t>
            </a:r>
            <a:r>
              <a:rPr sz="2400" spc="-7" baseline="-20833" dirty="0">
                <a:solidFill>
                  <a:srgbClr val="FF3300"/>
                </a:solidFill>
                <a:latin typeface="Arial"/>
                <a:cs typeface="Arial"/>
              </a:rPr>
              <a:t>abc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(I)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0" spc="-8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83325" y="4712970"/>
            <a:ext cx="3546475" cy="1562100"/>
          </a:xfrm>
          <a:prstGeom prst="rect">
            <a:avLst/>
          </a:prstGeom>
          <a:ln w="9525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 algn="just">
              <a:lnSpc>
                <a:spcPts val="2875"/>
              </a:lnSpc>
              <a:spcBef>
                <a:spcPts val="285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</a:t>
            </a:r>
            <a:r>
              <a:rPr sz="2400" spc="-7" baseline="-20833" dirty="0">
                <a:solidFill>
                  <a:srgbClr val="FF3300"/>
                </a:solidFill>
                <a:latin typeface="Arial"/>
                <a:cs typeface="Arial"/>
              </a:rPr>
              <a:t>sum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(I)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0" spc="-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91440" marR="83185" algn="just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Recall: pass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address 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first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element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of the 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array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&amp;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pass by</a:t>
            </a:r>
            <a:r>
              <a:rPr sz="24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74761" y="3562350"/>
            <a:ext cx="8065134" cy="0"/>
          </a:xfrm>
          <a:custGeom>
            <a:avLst/>
            <a:gdLst/>
            <a:ahLst/>
            <a:cxnLst/>
            <a:rect l="l" t="t" r="r" b="b"/>
            <a:pathLst>
              <a:path w="8065134">
                <a:moveTo>
                  <a:pt x="0" y="0"/>
                </a:moveTo>
                <a:lnTo>
                  <a:pt x="8065008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5317" y="403097"/>
            <a:ext cx="404114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i="1" u="heavy" spc="-5" dirty="0">
                <a:latin typeface="Courier New"/>
                <a:cs typeface="Courier New"/>
              </a:rPr>
              <a:t>Program 1.14:</a:t>
            </a:r>
            <a:r>
              <a:rPr sz="2400" b="1" i="1" u="heavy" spc="-80" dirty="0">
                <a:latin typeface="Courier New"/>
                <a:cs typeface="Courier New"/>
              </a:rPr>
              <a:t> </a:t>
            </a:r>
            <a:r>
              <a:rPr sz="2400" b="1" i="1" u="heavy" spc="-10" dirty="0">
                <a:latin typeface="Courier New"/>
                <a:cs typeface="Courier New"/>
              </a:rPr>
              <a:t>(</a:t>
            </a:r>
            <a:r>
              <a:rPr sz="2400" b="1" i="1" u="heavy" spc="-10" dirty="0" smtClean="0">
                <a:latin typeface="Courier New"/>
                <a:cs typeface="Courier New"/>
              </a:rPr>
              <a:t>p.3</a:t>
            </a:r>
            <a:r>
              <a:rPr lang="en-US" sz="2400" b="1" i="1" u="heavy" spc="-10" dirty="0" smtClean="0">
                <a:latin typeface="Courier New"/>
                <a:cs typeface="Courier New"/>
              </a:rPr>
              <a:t>9</a:t>
            </a:r>
            <a:r>
              <a:rPr sz="2400" b="1" i="1" u="heavy" spc="-10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 rsum(float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list[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3175" y="768096"/>
            <a:ext cx="16687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], 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5317" y="1133094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1064" y="1498091"/>
            <a:ext cx="1485265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if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5" dirty="0">
                <a:latin typeface="Courier New"/>
                <a:cs typeface="Courier New"/>
              </a:rPr>
              <a:t>(n)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2870" y="1863852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rsum(list,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20496" y="1863852"/>
            <a:ext cx="31286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n-1) +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list[n-1];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8185" y="2228850"/>
            <a:ext cx="185102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94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304" y="3350514"/>
            <a:ext cx="6958330" cy="74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u="heavy" dirty="0">
                <a:latin typeface="Arial"/>
                <a:cs typeface="Arial"/>
              </a:rPr>
              <a:t>Assumptions: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latin typeface="Arial"/>
                <a:cs typeface="Arial"/>
              </a:rPr>
              <a:t>Space needed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one recursive call </a:t>
            </a:r>
            <a:r>
              <a:rPr sz="2400" dirty="0">
                <a:latin typeface="Arial"/>
                <a:cs typeface="Arial"/>
              </a:rPr>
              <a:t>of the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program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32102" y="4268152"/>
          <a:ext cx="7921751" cy="2802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3176"/>
                <a:gridCol w="1150619"/>
                <a:gridCol w="3457956"/>
              </a:tblGrid>
              <a:tr h="552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Type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Name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Number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bytes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586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Parameter: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float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list[</a:t>
                      </a:r>
                      <a:r>
                        <a:rPr sz="2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]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Parameter: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integer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157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Return address: (used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2 (unless a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far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address)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92144">
                <a:tc>
                  <a:txBody>
                    <a:bodyPr/>
                    <a:lstStyle/>
                    <a:p>
                      <a:pPr marL="77470">
                        <a:lnSpc>
                          <a:spcPts val="2660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internally)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Total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281801" y="2715767"/>
            <a:ext cx="2724150" cy="467359"/>
          </a:xfrm>
          <a:prstGeom prst="rect">
            <a:avLst/>
          </a:prstGeom>
          <a:ln w="9525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</a:t>
            </a:r>
            <a:r>
              <a:rPr sz="2400" spc="-7" baseline="-20833" dirty="0">
                <a:solidFill>
                  <a:srgbClr val="FF3300"/>
                </a:solidFill>
                <a:latin typeface="Arial"/>
                <a:cs typeface="Arial"/>
              </a:rPr>
              <a:t>sum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(I)=S</a:t>
            </a:r>
            <a:r>
              <a:rPr sz="2400" spc="-7" baseline="-20833" dirty="0">
                <a:solidFill>
                  <a:srgbClr val="FF3300"/>
                </a:solidFill>
                <a:latin typeface="Arial"/>
                <a:cs typeface="Arial"/>
              </a:rPr>
              <a:t>sum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(n)=6n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Time</a:t>
            </a:r>
            <a:r>
              <a:rPr spc="-90" dirty="0"/>
              <a:t> </a:t>
            </a:r>
            <a:r>
              <a:rPr spc="-5" dirty="0"/>
              <a:t>Complexity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863080" cy="3031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T(P) = c +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</a:t>
            </a:r>
            <a:r>
              <a:rPr sz="3150" spc="-15" baseline="-21164" dirty="0">
                <a:latin typeface="Arial"/>
                <a:cs typeface="Arial"/>
              </a:rPr>
              <a:t>p</a:t>
            </a:r>
            <a:r>
              <a:rPr sz="3200" spc="-10" dirty="0">
                <a:latin typeface="Arial"/>
                <a:cs typeface="Arial"/>
              </a:rPr>
              <a:t>(I)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c: compile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T</a:t>
            </a:r>
            <a:r>
              <a:rPr sz="2850" baseline="-20467" dirty="0">
                <a:latin typeface="Arial"/>
                <a:cs typeface="Arial"/>
              </a:rPr>
              <a:t>p</a:t>
            </a:r>
            <a:r>
              <a:rPr sz="2800" dirty="0">
                <a:latin typeface="Arial"/>
                <a:cs typeface="Arial"/>
              </a:rPr>
              <a:t>(I): program execution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time</a:t>
            </a:r>
            <a:endParaRPr sz="28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570"/>
              </a:spcBef>
              <a:buChar char="•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Depends </a:t>
            </a:r>
            <a:r>
              <a:rPr sz="2400" spc="-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characteristics of </a:t>
            </a:r>
            <a:r>
              <a:rPr sz="2400" spc="-5" dirty="0">
                <a:latin typeface="Arial"/>
                <a:cs typeface="Arial"/>
              </a:rPr>
              <a:t>instance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Predict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spc="-10" dirty="0">
                <a:latin typeface="Arial"/>
                <a:cs typeface="Arial"/>
              </a:rPr>
              <a:t>growth </a:t>
            </a:r>
            <a:r>
              <a:rPr sz="3200" spc="-5" dirty="0">
                <a:latin typeface="Arial"/>
                <a:cs typeface="Arial"/>
              </a:rPr>
              <a:t>in run time as </a:t>
            </a:r>
            <a:r>
              <a:rPr sz="3200" spc="-10" dirty="0">
                <a:latin typeface="Arial"/>
                <a:cs typeface="Arial"/>
              </a:rPr>
              <a:t>the  instance characteristics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change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Time Complexity</a:t>
            </a:r>
            <a:r>
              <a:rPr spc="-7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6944995" cy="3789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Compile </a:t>
            </a:r>
            <a:r>
              <a:rPr sz="3200" spc="-5" dirty="0">
                <a:latin typeface="Arial"/>
                <a:cs typeface="Arial"/>
              </a:rPr>
              <a:t>time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(c)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sz="2800" dirty="0">
                <a:latin typeface="Arial"/>
                <a:cs typeface="Arial"/>
              </a:rPr>
              <a:t>– Independent of instance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characteristics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Run </a:t>
            </a:r>
            <a:r>
              <a:rPr sz="3200" spc="-10" dirty="0">
                <a:latin typeface="Arial"/>
                <a:cs typeface="Arial"/>
              </a:rPr>
              <a:t>(execution) </a:t>
            </a:r>
            <a:r>
              <a:rPr sz="3200" spc="-5" dirty="0">
                <a:latin typeface="Arial"/>
                <a:cs typeface="Arial"/>
              </a:rPr>
              <a:t>time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</a:t>
            </a:r>
            <a:r>
              <a:rPr sz="3150" spc="-7" baseline="-21164" dirty="0">
                <a:latin typeface="Arial"/>
                <a:cs typeface="Arial"/>
              </a:rPr>
              <a:t>P</a:t>
            </a:r>
            <a:endParaRPr sz="3150" baseline="-21164">
              <a:latin typeface="Arial"/>
              <a:cs typeface="Arial"/>
            </a:endParaRPr>
          </a:p>
          <a:p>
            <a:pPr marL="355600" marR="288290" indent="-342900">
              <a:lnSpc>
                <a:spcPts val="3450"/>
              </a:lnSpc>
              <a:spcBef>
                <a:spcPts val="81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program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step </a:t>
            </a:r>
            <a:r>
              <a:rPr sz="3200" spc="-5" dirty="0">
                <a:latin typeface="Arial"/>
                <a:cs typeface="Arial"/>
              </a:rPr>
              <a:t>is a </a:t>
            </a:r>
            <a:r>
              <a:rPr sz="3200" spc="-10" dirty="0">
                <a:latin typeface="Arial"/>
                <a:cs typeface="Arial"/>
              </a:rPr>
              <a:t>syntactically or  semantically meaningful program  segment whose execution </a:t>
            </a:r>
            <a:r>
              <a:rPr sz="3200" spc="-5" dirty="0">
                <a:latin typeface="Arial"/>
                <a:cs typeface="Arial"/>
              </a:rPr>
              <a:t>time </a:t>
            </a:r>
            <a:r>
              <a:rPr sz="3200" spc="-10" dirty="0">
                <a:latin typeface="Arial"/>
                <a:cs typeface="Arial"/>
              </a:rPr>
              <a:t>is  independent </a:t>
            </a:r>
            <a:r>
              <a:rPr sz="3200" spc="-5" dirty="0">
                <a:latin typeface="Arial"/>
                <a:cs typeface="Arial"/>
              </a:rPr>
              <a:t>of the </a:t>
            </a:r>
            <a:r>
              <a:rPr sz="3200" spc="-10" dirty="0">
                <a:latin typeface="Arial"/>
                <a:cs typeface="Arial"/>
              </a:rPr>
              <a:t>instance  characteristics.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Methods to Compute the Step</a:t>
            </a:r>
            <a:r>
              <a:rPr spc="-40" dirty="0"/>
              <a:t> </a:t>
            </a:r>
            <a:r>
              <a:rPr spc="-5" dirty="0"/>
              <a:t>Count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56500" cy="380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0" indent="-6096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621665" algn="l"/>
                <a:tab pos="622300" algn="l"/>
              </a:tabLst>
            </a:pPr>
            <a:r>
              <a:rPr sz="3200" spc="-10" dirty="0">
                <a:latin typeface="Arial"/>
                <a:cs typeface="Arial"/>
              </a:rPr>
              <a:t>Introduce variable count </a:t>
            </a:r>
            <a:r>
              <a:rPr sz="3200" spc="-5" dirty="0">
                <a:latin typeface="Arial"/>
                <a:cs typeface="Arial"/>
              </a:rPr>
              <a:t>into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programs</a:t>
            </a:r>
            <a:endParaRPr sz="3200">
              <a:latin typeface="Arial"/>
              <a:cs typeface="Arial"/>
            </a:endParaRPr>
          </a:p>
          <a:p>
            <a:pPr marL="622300" indent="-6096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621665" algn="l"/>
                <a:tab pos="622300" algn="l"/>
              </a:tabLst>
            </a:pPr>
            <a:r>
              <a:rPr sz="3200" spc="-10" dirty="0">
                <a:latin typeface="Arial"/>
                <a:cs typeface="Arial"/>
              </a:rPr>
              <a:t>Tabular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method</a:t>
            </a:r>
            <a:endParaRPr sz="3200">
              <a:latin typeface="Arial"/>
              <a:cs typeface="Arial"/>
            </a:endParaRPr>
          </a:p>
          <a:p>
            <a:pPr marL="622300" marR="476884" indent="-6096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621665" algn="l"/>
                <a:tab pos="622300" algn="l"/>
              </a:tabLst>
            </a:pPr>
            <a:r>
              <a:rPr sz="3200" spc="-10" dirty="0">
                <a:latin typeface="Arial"/>
                <a:cs typeface="Arial"/>
              </a:rPr>
              <a:t>Determine </a:t>
            </a:r>
            <a:r>
              <a:rPr sz="3200" spc="-5" dirty="0">
                <a:latin typeface="Arial"/>
                <a:cs typeface="Arial"/>
              </a:rPr>
              <a:t>the total </a:t>
            </a:r>
            <a:r>
              <a:rPr sz="3200" spc="-10" dirty="0">
                <a:latin typeface="Arial"/>
                <a:cs typeface="Arial"/>
              </a:rPr>
              <a:t>number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0" dirty="0">
                <a:latin typeface="Arial"/>
                <a:cs typeface="Arial"/>
              </a:rPr>
              <a:t>steps  contributed </a:t>
            </a:r>
            <a:r>
              <a:rPr sz="3200" spc="-5" dirty="0">
                <a:latin typeface="Arial"/>
                <a:cs typeface="Arial"/>
              </a:rPr>
              <a:t>by </a:t>
            </a:r>
            <a:r>
              <a:rPr sz="3200" spc="-10" dirty="0">
                <a:latin typeface="Arial"/>
                <a:cs typeface="Arial"/>
              </a:rPr>
              <a:t>each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statement</a:t>
            </a:r>
            <a:endParaRPr sz="32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step per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execution </a:t>
            </a:r>
            <a:r>
              <a:rPr sz="3200" spc="-5" dirty="0">
                <a:solidFill>
                  <a:srgbClr val="FF3300"/>
                </a:solidFill>
                <a:latin typeface="PMingLiU"/>
                <a:cs typeface="PMingLiU"/>
              </a:rPr>
              <a:t>×</a:t>
            </a:r>
            <a:r>
              <a:rPr sz="3200" spc="30" dirty="0">
                <a:solidFill>
                  <a:srgbClr val="FF3300"/>
                </a:solidFill>
                <a:latin typeface="PMingLiU"/>
                <a:cs typeface="PMingLiU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frequency</a:t>
            </a:r>
            <a:endParaRPr sz="3200">
              <a:latin typeface="Arial"/>
              <a:cs typeface="Arial"/>
            </a:endParaRPr>
          </a:p>
          <a:p>
            <a:pPr marL="622300" marR="1784985" indent="-6096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621665" algn="l"/>
                <a:tab pos="622300" algn="l"/>
              </a:tabLst>
            </a:pPr>
            <a:r>
              <a:rPr sz="3200" spc="-5" dirty="0">
                <a:latin typeface="Arial"/>
                <a:cs typeface="Arial"/>
              </a:rPr>
              <a:t>Add up the </a:t>
            </a:r>
            <a:r>
              <a:rPr sz="3200" spc="-10" dirty="0">
                <a:latin typeface="Arial"/>
                <a:cs typeface="Arial"/>
              </a:rPr>
              <a:t>contribution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0" dirty="0">
                <a:latin typeface="Arial"/>
                <a:cs typeface="Arial"/>
              </a:rPr>
              <a:t>all  statements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54251" y="877823"/>
            <a:ext cx="3858260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heavy" spc="-5" dirty="0">
                <a:solidFill>
                  <a:srgbClr val="000000"/>
                </a:solidFill>
                <a:latin typeface="Courier New"/>
                <a:cs typeface="Courier New"/>
              </a:rPr>
              <a:t>Program 1.15:</a:t>
            </a:r>
            <a:r>
              <a:rPr sz="2400" b="1" u="heavy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u="heavy" spc="-10" dirty="0" smtClean="0">
                <a:solidFill>
                  <a:srgbClr val="000000"/>
                </a:solidFill>
                <a:latin typeface="Courier New"/>
                <a:cs typeface="Courier New"/>
              </a:rPr>
              <a:t>p.</a:t>
            </a:r>
            <a:r>
              <a:rPr lang="en-US" sz="2400" b="1" u="heavy" spc="-10" dirty="0" smtClean="0">
                <a:solidFill>
                  <a:srgbClr val="000000"/>
                </a:solidFill>
                <a:latin typeface="Courier New"/>
                <a:cs typeface="Courier New"/>
              </a:rPr>
              <a:t>44</a:t>
            </a:r>
            <a:r>
              <a:rPr sz="2400" b="1" u="heavy" spc="-10" dirty="0" smtClean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9503" y="1607820"/>
            <a:ext cx="166941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], 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54251" y="1607820"/>
            <a:ext cx="3858260" cy="730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 sum(float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0023" y="2338578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tempsum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0023" y="2703576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3882" y="2338578"/>
            <a:ext cx="112014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/*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0963" y="2703576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assignment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0023" y="3068573"/>
            <a:ext cx="166751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int </a:t>
            </a:r>
            <a:r>
              <a:rPr sz="2400" b="1" spc="-15" dirty="0">
                <a:latin typeface="Courier New"/>
                <a:cs typeface="Courier New"/>
              </a:rPr>
              <a:t>i;  </a:t>
            </a: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(i=0;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3699" y="3798570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44739" y="3433571"/>
            <a:ext cx="330962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i&lt;n; i++)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2018664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the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0772" y="3798570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loop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1642" y="4163567"/>
            <a:ext cx="14865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list[i];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84259" y="3798570"/>
            <a:ext cx="1851025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  </a:t>
            </a:r>
            <a:r>
              <a:rPr sz="2400" b="1" spc="-5" dirty="0">
                <a:latin typeface="Courier New"/>
                <a:cs typeface="Courier New"/>
              </a:rPr>
              <a:t>tempsum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+=  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3820" y="4529328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1085" y="4529328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assignment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0023" y="4894326"/>
            <a:ext cx="148526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59229" y="5259323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of for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0023" y="6001193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18903" y="5997987"/>
            <a:ext cx="14846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tempsum;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10202" y="5566535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4308" y="5259323"/>
            <a:ext cx="312801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last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execution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 smtClean="0">
                <a:latin typeface="Courier New"/>
                <a:cs typeface="Courier New"/>
              </a:rPr>
              <a:t>/* </a:t>
            </a:r>
            <a:r>
              <a:rPr sz="2400" b="1" spc="-5" dirty="0">
                <a:latin typeface="Courier New"/>
                <a:cs typeface="Courier New"/>
              </a:rPr>
              <a:t>for return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4251" y="635431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05801" y="6008370"/>
            <a:ext cx="1694180" cy="467359"/>
          </a:xfrm>
          <a:prstGeom prst="rect">
            <a:avLst/>
          </a:prstGeom>
          <a:ln w="9525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2n+3</a:t>
            </a:r>
            <a:r>
              <a:rPr sz="2400" spc="-9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steps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4251" y="474726"/>
            <a:ext cx="367537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u="heavy" spc="-5" dirty="0">
                <a:latin typeface="Courier New"/>
                <a:cs typeface="Courier New"/>
              </a:rPr>
              <a:t>Program 1.17:</a:t>
            </a:r>
            <a:r>
              <a:rPr sz="2400" b="1" i="1" u="heavy" spc="-80" dirty="0">
                <a:latin typeface="Courier New"/>
                <a:cs typeface="Courier New"/>
              </a:rPr>
              <a:t> </a:t>
            </a:r>
            <a:r>
              <a:rPr sz="2400" b="1" i="1" u="heavy" spc="-10" dirty="0">
                <a:latin typeface="Courier New"/>
                <a:cs typeface="Courier New"/>
              </a:rPr>
              <a:t>(</a:t>
            </a:r>
            <a:r>
              <a:rPr sz="2400" b="1" i="1" u="heavy" spc="-10" dirty="0" smtClean="0">
                <a:latin typeface="Courier New"/>
                <a:cs typeface="Courier New"/>
              </a:rPr>
              <a:t>p.</a:t>
            </a:r>
            <a:r>
              <a:rPr lang="en-US" sz="2400" b="1" i="1" u="heavy" spc="-10" dirty="0" smtClean="0">
                <a:latin typeface="Courier New"/>
                <a:cs typeface="Courier New"/>
              </a:rPr>
              <a:t>45</a:t>
            </a:r>
            <a:r>
              <a:rPr sz="2400" b="1" i="1" u="heavy" spc="-10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6657" y="1204721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</a:t>
            </a:r>
            <a:r>
              <a:rPr sz="2400" b="1" spc="-10" dirty="0">
                <a:latin typeface="Courier New"/>
                <a:cs typeface="Courier New"/>
              </a:rPr>
              <a:t>ist[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2109" y="1204721"/>
            <a:ext cx="16687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], 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4251" y="1204721"/>
            <a:ext cx="2945765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rsum(float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0023" y="2300478"/>
            <a:ext cx="166751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for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if  </a:t>
            </a: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(n&lt;=0)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3398" y="2300478"/>
            <a:ext cx="258064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conditional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4259" y="3030473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6247" y="3030473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3238" y="3030473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4259" y="3395471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0023" y="3760470"/>
            <a:ext cx="112077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else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84259" y="4491228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6247" y="4491228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03238" y="4491228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4259" y="4856226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61828" y="4856226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rsum(list,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69455" y="4856226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n-1)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81996" y="4856226"/>
            <a:ext cx="22161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+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list[n-1];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20023" y="5221223"/>
            <a:ext cx="148526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count++;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0023" y="5951220"/>
            <a:ext cx="11195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96861" y="5951220"/>
            <a:ext cx="14846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list[0];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54251" y="631621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63091" y="1761744"/>
            <a:ext cx="2186305" cy="2664460"/>
          </a:xfrm>
          <a:prstGeom prst="rect">
            <a:avLst/>
          </a:prstGeom>
          <a:ln w="9524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T(n)</a:t>
            </a:r>
            <a:endParaRPr sz="2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=2+T(n-1)</a:t>
            </a:r>
            <a:endParaRPr sz="2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=2+2+T(n-2)</a:t>
            </a:r>
            <a:endParaRPr sz="2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=2n+T(0)</a:t>
            </a:r>
            <a:endParaRPr sz="2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=2n+2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Tabular</a:t>
            </a:r>
            <a:r>
              <a:rPr spc="-95" dirty="0"/>
              <a:t> </a:t>
            </a:r>
            <a:r>
              <a:rPr dirty="0"/>
              <a:t>Method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65730" y="2277617"/>
            <a:ext cx="6918959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u="heavy" spc="-5" dirty="0">
                <a:latin typeface="Arial"/>
                <a:cs typeface="Arial"/>
              </a:rPr>
              <a:t>Table 1.1: Step count table for Program 1.13</a:t>
            </a:r>
            <a:r>
              <a:rPr sz="2400" i="1" u="heavy" spc="-40" dirty="0">
                <a:latin typeface="Arial"/>
                <a:cs typeface="Arial"/>
              </a:rPr>
              <a:t> </a:t>
            </a:r>
            <a:r>
              <a:rPr sz="2400" i="1" u="heavy" spc="-10" dirty="0">
                <a:latin typeface="Arial"/>
                <a:cs typeface="Arial"/>
              </a:rPr>
              <a:t>(</a:t>
            </a:r>
            <a:r>
              <a:rPr sz="2400" i="1" u="heavy" spc="-10" dirty="0" smtClean="0">
                <a:latin typeface="Arial"/>
                <a:cs typeface="Arial"/>
              </a:rPr>
              <a:t>p.4</a:t>
            </a:r>
            <a:r>
              <a:rPr lang="en-US" sz="2400" i="1" u="heavy" spc="-10" dirty="0" smtClean="0">
                <a:latin typeface="Arial"/>
                <a:cs typeface="Arial"/>
              </a:rPr>
              <a:t>8</a:t>
            </a:r>
            <a:r>
              <a:rPr sz="2400" i="1" u="heavy" spc="-10" dirty="0" smtClean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60474" y="2971228"/>
          <a:ext cx="8045957" cy="3483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9758"/>
                <a:gridCol w="637632"/>
                <a:gridCol w="1501502"/>
                <a:gridCol w="1747065"/>
              </a:tblGrid>
              <a:tr h="365760">
                <a:tc>
                  <a:txBody>
                    <a:bodyPr/>
                    <a:lstStyle/>
                    <a:p>
                      <a:pPr marL="77470">
                        <a:lnSpc>
                          <a:spcPts val="2235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Statement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03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s/e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035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Frequency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035"/>
                        </a:lnSpc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Total</a:t>
                      </a:r>
                      <a:r>
                        <a:rPr sz="18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steps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52344">
                <a:tc>
                  <a:txBody>
                    <a:bodyPr/>
                    <a:lstStyle/>
                    <a:p>
                      <a:pPr marL="991869" marR="396240" indent="-914400">
                        <a:lnSpc>
                          <a:spcPts val="2170"/>
                        </a:lnSpc>
                        <a:spcBef>
                          <a:spcPts val="15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float sum(float list[ ],  int</a:t>
                      </a:r>
                      <a:r>
                        <a:rPr sz="2000" b="1" spc="-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n)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201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{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82270" marR="243840">
                        <a:lnSpc>
                          <a:spcPts val="2160"/>
                        </a:lnSpc>
                        <a:spcBef>
                          <a:spcPts val="15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float tempsum = 0;  for(int i=0; i &lt;n;</a:t>
                      </a:r>
                      <a:r>
                        <a:rPr sz="2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i++)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82270" marR="548640" indent="304800">
                        <a:lnSpc>
                          <a:spcPts val="2160"/>
                        </a:lnSpc>
                        <a:spcBef>
                          <a:spcPts val="5"/>
                        </a:spcBef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tempsum +=</a:t>
                      </a:r>
                      <a:r>
                        <a:rPr sz="20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list[i];  return</a:t>
                      </a:r>
                      <a:r>
                        <a:rPr sz="20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tempsum;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7470">
                        <a:lnSpc>
                          <a:spcPts val="213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}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67665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7665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7665" marR="821690" indent="-152400">
                        <a:lnSpc>
                          <a:spcPct val="90100"/>
                        </a:lnSpc>
                        <a:spcBef>
                          <a:spcPts val="114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n+1 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n  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7665">
                        <a:lnSpc>
                          <a:spcPts val="216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89890">
                        <a:lnSpc>
                          <a:spcPts val="228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89890">
                        <a:lnSpc>
                          <a:spcPts val="2165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89890" marR="1029969" indent="-152400">
                        <a:lnSpc>
                          <a:spcPct val="90100"/>
                        </a:lnSpc>
                        <a:spcBef>
                          <a:spcPts val="114"/>
                        </a:spcBef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n+1  </a:t>
                      </a:r>
                      <a:r>
                        <a:rPr sz="2000" b="1" spc="-5" dirty="0">
                          <a:latin typeface="Courier New"/>
                          <a:cs typeface="Courier New"/>
                        </a:rPr>
                        <a:t>n  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89890">
                        <a:lnSpc>
                          <a:spcPts val="216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0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4997">
                <a:tc>
                  <a:txBody>
                    <a:bodyPr/>
                    <a:lstStyle/>
                    <a:p>
                      <a:pPr marL="77470">
                        <a:lnSpc>
                          <a:spcPts val="230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Total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370455">
                        <a:lnSpc>
                          <a:spcPts val="230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2n+3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246247" y="6641592"/>
            <a:ext cx="32454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s/e: steps per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execution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Time</a:t>
            </a:r>
            <a:r>
              <a:rPr spc="-90" dirty="0"/>
              <a:t> </a:t>
            </a:r>
            <a:r>
              <a:rPr spc="-5" dirty="0"/>
              <a:t>Complexity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313930" cy="310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Cases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Worst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Best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Average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case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Worst case and </a:t>
            </a:r>
            <a:r>
              <a:rPr sz="3200" spc="-10" dirty="0">
                <a:latin typeface="Arial"/>
                <a:cs typeface="Arial"/>
              </a:rPr>
              <a:t>average </a:t>
            </a:r>
            <a:r>
              <a:rPr sz="3200" spc="-5" dirty="0">
                <a:latin typeface="Arial"/>
                <a:cs typeface="Arial"/>
              </a:rPr>
              <a:t>case </a:t>
            </a:r>
            <a:r>
              <a:rPr sz="3200" spc="-10" dirty="0">
                <a:latin typeface="Arial"/>
                <a:cs typeface="Arial"/>
              </a:rPr>
              <a:t>analysis  </a:t>
            </a:r>
            <a:r>
              <a:rPr sz="3200" spc="-5" dirty="0">
                <a:latin typeface="Arial"/>
                <a:cs typeface="Arial"/>
              </a:rPr>
              <a:t>is </a:t>
            </a:r>
            <a:r>
              <a:rPr sz="3200" spc="-10" dirty="0">
                <a:latin typeface="Arial"/>
                <a:cs typeface="Arial"/>
              </a:rPr>
              <a:t>much more useful </a:t>
            </a:r>
            <a:r>
              <a:rPr sz="3200" spc="-5" dirty="0">
                <a:latin typeface="Arial"/>
                <a:cs typeface="Arial"/>
              </a:rPr>
              <a:t>in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practice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Time Complexity</a:t>
            </a:r>
            <a:r>
              <a:rPr spc="-7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7453630" cy="3909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Difficult to determine the exact step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counts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What a step stands for is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inexact</a:t>
            </a:r>
          </a:p>
          <a:p>
            <a:pPr marL="469900">
              <a:lnSpc>
                <a:spcPct val="100000"/>
              </a:lnSpc>
              <a:spcBef>
                <a:spcPts val="570"/>
              </a:spcBef>
              <a:tabLst>
                <a:tab pos="1431290" algn="l"/>
                <a:tab pos="2336165" algn="l"/>
                <a:tab pos="2978150" algn="l"/>
              </a:tabLst>
            </a:pPr>
            <a:r>
              <a:rPr sz="2400" spc="-5" dirty="0">
                <a:latin typeface="Arial"/>
                <a:cs typeface="Arial"/>
              </a:rPr>
              <a:t>–</a:t>
            </a:r>
            <a:r>
              <a:rPr sz="2400" spc="2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e.g.	</a:t>
            </a:r>
            <a:r>
              <a:rPr sz="2400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 := </a:t>
            </a:r>
            <a:r>
              <a:rPr sz="2400" dirty="0">
                <a:latin typeface="Arial"/>
                <a:cs typeface="Arial"/>
              </a:rPr>
              <a:t>y	</a:t>
            </a:r>
            <a:r>
              <a:rPr sz="2400" spc="-5" dirty="0">
                <a:latin typeface="Arial"/>
                <a:cs typeface="Arial"/>
              </a:rPr>
              <a:t>v.s.	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:= </a:t>
            </a:r>
            <a:r>
              <a:rPr sz="2400" dirty="0">
                <a:latin typeface="Arial"/>
                <a:cs typeface="Arial"/>
              </a:rPr>
              <a:t>y + z + </a:t>
            </a:r>
            <a:r>
              <a:rPr sz="2400" spc="-5" dirty="0">
                <a:latin typeface="Arial"/>
                <a:cs typeface="Arial"/>
              </a:rPr>
              <a:t>(x/y) </a:t>
            </a:r>
            <a:r>
              <a:rPr sz="2400" dirty="0">
                <a:latin typeface="Arial"/>
                <a:cs typeface="Arial"/>
              </a:rPr>
              <a:t>+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…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Exact step count is not useful for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comparison</a:t>
            </a:r>
          </a:p>
          <a:p>
            <a:pPr marL="355600" marR="32004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Step count doesn’t tell how much time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step  takes</a:t>
            </a:r>
          </a:p>
          <a:p>
            <a:pPr marL="355600" marR="144780" indent="-342900">
              <a:lnSpc>
                <a:spcPct val="100000"/>
              </a:lnSpc>
              <a:spcBef>
                <a:spcPts val="75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Just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consider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growth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in run time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as 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the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instance characteristics</a:t>
            </a:r>
            <a:r>
              <a:rPr sz="3200" spc="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change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Asymptotic </a:t>
            </a:r>
            <a:r>
              <a:rPr spc="-5" dirty="0"/>
              <a:t>Notation -Big</a:t>
            </a:r>
            <a:r>
              <a:rPr spc="-80" dirty="0"/>
              <a:t> </a:t>
            </a:r>
            <a:r>
              <a:rPr spc="-5" dirty="0"/>
              <a:t>“oh”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059930" cy="144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f(n)=O(g(n))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iff</a:t>
            </a:r>
            <a:endParaRPr sz="3200" dirty="0">
              <a:latin typeface="Arial"/>
              <a:cs typeface="Arial"/>
            </a:endParaRPr>
          </a:p>
          <a:p>
            <a:pPr marL="755650" marR="5080" indent="-286385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latin typeface="Arial"/>
                <a:cs typeface="Arial"/>
              </a:rPr>
              <a:t>– </a:t>
            </a:r>
            <a:r>
              <a:rPr sz="2800" spc="-5" dirty="0">
                <a:latin typeface="Symbol"/>
                <a:cs typeface="Symbol"/>
              </a:rPr>
              <a:t>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real constant c&gt;0 </a:t>
            </a:r>
            <a:r>
              <a:rPr sz="2800" dirty="0">
                <a:latin typeface="Arial"/>
                <a:cs typeface="Arial"/>
              </a:rPr>
              <a:t>and an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integer  constant n</a:t>
            </a:r>
            <a:r>
              <a:rPr sz="2850" baseline="-20467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800" dirty="0">
                <a:solidFill>
                  <a:srgbClr val="FF3300"/>
                </a:solidFill>
                <a:latin typeface="PMingLiU"/>
                <a:cs typeface="PMingLiU"/>
              </a:rPr>
              <a:t>≧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spc="-5" dirty="0" smtClean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f(n) </a:t>
            </a:r>
            <a:r>
              <a:rPr sz="2800" spc="-5" dirty="0">
                <a:solidFill>
                  <a:srgbClr val="CC3300"/>
                </a:solidFill>
                <a:latin typeface="Symbol"/>
                <a:cs typeface="Symbol"/>
              </a:rPr>
              <a:t></a:t>
            </a:r>
            <a:r>
              <a:rPr sz="2800" spc="-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cg(n) </a:t>
            </a:r>
            <a:r>
              <a:rPr sz="2800" spc="-5" dirty="0">
                <a:latin typeface="Symbol"/>
                <a:cs typeface="Symbol"/>
              </a:rPr>
              <a:t>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n, </a:t>
            </a:r>
            <a:r>
              <a:rPr sz="2800" dirty="0">
                <a:latin typeface="Arial"/>
                <a:cs typeface="Arial"/>
              </a:rPr>
              <a:t>n </a:t>
            </a:r>
            <a:r>
              <a:rPr sz="2800" spc="-5" dirty="0">
                <a:latin typeface="Symbol"/>
                <a:cs typeface="Symbol"/>
              </a:rPr>
              <a:t>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50" baseline="-20467" dirty="0">
                <a:latin typeface="Arial"/>
                <a:cs typeface="Arial"/>
              </a:rPr>
              <a:t>0</a:t>
            </a:r>
          </a:p>
        </p:txBody>
      </p:sp>
      <p:sp>
        <p:nvSpPr>
          <p:cNvPr id="8" name="object 8"/>
          <p:cNvSpPr/>
          <p:nvPr/>
        </p:nvSpPr>
        <p:spPr>
          <a:xfrm>
            <a:off x="4644275" y="6646926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29">
                <a:moveTo>
                  <a:pt x="3821429" y="0"/>
                </a:moveTo>
                <a:lnTo>
                  <a:pt x="0" y="0"/>
                </a:lnTo>
              </a:path>
            </a:pathLst>
          </a:custGeom>
          <a:ln w="67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51227" y="6589776"/>
            <a:ext cx="172720" cy="114300"/>
          </a:xfrm>
          <a:custGeom>
            <a:avLst/>
            <a:gdLst/>
            <a:ahLst/>
            <a:cxnLst/>
            <a:rect l="l" t="t" r="r" b="b"/>
            <a:pathLst>
              <a:path w="172720" h="114300">
                <a:moveTo>
                  <a:pt x="172199" y="57150"/>
                </a:moveTo>
                <a:lnTo>
                  <a:pt x="0" y="0"/>
                </a:lnTo>
                <a:lnTo>
                  <a:pt x="0" y="114300"/>
                </a:lnTo>
                <a:lnTo>
                  <a:pt x="172199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4275" y="4020311"/>
            <a:ext cx="0" cy="2626995"/>
          </a:xfrm>
          <a:custGeom>
            <a:avLst/>
            <a:gdLst/>
            <a:ahLst/>
            <a:cxnLst/>
            <a:rect l="l" t="t" r="r" b="b"/>
            <a:pathLst>
              <a:path h="2626995">
                <a:moveTo>
                  <a:pt x="0" y="0"/>
                </a:moveTo>
                <a:lnTo>
                  <a:pt x="0" y="2626614"/>
                </a:lnTo>
              </a:path>
            </a:pathLst>
          </a:custGeom>
          <a:ln w="67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87125" y="3862578"/>
            <a:ext cx="114300" cy="172720"/>
          </a:xfrm>
          <a:custGeom>
            <a:avLst/>
            <a:gdLst/>
            <a:ahLst/>
            <a:cxnLst/>
            <a:rect l="l" t="t" r="r" b="b"/>
            <a:pathLst>
              <a:path w="114300" h="172720">
                <a:moveTo>
                  <a:pt x="114300" y="172212"/>
                </a:moveTo>
                <a:lnTo>
                  <a:pt x="57150" y="0"/>
                </a:lnTo>
                <a:lnTo>
                  <a:pt x="0" y="172212"/>
                </a:lnTo>
                <a:lnTo>
                  <a:pt x="114300" y="172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57539" y="6768083"/>
            <a:ext cx="142875" cy="179070"/>
          </a:xfrm>
          <a:custGeom>
            <a:avLst/>
            <a:gdLst/>
            <a:ahLst/>
            <a:cxnLst/>
            <a:rect l="l" t="t" r="r" b="b"/>
            <a:pathLst>
              <a:path w="142875" h="179070">
                <a:moveTo>
                  <a:pt x="142506" y="179070"/>
                </a:moveTo>
                <a:lnTo>
                  <a:pt x="142506" y="71627"/>
                </a:lnTo>
                <a:lnTo>
                  <a:pt x="142373" y="62067"/>
                </a:lnTo>
                <a:lnTo>
                  <a:pt x="131838" y="20574"/>
                </a:lnTo>
                <a:lnTo>
                  <a:pt x="97739" y="1619"/>
                </a:lnTo>
                <a:lnTo>
                  <a:pt x="82308" y="0"/>
                </a:lnTo>
                <a:lnTo>
                  <a:pt x="65473" y="1845"/>
                </a:lnTo>
                <a:lnTo>
                  <a:pt x="50495" y="7334"/>
                </a:lnTo>
                <a:lnTo>
                  <a:pt x="37517" y="16394"/>
                </a:lnTo>
                <a:lnTo>
                  <a:pt x="26682" y="28956"/>
                </a:lnTo>
                <a:lnTo>
                  <a:pt x="26682" y="3810"/>
                </a:lnTo>
                <a:lnTo>
                  <a:pt x="0" y="3810"/>
                </a:lnTo>
                <a:lnTo>
                  <a:pt x="0" y="179070"/>
                </a:lnTo>
                <a:lnTo>
                  <a:pt x="29730" y="179070"/>
                </a:lnTo>
                <a:lnTo>
                  <a:pt x="29730" y="83058"/>
                </a:lnTo>
                <a:lnTo>
                  <a:pt x="30587" y="67782"/>
                </a:lnTo>
                <a:lnTo>
                  <a:pt x="50702" y="32658"/>
                </a:lnTo>
                <a:lnTo>
                  <a:pt x="76200" y="25908"/>
                </a:lnTo>
                <a:lnTo>
                  <a:pt x="84581" y="25908"/>
                </a:lnTo>
                <a:lnTo>
                  <a:pt x="91452" y="27432"/>
                </a:lnTo>
                <a:lnTo>
                  <a:pt x="96786" y="31242"/>
                </a:lnTo>
                <a:lnTo>
                  <a:pt x="102882" y="35051"/>
                </a:lnTo>
                <a:lnTo>
                  <a:pt x="112788" y="72390"/>
                </a:lnTo>
                <a:lnTo>
                  <a:pt x="112788" y="179070"/>
                </a:lnTo>
                <a:lnTo>
                  <a:pt x="142506" y="179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38329" y="3862578"/>
            <a:ext cx="0" cy="2784475"/>
          </a:xfrm>
          <a:custGeom>
            <a:avLst/>
            <a:gdLst/>
            <a:ahLst/>
            <a:cxnLst/>
            <a:rect l="l" t="t" r="r" b="b"/>
            <a:pathLst>
              <a:path h="2784475">
                <a:moveTo>
                  <a:pt x="0" y="0"/>
                </a:moveTo>
                <a:lnTo>
                  <a:pt x="0" y="2784348"/>
                </a:lnTo>
              </a:path>
            </a:pathLst>
          </a:custGeom>
          <a:ln w="6743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44275" y="5851397"/>
            <a:ext cx="1194435" cy="795655"/>
          </a:xfrm>
          <a:custGeom>
            <a:avLst/>
            <a:gdLst/>
            <a:ahLst/>
            <a:cxnLst/>
            <a:rect l="l" t="t" r="r" b="b"/>
            <a:pathLst>
              <a:path w="1194435" h="795654">
                <a:moveTo>
                  <a:pt x="0" y="795527"/>
                </a:moveTo>
                <a:lnTo>
                  <a:pt x="264414" y="687324"/>
                </a:lnTo>
                <a:lnTo>
                  <a:pt x="515874" y="553974"/>
                </a:lnTo>
                <a:lnTo>
                  <a:pt x="754380" y="394715"/>
                </a:lnTo>
                <a:lnTo>
                  <a:pt x="980694" y="210312"/>
                </a:lnTo>
                <a:lnTo>
                  <a:pt x="1194053" y="0"/>
                </a:lnTo>
              </a:path>
            </a:pathLst>
          </a:custGeom>
          <a:ln w="674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838329" y="4260341"/>
            <a:ext cx="2785110" cy="1591310"/>
          </a:xfrm>
          <a:custGeom>
            <a:avLst/>
            <a:gdLst/>
            <a:ahLst/>
            <a:cxnLst/>
            <a:rect l="l" t="t" r="r" b="b"/>
            <a:pathLst>
              <a:path w="2785109" h="1591310">
                <a:moveTo>
                  <a:pt x="0" y="1591056"/>
                </a:moveTo>
                <a:lnTo>
                  <a:pt x="315467" y="1249680"/>
                </a:lnTo>
                <a:lnTo>
                  <a:pt x="658367" y="946404"/>
                </a:lnTo>
                <a:lnTo>
                  <a:pt x="1028700" y="681228"/>
                </a:lnTo>
                <a:lnTo>
                  <a:pt x="1426463" y="454152"/>
                </a:lnTo>
                <a:lnTo>
                  <a:pt x="1852409" y="264413"/>
                </a:lnTo>
                <a:lnTo>
                  <a:pt x="2305050" y="113537"/>
                </a:lnTo>
                <a:lnTo>
                  <a:pt x="2785097" y="0"/>
                </a:lnTo>
              </a:path>
            </a:pathLst>
          </a:custGeom>
          <a:ln w="674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4275" y="5987034"/>
            <a:ext cx="1194435" cy="421640"/>
          </a:xfrm>
          <a:custGeom>
            <a:avLst/>
            <a:gdLst/>
            <a:ahLst/>
            <a:cxnLst/>
            <a:rect l="l" t="t" r="r" b="b"/>
            <a:pathLst>
              <a:path w="1194435" h="421639">
                <a:moveTo>
                  <a:pt x="0" y="421386"/>
                </a:moveTo>
                <a:lnTo>
                  <a:pt x="289560" y="268224"/>
                </a:lnTo>
                <a:lnTo>
                  <a:pt x="553974" y="149351"/>
                </a:lnTo>
                <a:lnTo>
                  <a:pt x="792480" y="65531"/>
                </a:lnTo>
                <a:lnTo>
                  <a:pt x="1005840" y="15239"/>
                </a:lnTo>
                <a:lnTo>
                  <a:pt x="1194054" y="0"/>
                </a:lnTo>
              </a:path>
            </a:pathLst>
          </a:custGeom>
          <a:ln w="67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38329" y="5453634"/>
            <a:ext cx="1392555" cy="533400"/>
          </a:xfrm>
          <a:custGeom>
            <a:avLst/>
            <a:gdLst/>
            <a:ahLst/>
            <a:cxnLst/>
            <a:rect l="l" t="t" r="r" b="b"/>
            <a:pathLst>
              <a:path w="1392554" h="533400">
                <a:moveTo>
                  <a:pt x="0" y="533400"/>
                </a:moveTo>
                <a:lnTo>
                  <a:pt x="342138" y="459486"/>
                </a:lnTo>
                <a:lnTo>
                  <a:pt x="652259" y="369569"/>
                </a:lnTo>
                <a:lnTo>
                  <a:pt x="931163" y="262889"/>
                </a:lnTo>
                <a:lnTo>
                  <a:pt x="1177289" y="139445"/>
                </a:lnTo>
                <a:lnTo>
                  <a:pt x="1392173" y="0"/>
                </a:lnTo>
              </a:path>
            </a:pathLst>
          </a:custGeom>
          <a:ln w="67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30503" y="4658105"/>
            <a:ext cx="1393190" cy="795655"/>
          </a:xfrm>
          <a:custGeom>
            <a:avLst/>
            <a:gdLst/>
            <a:ahLst/>
            <a:cxnLst/>
            <a:rect l="l" t="t" r="r" b="b"/>
            <a:pathLst>
              <a:path w="1393190" h="795654">
                <a:moveTo>
                  <a:pt x="0" y="795528"/>
                </a:moveTo>
                <a:lnTo>
                  <a:pt x="152400" y="662178"/>
                </a:lnTo>
                <a:lnTo>
                  <a:pt x="336803" y="529590"/>
                </a:lnTo>
                <a:lnTo>
                  <a:pt x="552450" y="397002"/>
                </a:lnTo>
                <a:lnTo>
                  <a:pt x="800861" y="264414"/>
                </a:lnTo>
                <a:lnTo>
                  <a:pt x="1080515" y="132588"/>
                </a:lnTo>
                <a:lnTo>
                  <a:pt x="1392923" y="0"/>
                </a:lnTo>
              </a:path>
            </a:pathLst>
          </a:custGeom>
          <a:ln w="67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04801" y="6768083"/>
            <a:ext cx="142875" cy="179070"/>
          </a:xfrm>
          <a:custGeom>
            <a:avLst/>
            <a:gdLst/>
            <a:ahLst/>
            <a:cxnLst/>
            <a:rect l="l" t="t" r="r" b="b"/>
            <a:pathLst>
              <a:path w="142875" h="179070">
                <a:moveTo>
                  <a:pt x="142493" y="179070"/>
                </a:moveTo>
                <a:lnTo>
                  <a:pt x="142493" y="71627"/>
                </a:lnTo>
                <a:lnTo>
                  <a:pt x="142351" y="62067"/>
                </a:lnTo>
                <a:lnTo>
                  <a:pt x="141922" y="54006"/>
                </a:lnTo>
                <a:lnTo>
                  <a:pt x="141208" y="47517"/>
                </a:lnTo>
                <a:lnTo>
                  <a:pt x="140207" y="42672"/>
                </a:lnTo>
                <a:lnTo>
                  <a:pt x="138683" y="34290"/>
                </a:lnTo>
                <a:lnTo>
                  <a:pt x="135635" y="26670"/>
                </a:lnTo>
                <a:lnTo>
                  <a:pt x="131063" y="20574"/>
                </a:lnTo>
                <a:lnTo>
                  <a:pt x="127253" y="14477"/>
                </a:lnTo>
                <a:lnTo>
                  <a:pt x="90142" y="416"/>
                </a:lnTo>
                <a:lnTo>
                  <a:pt x="82295" y="0"/>
                </a:lnTo>
                <a:lnTo>
                  <a:pt x="65139" y="1845"/>
                </a:lnTo>
                <a:lnTo>
                  <a:pt x="50196" y="7334"/>
                </a:lnTo>
                <a:lnTo>
                  <a:pt x="37397" y="16394"/>
                </a:lnTo>
                <a:lnTo>
                  <a:pt x="26669" y="28956"/>
                </a:lnTo>
                <a:lnTo>
                  <a:pt x="26669" y="3810"/>
                </a:lnTo>
                <a:lnTo>
                  <a:pt x="0" y="3810"/>
                </a:lnTo>
                <a:lnTo>
                  <a:pt x="0" y="179070"/>
                </a:lnTo>
                <a:lnTo>
                  <a:pt x="29717" y="179070"/>
                </a:lnTo>
                <a:lnTo>
                  <a:pt x="29717" y="83058"/>
                </a:lnTo>
                <a:lnTo>
                  <a:pt x="30575" y="67782"/>
                </a:lnTo>
                <a:lnTo>
                  <a:pt x="50696" y="32658"/>
                </a:lnTo>
                <a:lnTo>
                  <a:pt x="76200" y="25908"/>
                </a:lnTo>
                <a:lnTo>
                  <a:pt x="83819" y="25908"/>
                </a:lnTo>
                <a:lnTo>
                  <a:pt x="111728" y="56483"/>
                </a:lnTo>
                <a:lnTo>
                  <a:pt x="112775" y="72390"/>
                </a:lnTo>
                <a:lnTo>
                  <a:pt x="112775" y="179070"/>
                </a:lnTo>
                <a:lnTo>
                  <a:pt x="142493" y="179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80061" y="6835902"/>
            <a:ext cx="103631" cy="723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02496" y="4183379"/>
            <a:ext cx="414020" cy="249554"/>
          </a:xfrm>
          <a:custGeom>
            <a:avLst/>
            <a:gdLst/>
            <a:ahLst/>
            <a:cxnLst/>
            <a:rect l="l" t="t" r="r" b="b"/>
            <a:pathLst>
              <a:path w="414020" h="249554">
                <a:moveTo>
                  <a:pt x="149351" y="54864"/>
                </a:moveTo>
                <a:lnTo>
                  <a:pt x="126492" y="13716"/>
                </a:lnTo>
                <a:lnTo>
                  <a:pt x="80784" y="49"/>
                </a:lnTo>
                <a:lnTo>
                  <a:pt x="79248" y="40"/>
                </a:lnTo>
                <a:lnTo>
                  <a:pt x="68864" y="583"/>
                </a:lnTo>
                <a:lnTo>
                  <a:pt x="29080" y="16192"/>
                </a:lnTo>
                <a:lnTo>
                  <a:pt x="5148" y="53078"/>
                </a:lnTo>
                <a:lnTo>
                  <a:pt x="0" y="91440"/>
                </a:lnTo>
                <a:lnTo>
                  <a:pt x="1418" y="111990"/>
                </a:lnTo>
                <a:lnTo>
                  <a:pt x="5624" y="130111"/>
                </a:lnTo>
                <a:lnTo>
                  <a:pt x="12542" y="145661"/>
                </a:lnTo>
                <a:lnTo>
                  <a:pt x="22098" y="158496"/>
                </a:lnTo>
                <a:lnTo>
                  <a:pt x="30479" y="165966"/>
                </a:lnTo>
                <a:lnTo>
                  <a:pt x="30479" y="90678"/>
                </a:lnTo>
                <a:lnTo>
                  <a:pt x="31337" y="74664"/>
                </a:lnTo>
                <a:lnTo>
                  <a:pt x="52061" y="32623"/>
                </a:lnTo>
                <a:lnTo>
                  <a:pt x="80784" y="23622"/>
                </a:lnTo>
                <a:lnTo>
                  <a:pt x="87923" y="24193"/>
                </a:lnTo>
                <a:lnTo>
                  <a:pt x="118144" y="50982"/>
                </a:lnTo>
                <a:lnTo>
                  <a:pt x="120408" y="59436"/>
                </a:lnTo>
                <a:lnTo>
                  <a:pt x="149351" y="54864"/>
                </a:lnTo>
                <a:close/>
              </a:path>
              <a:path w="414020" h="249554">
                <a:moveTo>
                  <a:pt x="152400" y="118110"/>
                </a:moveTo>
                <a:lnTo>
                  <a:pt x="123456" y="114300"/>
                </a:lnTo>
                <a:lnTo>
                  <a:pt x="121180" y="124563"/>
                </a:lnTo>
                <a:lnTo>
                  <a:pt x="117830" y="133540"/>
                </a:lnTo>
                <a:lnTo>
                  <a:pt x="87524" y="157031"/>
                </a:lnTo>
                <a:lnTo>
                  <a:pt x="79248" y="157734"/>
                </a:lnTo>
                <a:lnTo>
                  <a:pt x="68956" y="156733"/>
                </a:lnTo>
                <a:lnTo>
                  <a:pt x="38200" y="132576"/>
                </a:lnTo>
                <a:lnTo>
                  <a:pt x="30479" y="90678"/>
                </a:lnTo>
                <a:lnTo>
                  <a:pt x="30479" y="165966"/>
                </a:lnTo>
                <a:lnTo>
                  <a:pt x="33813" y="168937"/>
                </a:lnTo>
                <a:lnTo>
                  <a:pt x="47244" y="176307"/>
                </a:lnTo>
                <a:lnTo>
                  <a:pt x="62388" y="180677"/>
                </a:lnTo>
                <a:lnTo>
                  <a:pt x="79248" y="182118"/>
                </a:lnTo>
                <a:lnTo>
                  <a:pt x="93085" y="181105"/>
                </a:lnTo>
                <a:lnTo>
                  <a:pt x="128028" y="165354"/>
                </a:lnTo>
                <a:lnTo>
                  <a:pt x="149127" y="132242"/>
                </a:lnTo>
                <a:lnTo>
                  <a:pt x="152400" y="118110"/>
                </a:lnTo>
                <a:close/>
              </a:path>
              <a:path w="414020" h="249554">
                <a:moveTo>
                  <a:pt x="386346" y="88392"/>
                </a:moveTo>
                <a:lnTo>
                  <a:pt x="386346" y="24384"/>
                </a:lnTo>
                <a:lnTo>
                  <a:pt x="375790" y="13501"/>
                </a:lnTo>
                <a:lnTo>
                  <a:pt x="363666" y="5905"/>
                </a:lnTo>
                <a:lnTo>
                  <a:pt x="350115" y="1452"/>
                </a:lnTo>
                <a:lnTo>
                  <a:pt x="335279" y="0"/>
                </a:lnTo>
                <a:lnTo>
                  <a:pt x="324153" y="714"/>
                </a:lnTo>
                <a:lnTo>
                  <a:pt x="286893" y="17716"/>
                </a:lnTo>
                <a:lnTo>
                  <a:pt x="264996" y="54447"/>
                </a:lnTo>
                <a:lnTo>
                  <a:pt x="259842" y="89916"/>
                </a:lnTo>
                <a:lnTo>
                  <a:pt x="261115" y="107501"/>
                </a:lnTo>
                <a:lnTo>
                  <a:pt x="264890" y="123729"/>
                </a:lnTo>
                <a:lnTo>
                  <a:pt x="271093" y="138672"/>
                </a:lnTo>
                <a:lnTo>
                  <a:pt x="279653" y="152400"/>
                </a:lnTo>
                <a:lnTo>
                  <a:pt x="290334" y="163671"/>
                </a:lnTo>
                <a:lnTo>
                  <a:pt x="290334" y="87630"/>
                </a:lnTo>
                <a:lnTo>
                  <a:pt x="291191" y="73068"/>
                </a:lnTo>
                <a:lnTo>
                  <a:pt x="311337" y="33377"/>
                </a:lnTo>
                <a:lnTo>
                  <a:pt x="337578" y="24384"/>
                </a:lnTo>
                <a:lnTo>
                  <a:pt x="347437" y="25384"/>
                </a:lnTo>
                <a:lnTo>
                  <a:pt x="378309" y="49387"/>
                </a:lnTo>
                <a:lnTo>
                  <a:pt x="385477" y="73390"/>
                </a:lnTo>
                <a:lnTo>
                  <a:pt x="386346" y="88392"/>
                </a:lnTo>
                <a:close/>
              </a:path>
              <a:path w="414020" h="249554">
                <a:moveTo>
                  <a:pt x="384060" y="236191"/>
                </a:moveTo>
                <a:lnTo>
                  <a:pt x="384060" y="155448"/>
                </a:lnTo>
                <a:lnTo>
                  <a:pt x="383917" y="168580"/>
                </a:lnTo>
                <a:lnTo>
                  <a:pt x="383489" y="179355"/>
                </a:lnTo>
                <a:lnTo>
                  <a:pt x="366534" y="216408"/>
                </a:lnTo>
                <a:lnTo>
                  <a:pt x="334530" y="224790"/>
                </a:lnTo>
                <a:lnTo>
                  <a:pt x="325702" y="224230"/>
                </a:lnTo>
                <a:lnTo>
                  <a:pt x="294906" y="196596"/>
                </a:lnTo>
                <a:lnTo>
                  <a:pt x="265950" y="192786"/>
                </a:lnTo>
                <a:lnTo>
                  <a:pt x="284225" y="234696"/>
                </a:lnTo>
                <a:lnTo>
                  <a:pt x="334530" y="249174"/>
                </a:lnTo>
                <a:lnTo>
                  <a:pt x="347234" y="248590"/>
                </a:lnTo>
                <a:lnTo>
                  <a:pt x="359008" y="246792"/>
                </a:lnTo>
                <a:lnTo>
                  <a:pt x="369779" y="243709"/>
                </a:lnTo>
                <a:lnTo>
                  <a:pt x="379475" y="239268"/>
                </a:lnTo>
                <a:lnTo>
                  <a:pt x="384060" y="236191"/>
                </a:lnTo>
                <a:close/>
              </a:path>
              <a:path w="414020" h="249554">
                <a:moveTo>
                  <a:pt x="413778" y="154686"/>
                </a:moveTo>
                <a:lnTo>
                  <a:pt x="413778" y="3810"/>
                </a:lnTo>
                <a:lnTo>
                  <a:pt x="386346" y="3810"/>
                </a:lnTo>
                <a:lnTo>
                  <a:pt x="386346" y="88392"/>
                </a:lnTo>
                <a:lnTo>
                  <a:pt x="385477" y="104337"/>
                </a:lnTo>
                <a:lnTo>
                  <a:pt x="365338" y="144922"/>
                </a:lnTo>
                <a:lnTo>
                  <a:pt x="338327" y="153924"/>
                </a:lnTo>
                <a:lnTo>
                  <a:pt x="328476" y="152923"/>
                </a:lnTo>
                <a:lnTo>
                  <a:pt x="298049" y="128777"/>
                </a:lnTo>
                <a:lnTo>
                  <a:pt x="290334" y="87630"/>
                </a:lnTo>
                <a:lnTo>
                  <a:pt x="290334" y="163671"/>
                </a:lnTo>
                <a:lnTo>
                  <a:pt x="290495" y="163841"/>
                </a:lnTo>
                <a:lnTo>
                  <a:pt x="303476" y="171926"/>
                </a:lnTo>
                <a:lnTo>
                  <a:pt x="318451" y="176724"/>
                </a:lnTo>
                <a:lnTo>
                  <a:pt x="335279" y="178308"/>
                </a:lnTo>
                <a:lnTo>
                  <a:pt x="349117" y="176879"/>
                </a:lnTo>
                <a:lnTo>
                  <a:pt x="361956" y="172593"/>
                </a:lnTo>
                <a:lnTo>
                  <a:pt x="373652" y="165449"/>
                </a:lnTo>
                <a:lnTo>
                  <a:pt x="384060" y="155448"/>
                </a:lnTo>
                <a:lnTo>
                  <a:pt x="384060" y="236191"/>
                </a:lnTo>
                <a:lnTo>
                  <a:pt x="408956" y="202477"/>
                </a:lnTo>
                <a:lnTo>
                  <a:pt x="413219" y="173378"/>
                </a:lnTo>
                <a:lnTo>
                  <a:pt x="413778" y="154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58948" y="4116323"/>
            <a:ext cx="80010" cy="316230"/>
          </a:xfrm>
          <a:custGeom>
            <a:avLst/>
            <a:gdLst/>
            <a:ahLst/>
            <a:cxnLst/>
            <a:rect l="l" t="t" r="r" b="b"/>
            <a:pathLst>
              <a:path w="80009" h="316229">
                <a:moveTo>
                  <a:pt x="80009" y="0"/>
                </a:moveTo>
                <a:lnTo>
                  <a:pt x="58674" y="0"/>
                </a:lnTo>
                <a:lnTo>
                  <a:pt x="44243" y="20585"/>
                </a:lnTo>
                <a:lnTo>
                  <a:pt x="21378" y="62043"/>
                </a:lnTo>
                <a:lnTo>
                  <a:pt x="7388" y="101048"/>
                </a:lnTo>
                <a:lnTo>
                  <a:pt x="0" y="157734"/>
                </a:lnTo>
                <a:lnTo>
                  <a:pt x="1131" y="179867"/>
                </a:lnTo>
                <a:lnTo>
                  <a:pt x="9965" y="222992"/>
                </a:lnTo>
                <a:lnTo>
                  <a:pt x="26205" y="263830"/>
                </a:lnTo>
                <a:lnTo>
                  <a:pt x="30479" y="271942"/>
                </a:lnTo>
                <a:lnTo>
                  <a:pt x="30479" y="157734"/>
                </a:lnTo>
                <a:lnTo>
                  <a:pt x="30918" y="142303"/>
                </a:lnTo>
                <a:lnTo>
                  <a:pt x="38100" y="96012"/>
                </a:lnTo>
                <a:lnTo>
                  <a:pt x="53327" y="48767"/>
                </a:lnTo>
                <a:lnTo>
                  <a:pt x="70697" y="15871"/>
                </a:lnTo>
                <a:lnTo>
                  <a:pt x="80009" y="0"/>
                </a:lnTo>
                <a:close/>
              </a:path>
              <a:path w="80009" h="316229">
                <a:moveTo>
                  <a:pt x="80009" y="316229"/>
                </a:moveTo>
                <a:lnTo>
                  <a:pt x="58447" y="276784"/>
                </a:lnTo>
                <a:lnTo>
                  <a:pt x="42957" y="237267"/>
                </a:lnTo>
                <a:lnTo>
                  <a:pt x="33611" y="197608"/>
                </a:lnTo>
                <a:lnTo>
                  <a:pt x="30479" y="157734"/>
                </a:lnTo>
                <a:lnTo>
                  <a:pt x="30479" y="271942"/>
                </a:lnTo>
                <a:lnTo>
                  <a:pt x="36099" y="282606"/>
                </a:lnTo>
                <a:lnTo>
                  <a:pt x="46993" y="300097"/>
                </a:lnTo>
                <a:lnTo>
                  <a:pt x="58674" y="316229"/>
                </a:lnTo>
                <a:lnTo>
                  <a:pt x="80009" y="3162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373248" y="4183379"/>
            <a:ext cx="142240" cy="178435"/>
          </a:xfrm>
          <a:custGeom>
            <a:avLst/>
            <a:gdLst/>
            <a:ahLst/>
            <a:cxnLst/>
            <a:rect l="l" t="t" r="r" b="b"/>
            <a:pathLst>
              <a:path w="142240" h="178435">
                <a:moveTo>
                  <a:pt x="141731" y="178308"/>
                </a:moveTo>
                <a:lnTo>
                  <a:pt x="141708" y="61305"/>
                </a:lnTo>
                <a:lnTo>
                  <a:pt x="131051" y="19812"/>
                </a:lnTo>
                <a:lnTo>
                  <a:pt x="97340" y="1238"/>
                </a:lnTo>
                <a:lnTo>
                  <a:pt x="82295" y="0"/>
                </a:lnTo>
                <a:lnTo>
                  <a:pt x="65133" y="1726"/>
                </a:lnTo>
                <a:lnTo>
                  <a:pt x="50191" y="6953"/>
                </a:lnTo>
                <a:lnTo>
                  <a:pt x="37395" y="15751"/>
                </a:lnTo>
                <a:lnTo>
                  <a:pt x="26669" y="28194"/>
                </a:lnTo>
                <a:lnTo>
                  <a:pt x="26669" y="3810"/>
                </a:lnTo>
                <a:lnTo>
                  <a:pt x="0" y="3810"/>
                </a:lnTo>
                <a:lnTo>
                  <a:pt x="0" y="178308"/>
                </a:lnTo>
                <a:lnTo>
                  <a:pt x="29717" y="178308"/>
                </a:lnTo>
                <a:lnTo>
                  <a:pt x="29717" y="83058"/>
                </a:lnTo>
                <a:lnTo>
                  <a:pt x="30573" y="67341"/>
                </a:lnTo>
                <a:lnTo>
                  <a:pt x="50589" y="31896"/>
                </a:lnTo>
                <a:lnTo>
                  <a:pt x="76200" y="25146"/>
                </a:lnTo>
                <a:lnTo>
                  <a:pt x="83819" y="25146"/>
                </a:lnTo>
                <a:lnTo>
                  <a:pt x="111339" y="56292"/>
                </a:lnTo>
                <a:lnTo>
                  <a:pt x="112001" y="71628"/>
                </a:lnTo>
                <a:lnTo>
                  <a:pt x="112001" y="178308"/>
                </a:lnTo>
                <a:lnTo>
                  <a:pt x="141731" y="178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58401" y="4116323"/>
            <a:ext cx="80645" cy="316230"/>
          </a:xfrm>
          <a:custGeom>
            <a:avLst/>
            <a:gdLst/>
            <a:ahLst/>
            <a:cxnLst/>
            <a:rect l="l" t="t" r="r" b="b"/>
            <a:pathLst>
              <a:path w="80645" h="316229">
                <a:moveTo>
                  <a:pt x="80022" y="157734"/>
                </a:moveTo>
                <a:lnTo>
                  <a:pt x="76688" y="119538"/>
                </a:lnTo>
                <a:lnTo>
                  <a:pt x="58633" y="62043"/>
                </a:lnTo>
                <a:lnTo>
                  <a:pt x="35777" y="20585"/>
                </a:lnTo>
                <a:lnTo>
                  <a:pt x="21348" y="0"/>
                </a:lnTo>
                <a:lnTo>
                  <a:pt x="0" y="0"/>
                </a:lnTo>
                <a:lnTo>
                  <a:pt x="9424" y="15990"/>
                </a:lnTo>
                <a:lnTo>
                  <a:pt x="17059" y="29622"/>
                </a:lnTo>
                <a:lnTo>
                  <a:pt x="35823" y="72580"/>
                </a:lnTo>
                <a:lnTo>
                  <a:pt x="45679" y="112085"/>
                </a:lnTo>
                <a:lnTo>
                  <a:pt x="49542" y="157734"/>
                </a:lnTo>
                <a:lnTo>
                  <a:pt x="49542" y="272699"/>
                </a:lnTo>
                <a:lnTo>
                  <a:pt x="54238" y="263830"/>
                </a:lnTo>
                <a:lnTo>
                  <a:pt x="63246" y="243839"/>
                </a:lnTo>
                <a:lnTo>
                  <a:pt x="70689" y="222992"/>
                </a:lnTo>
                <a:lnTo>
                  <a:pt x="75920" y="201644"/>
                </a:lnTo>
                <a:lnTo>
                  <a:pt x="79008" y="179867"/>
                </a:lnTo>
                <a:lnTo>
                  <a:pt x="80022" y="157734"/>
                </a:lnTo>
                <a:close/>
              </a:path>
              <a:path w="80645" h="316229">
                <a:moveTo>
                  <a:pt x="49542" y="272699"/>
                </a:moveTo>
                <a:lnTo>
                  <a:pt x="49542" y="157734"/>
                </a:lnTo>
                <a:lnTo>
                  <a:pt x="46518" y="197608"/>
                </a:lnTo>
                <a:lnTo>
                  <a:pt x="37349" y="237267"/>
                </a:lnTo>
                <a:lnTo>
                  <a:pt x="21891" y="276784"/>
                </a:lnTo>
                <a:lnTo>
                  <a:pt x="0" y="316229"/>
                </a:lnTo>
                <a:lnTo>
                  <a:pt x="21348" y="316229"/>
                </a:lnTo>
                <a:lnTo>
                  <a:pt x="33356" y="300097"/>
                </a:lnTo>
                <a:lnTo>
                  <a:pt x="44297" y="282606"/>
                </a:lnTo>
                <a:lnTo>
                  <a:pt x="49542" y="2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71839" y="4712970"/>
            <a:ext cx="102235" cy="245745"/>
          </a:xfrm>
          <a:custGeom>
            <a:avLst/>
            <a:gdLst/>
            <a:ahLst/>
            <a:cxnLst/>
            <a:rect l="l" t="t" r="r" b="b"/>
            <a:pathLst>
              <a:path w="102234" h="245745">
                <a:moveTo>
                  <a:pt x="25907" y="93725"/>
                </a:moveTo>
                <a:lnTo>
                  <a:pt x="25907" y="70865"/>
                </a:lnTo>
                <a:lnTo>
                  <a:pt x="0" y="70865"/>
                </a:lnTo>
                <a:lnTo>
                  <a:pt x="0" y="93725"/>
                </a:lnTo>
                <a:lnTo>
                  <a:pt x="25907" y="93725"/>
                </a:lnTo>
                <a:close/>
              </a:path>
              <a:path w="102234" h="245745">
                <a:moveTo>
                  <a:pt x="102107" y="3047"/>
                </a:moveTo>
                <a:lnTo>
                  <a:pt x="94388" y="1607"/>
                </a:lnTo>
                <a:lnTo>
                  <a:pt x="87164" y="666"/>
                </a:lnTo>
                <a:lnTo>
                  <a:pt x="80367" y="154"/>
                </a:lnTo>
                <a:lnTo>
                  <a:pt x="73926" y="0"/>
                </a:lnTo>
                <a:lnTo>
                  <a:pt x="64777" y="428"/>
                </a:lnTo>
                <a:lnTo>
                  <a:pt x="28955" y="25907"/>
                </a:lnTo>
                <a:lnTo>
                  <a:pt x="25907" y="51815"/>
                </a:lnTo>
                <a:lnTo>
                  <a:pt x="25907" y="245363"/>
                </a:lnTo>
                <a:lnTo>
                  <a:pt x="54876" y="245363"/>
                </a:lnTo>
                <a:lnTo>
                  <a:pt x="54876" y="44195"/>
                </a:lnTo>
                <a:lnTo>
                  <a:pt x="57150" y="36575"/>
                </a:lnTo>
                <a:lnTo>
                  <a:pt x="64782" y="28955"/>
                </a:lnTo>
                <a:lnTo>
                  <a:pt x="70878" y="27431"/>
                </a:lnTo>
                <a:lnTo>
                  <a:pt x="91452" y="27431"/>
                </a:lnTo>
                <a:lnTo>
                  <a:pt x="97535" y="28955"/>
                </a:lnTo>
                <a:lnTo>
                  <a:pt x="102107" y="3047"/>
                </a:lnTo>
                <a:close/>
              </a:path>
              <a:path w="102234" h="245745">
                <a:moveTo>
                  <a:pt x="89166" y="93725"/>
                </a:moveTo>
                <a:lnTo>
                  <a:pt x="89166" y="70865"/>
                </a:lnTo>
                <a:lnTo>
                  <a:pt x="54876" y="70865"/>
                </a:lnTo>
                <a:lnTo>
                  <a:pt x="54876" y="93725"/>
                </a:lnTo>
                <a:lnTo>
                  <a:pt x="89166" y="93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82341" y="4712970"/>
            <a:ext cx="80010" cy="316230"/>
          </a:xfrm>
          <a:custGeom>
            <a:avLst/>
            <a:gdLst/>
            <a:ahLst/>
            <a:cxnLst/>
            <a:rect l="l" t="t" r="r" b="b"/>
            <a:pathLst>
              <a:path w="80009" h="316229">
                <a:moveTo>
                  <a:pt x="79997" y="0"/>
                </a:moveTo>
                <a:lnTo>
                  <a:pt x="58674" y="0"/>
                </a:lnTo>
                <a:lnTo>
                  <a:pt x="44191" y="20669"/>
                </a:lnTo>
                <a:lnTo>
                  <a:pt x="21378" y="62043"/>
                </a:lnTo>
                <a:lnTo>
                  <a:pt x="7388" y="101048"/>
                </a:lnTo>
                <a:lnTo>
                  <a:pt x="0" y="157733"/>
                </a:lnTo>
                <a:lnTo>
                  <a:pt x="1012" y="179867"/>
                </a:lnTo>
                <a:lnTo>
                  <a:pt x="9322" y="222992"/>
                </a:lnTo>
                <a:lnTo>
                  <a:pt x="25769" y="263830"/>
                </a:lnTo>
                <a:lnTo>
                  <a:pt x="30480" y="272728"/>
                </a:lnTo>
                <a:lnTo>
                  <a:pt x="30480" y="157733"/>
                </a:lnTo>
                <a:lnTo>
                  <a:pt x="30906" y="142303"/>
                </a:lnTo>
                <a:lnTo>
                  <a:pt x="37338" y="96012"/>
                </a:lnTo>
                <a:lnTo>
                  <a:pt x="53340" y="48767"/>
                </a:lnTo>
                <a:lnTo>
                  <a:pt x="70688" y="15871"/>
                </a:lnTo>
                <a:lnTo>
                  <a:pt x="79997" y="0"/>
                </a:lnTo>
                <a:close/>
              </a:path>
              <a:path w="80009" h="316229">
                <a:moveTo>
                  <a:pt x="79997" y="316229"/>
                </a:moveTo>
                <a:lnTo>
                  <a:pt x="58120" y="276784"/>
                </a:lnTo>
                <a:lnTo>
                  <a:pt x="42670" y="237267"/>
                </a:lnTo>
                <a:lnTo>
                  <a:pt x="33503" y="197608"/>
                </a:lnTo>
                <a:lnTo>
                  <a:pt x="30480" y="157733"/>
                </a:lnTo>
                <a:lnTo>
                  <a:pt x="30480" y="272728"/>
                </a:lnTo>
                <a:lnTo>
                  <a:pt x="35709" y="282606"/>
                </a:lnTo>
                <a:lnTo>
                  <a:pt x="46653" y="300097"/>
                </a:lnTo>
                <a:lnTo>
                  <a:pt x="58674" y="316229"/>
                </a:lnTo>
                <a:lnTo>
                  <a:pt x="79997" y="3162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96641" y="4779264"/>
            <a:ext cx="142240" cy="179070"/>
          </a:xfrm>
          <a:custGeom>
            <a:avLst/>
            <a:gdLst/>
            <a:ahLst/>
            <a:cxnLst/>
            <a:rect l="l" t="t" r="r" b="b"/>
            <a:pathLst>
              <a:path w="142240" h="179070">
                <a:moveTo>
                  <a:pt x="141732" y="179070"/>
                </a:moveTo>
                <a:lnTo>
                  <a:pt x="141732" y="71627"/>
                </a:lnTo>
                <a:lnTo>
                  <a:pt x="141599" y="62067"/>
                </a:lnTo>
                <a:lnTo>
                  <a:pt x="131064" y="20574"/>
                </a:lnTo>
                <a:lnTo>
                  <a:pt x="97058" y="1619"/>
                </a:lnTo>
                <a:lnTo>
                  <a:pt x="82283" y="0"/>
                </a:lnTo>
                <a:lnTo>
                  <a:pt x="65026" y="1845"/>
                </a:lnTo>
                <a:lnTo>
                  <a:pt x="49907" y="7334"/>
                </a:lnTo>
                <a:lnTo>
                  <a:pt x="37070" y="16394"/>
                </a:lnTo>
                <a:lnTo>
                  <a:pt x="26657" y="28956"/>
                </a:lnTo>
                <a:lnTo>
                  <a:pt x="26657" y="4572"/>
                </a:lnTo>
                <a:lnTo>
                  <a:pt x="0" y="4572"/>
                </a:lnTo>
                <a:lnTo>
                  <a:pt x="0" y="179070"/>
                </a:lnTo>
                <a:lnTo>
                  <a:pt x="28956" y="179070"/>
                </a:lnTo>
                <a:lnTo>
                  <a:pt x="28956" y="83820"/>
                </a:lnTo>
                <a:lnTo>
                  <a:pt x="29932" y="68103"/>
                </a:lnTo>
                <a:lnTo>
                  <a:pt x="50575" y="32658"/>
                </a:lnTo>
                <a:lnTo>
                  <a:pt x="75438" y="25908"/>
                </a:lnTo>
                <a:lnTo>
                  <a:pt x="83807" y="25908"/>
                </a:lnTo>
                <a:lnTo>
                  <a:pt x="90677" y="27432"/>
                </a:lnTo>
                <a:lnTo>
                  <a:pt x="96012" y="31241"/>
                </a:lnTo>
                <a:lnTo>
                  <a:pt x="102108" y="35051"/>
                </a:lnTo>
                <a:lnTo>
                  <a:pt x="112014" y="72389"/>
                </a:lnTo>
                <a:lnTo>
                  <a:pt x="112014" y="179070"/>
                </a:lnTo>
                <a:lnTo>
                  <a:pt x="141732" y="179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81807" y="4712970"/>
            <a:ext cx="80010" cy="316230"/>
          </a:xfrm>
          <a:custGeom>
            <a:avLst/>
            <a:gdLst/>
            <a:ahLst/>
            <a:cxnLst/>
            <a:rect l="l" t="t" r="r" b="b"/>
            <a:pathLst>
              <a:path w="80009" h="316229">
                <a:moveTo>
                  <a:pt x="80009" y="157733"/>
                </a:moveTo>
                <a:lnTo>
                  <a:pt x="76674" y="119538"/>
                </a:lnTo>
                <a:lnTo>
                  <a:pt x="58621" y="62043"/>
                </a:lnTo>
                <a:lnTo>
                  <a:pt x="35713" y="20511"/>
                </a:lnTo>
                <a:lnTo>
                  <a:pt x="21335" y="0"/>
                </a:lnTo>
                <a:lnTo>
                  <a:pt x="0" y="0"/>
                </a:lnTo>
                <a:lnTo>
                  <a:pt x="9310" y="15990"/>
                </a:lnTo>
                <a:lnTo>
                  <a:pt x="16764" y="29622"/>
                </a:lnTo>
                <a:lnTo>
                  <a:pt x="35713" y="72580"/>
                </a:lnTo>
                <a:lnTo>
                  <a:pt x="45343" y="112085"/>
                </a:lnTo>
                <a:lnTo>
                  <a:pt x="49517" y="157733"/>
                </a:lnTo>
                <a:lnTo>
                  <a:pt x="49517" y="271373"/>
                </a:lnTo>
                <a:lnTo>
                  <a:pt x="53477" y="263830"/>
                </a:lnTo>
                <a:lnTo>
                  <a:pt x="62483" y="243839"/>
                </a:lnTo>
                <a:lnTo>
                  <a:pt x="70044" y="222992"/>
                </a:lnTo>
                <a:lnTo>
                  <a:pt x="75533" y="201644"/>
                </a:lnTo>
                <a:lnTo>
                  <a:pt x="78878" y="179867"/>
                </a:lnTo>
                <a:lnTo>
                  <a:pt x="80009" y="157733"/>
                </a:lnTo>
                <a:close/>
              </a:path>
              <a:path w="80009" h="316229">
                <a:moveTo>
                  <a:pt x="49517" y="271373"/>
                </a:moveTo>
                <a:lnTo>
                  <a:pt x="49517" y="157733"/>
                </a:lnTo>
                <a:lnTo>
                  <a:pt x="46387" y="197608"/>
                </a:lnTo>
                <a:lnTo>
                  <a:pt x="37045" y="237267"/>
                </a:lnTo>
                <a:lnTo>
                  <a:pt x="21560" y="276784"/>
                </a:lnTo>
                <a:lnTo>
                  <a:pt x="0" y="316229"/>
                </a:lnTo>
                <a:lnTo>
                  <a:pt x="21335" y="316229"/>
                </a:lnTo>
                <a:lnTo>
                  <a:pt x="32907" y="300097"/>
                </a:lnTo>
                <a:lnTo>
                  <a:pt x="43619" y="282606"/>
                </a:lnTo>
                <a:lnTo>
                  <a:pt x="49517" y="271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z="3600" spc="-5" dirty="0"/>
              <a:t>Asymptotic Notation -Big “oh”</a:t>
            </a:r>
            <a:r>
              <a:rPr sz="3600" spc="70" dirty="0"/>
              <a:t> </a:t>
            </a:r>
            <a:r>
              <a:rPr sz="3600" spc="-5" dirty="0"/>
              <a:t>(contd.)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2325370"/>
            <a:ext cx="6758305" cy="4272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Examples</a:t>
            </a:r>
            <a:endParaRPr sz="3200" dirty="0">
              <a:latin typeface="Arial"/>
              <a:cs typeface="Arial"/>
            </a:endParaRPr>
          </a:p>
          <a:p>
            <a:pPr marL="469900">
              <a:lnSpc>
                <a:spcPts val="3429"/>
              </a:lnSpc>
              <a:spcBef>
                <a:spcPts val="360"/>
              </a:spcBef>
            </a:pPr>
            <a:r>
              <a:rPr sz="3000" spc="-5" dirty="0">
                <a:latin typeface="Arial"/>
                <a:cs typeface="Arial"/>
              </a:rPr>
              <a:t>– 3n+2</a:t>
            </a:r>
            <a:r>
              <a:rPr sz="3000" spc="-3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=O(n)</a:t>
            </a:r>
          </a:p>
          <a:p>
            <a:pPr marL="755650">
              <a:lnSpc>
                <a:spcPts val="3429"/>
              </a:lnSpc>
            </a:pPr>
            <a:r>
              <a:rPr sz="3000" spc="-5" dirty="0">
                <a:latin typeface="Arial"/>
                <a:cs typeface="Arial"/>
              </a:rPr>
              <a:t>3n+2</a:t>
            </a:r>
            <a:r>
              <a:rPr sz="3000" spc="-5" dirty="0">
                <a:latin typeface="Symbol"/>
                <a:cs typeface="Symbol"/>
              </a:rPr>
              <a:t></a:t>
            </a:r>
            <a:r>
              <a:rPr sz="3000" spc="-5" dirty="0">
                <a:latin typeface="Arial"/>
                <a:cs typeface="Arial"/>
              </a:rPr>
              <a:t>4n for all</a:t>
            </a:r>
            <a:r>
              <a:rPr sz="3000" spc="-8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2</a:t>
            </a:r>
            <a:endParaRPr sz="3000" dirty="0">
              <a:latin typeface="Arial"/>
              <a:cs typeface="Arial"/>
            </a:endParaRPr>
          </a:p>
          <a:p>
            <a:pPr marL="469900">
              <a:lnSpc>
                <a:spcPts val="3429"/>
              </a:lnSpc>
              <a:spcBef>
                <a:spcPts val="340"/>
              </a:spcBef>
            </a:pPr>
            <a:r>
              <a:rPr sz="3000" spc="-5" dirty="0">
                <a:latin typeface="Arial"/>
                <a:cs typeface="Arial"/>
              </a:rPr>
              <a:t>–</a:t>
            </a:r>
            <a:r>
              <a:rPr sz="3000" spc="-35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10n</a:t>
            </a:r>
            <a:r>
              <a:rPr sz="3000" spc="-7" baseline="25000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+4n+2=O(n</a:t>
            </a:r>
            <a:r>
              <a:rPr sz="3000" spc="-7" baseline="25000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)</a:t>
            </a:r>
            <a:endParaRPr sz="3000" dirty="0">
              <a:latin typeface="Arial"/>
              <a:cs typeface="Arial"/>
            </a:endParaRPr>
          </a:p>
          <a:p>
            <a:pPr marL="755650">
              <a:lnSpc>
                <a:spcPts val="3429"/>
              </a:lnSpc>
            </a:pPr>
            <a:r>
              <a:rPr sz="3000" spc="-10" dirty="0">
                <a:latin typeface="Arial"/>
                <a:cs typeface="Arial"/>
              </a:rPr>
              <a:t>10n</a:t>
            </a:r>
            <a:r>
              <a:rPr sz="3000" spc="-15" baseline="25000" dirty="0">
                <a:latin typeface="Arial"/>
                <a:cs typeface="Arial"/>
              </a:rPr>
              <a:t>2</a:t>
            </a:r>
            <a:r>
              <a:rPr sz="3000" spc="-10" dirty="0">
                <a:latin typeface="Arial"/>
                <a:cs typeface="Arial"/>
              </a:rPr>
              <a:t>+4n+2</a:t>
            </a:r>
            <a:r>
              <a:rPr sz="3000" spc="-10" dirty="0">
                <a:latin typeface="Symbol"/>
                <a:cs typeface="Symbol"/>
              </a:rPr>
              <a:t></a:t>
            </a:r>
            <a:r>
              <a:rPr sz="3000" spc="-10" dirty="0">
                <a:latin typeface="Arial"/>
                <a:cs typeface="Arial"/>
              </a:rPr>
              <a:t>11n</a:t>
            </a:r>
            <a:r>
              <a:rPr sz="3000" spc="-15" baseline="25000" dirty="0">
                <a:latin typeface="Arial"/>
                <a:cs typeface="Arial"/>
              </a:rPr>
              <a:t>2 </a:t>
            </a:r>
            <a:r>
              <a:rPr sz="3000" spc="-5" dirty="0">
                <a:latin typeface="Arial"/>
                <a:cs typeface="Arial"/>
              </a:rPr>
              <a:t>for all</a:t>
            </a:r>
            <a:r>
              <a:rPr sz="3000" spc="4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n</a:t>
            </a:r>
            <a:r>
              <a:rPr sz="3000" spc="-10" dirty="0">
                <a:latin typeface="Symbol"/>
                <a:cs typeface="Symbol"/>
              </a:rPr>
              <a:t></a:t>
            </a:r>
            <a:r>
              <a:rPr sz="3000" spc="-10" dirty="0">
                <a:latin typeface="Arial"/>
                <a:cs typeface="Arial"/>
              </a:rPr>
              <a:t>10</a:t>
            </a:r>
            <a:endParaRPr sz="3000" dirty="0">
              <a:latin typeface="Arial"/>
              <a:cs typeface="Arial"/>
            </a:endParaRPr>
          </a:p>
          <a:p>
            <a:pPr marL="469900">
              <a:lnSpc>
                <a:spcPts val="3429"/>
              </a:lnSpc>
              <a:spcBef>
                <a:spcPts val="340"/>
              </a:spcBef>
            </a:pPr>
            <a:r>
              <a:rPr sz="3000" spc="-5" dirty="0">
                <a:latin typeface="Arial"/>
                <a:cs typeface="Arial"/>
              </a:rPr>
              <a:t>– </a:t>
            </a:r>
            <a:r>
              <a:rPr sz="3000" spc="-10" dirty="0">
                <a:latin typeface="Arial"/>
                <a:cs typeface="Arial"/>
              </a:rPr>
              <a:t>3n+2 </a:t>
            </a:r>
            <a:r>
              <a:rPr sz="3000" dirty="0">
                <a:latin typeface="Arial"/>
                <a:cs typeface="Arial"/>
              </a:rPr>
              <a:t>=</a:t>
            </a:r>
            <a:r>
              <a:rPr sz="3000" spc="-3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O(n</a:t>
            </a:r>
            <a:r>
              <a:rPr sz="3000" spc="-7" baseline="25000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)</a:t>
            </a:r>
            <a:endParaRPr sz="3000" dirty="0">
              <a:latin typeface="Arial"/>
              <a:cs typeface="Arial"/>
            </a:endParaRPr>
          </a:p>
          <a:p>
            <a:pPr marL="755650">
              <a:lnSpc>
                <a:spcPts val="3429"/>
              </a:lnSpc>
              <a:tabLst>
                <a:tab pos="4132579" algn="l"/>
              </a:tabLst>
            </a:pPr>
            <a:r>
              <a:rPr sz="3000" spc="-5" dirty="0">
                <a:latin typeface="Arial"/>
                <a:cs typeface="Arial"/>
              </a:rPr>
              <a:t>3n+2</a:t>
            </a:r>
            <a:r>
              <a:rPr sz="3000" spc="-5" dirty="0">
                <a:latin typeface="Symbol"/>
                <a:cs typeface="Symbol"/>
              </a:rPr>
              <a:t>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7" baseline="25000" dirty="0">
                <a:latin typeface="Arial"/>
                <a:cs typeface="Arial"/>
              </a:rPr>
              <a:t>2 </a:t>
            </a:r>
            <a:r>
              <a:rPr sz="3000" spc="-5" dirty="0">
                <a:latin typeface="Arial"/>
                <a:cs typeface="Arial"/>
              </a:rPr>
              <a:t>for</a:t>
            </a:r>
            <a:r>
              <a:rPr sz="3000" spc="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all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4	</a:t>
            </a:r>
            <a:r>
              <a:rPr sz="4200" baseline="4960" dirty="0">
                <a:solidFill>
                  <a:srgbClr val="FF3300"/>
                </a:solidFill>
                <a:latin typeface="Arial"/>
                <a:cs typeface="Arial"/>
              </a:rPr>
              <a:t>Not tight</a:t>
            </a:r>
            <a:r>
              <a:rPr sz="4200" spc="-150" baseline="49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4200" baseline="4960" dirty="0">
                <a:solidFill>
                  <a:srgbClr val="FF3300"/>
                </a:solidFill>
                <a:latin typeface="Arial"/>
                <a:cs typeface="Arial"/>
              </a:rPr>
              <a:t>enough</a:t>
            </a:r>
            <a:endParaRPr sz="4200" baseline="496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g(n) </a:t>
            </a:r>
            <a:r>
              <a:rPr sz="3200" spc="-1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be a </a:t>
            </a:r>
            <a:r>
              <a:rPr lang="en-US" sz="3200" spc="-5" dirty="0" smtClean="0">
                <a:solidFill>
                  <a:srgbClr val="FF3300"/>
                </a:solidFill>
                <a:latin typeface="Arial"/>
                <a:cs typeface="Arial"/>
              </a:rPr>
              <a:t>lowest </a:t>
            </a:r>
            <a:r>
              <a:rPr sz="3200" spc="-10" dirty="0" smtClean="0">
                <a:solidFill>
                  <a:srgbClr val="FF3300"/>
                </a:solidFill>
                <a:latin typeface="Arial"/>
                <a:cs typeface="Arial"/>
              </a:rPr>
              <a:t>upper</a:t>
            </a:r>
            <a:r>
              <a:rPr sz="3200" spc="-4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bound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Asymptotic Notation</a:t>
            </a:r>
            <a:r>
              <a:rPr spc="-80" dirty="0"/>
              <a:t> </a:t>
            </a:r>
            <a:r>
              <a:rPr spc="-5" dirty="0"/>
              <a:t>-Omega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9565"/>
            <a:ext cx="7059930" cy="144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65" dirty="0">
                <a:latin typeface="Arial"/>
                <a:cs typeface="Arial"/>
              </a:rPr>
              <a:t>f(n</a:t>
            </a:r>
            <a:r>
              <a:rPr sz="3200" spc="65" dirty="0" smtClean="0">
                <a:latin typeface="Arial"/>
                <a:cs typeface="Arial"/>
              </a:rPr>
              <a:t>)=</a:t>
            </a:r>
            <a:r>
              <a:rPr lang="el-GR" sz="3200" spc="65" dirty="0">
                <a:latin typeface="Arial"/>
                <a:cs typeface="Arial"/>
              </a:rPr>
              <a:t>Ω</a:t>
            </a:r>
            <a:r>
              <a:rPr sz="3200" spc="65" dirty="0" smtClean="0">
                <a:latin typeface="Arial"/>
                <a:cs typeface="Arial"/>
              </a:rPr>
              <a:t>(g(n</a:t>
            </a:r>
            <a:r>
              <a:rPr sz="3200" spc="65" dirty="0">
                <a:latin typeface="Arial"/>
                <a:cs typeface="Arial"/>
              </a:rPr>
              <a:t>))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iff</a:t>
            </a:r>
            <a:endParaRPr sz="3200" dirty="0">
              <a:latin typeface="Arial"/>
              <a:cs typeface="Arial"/>
            </a:endParaRPr>
          </a:p>
          <a:p>
            <a:pPr marL="755650" marR="5080" indent="-286385">
              <a:lnSpc>
                <a:spcPct val="100000"/>
              </a:lnSpc>
              <a:spcBef>
                <a:spcPts val="685"/>
              </a:spcBef>
              <a:tabLst>
                <a:tab pos="854075" algn="l"/>
              </a:tabLst>
            </a:pPr>
            <a:r>
              <a:rPr sz="2800" dirty="0">
                <a:latin typeface="Arial"/>
                <a:cs typeface="Arial"/>
              </a:rPr>
              <a:t>–		</a:t>
            </a:r>
            <a:r>
              <a:rPr sz="2800" spc="-5" dirty="0">
                <a:latin typeface="Symbol"/>
                <a:cs typeface="Symbol"/>
              </a:rPr>
              <a:t>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a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real constant c&gt;0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integer  constant n</a:t>
            </a:r>
            <a:r>
              <a:rPr sz="2850" baseline="-20467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800" dirty="0">
                <a:solidFill>
                  <a:srgbClr val="FF3300"/>
                </a:solidFill>
                <a:latin typeface="PMingLiU"/>
                <a:cs typeface="PMingLiU"/>
              </a:rPr>
              <a:t>≧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800" dirty="0" smtClean="0">
                <a:latin typeface="Arial"/>
                <a:cs typeface="Arial"/>
              </a:rPr>
              <a:t>,</a:t>
            </a:r>
            <a:r>
              <a:rPr sz="2800" spc="-5" dirty="0" smtClean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f(n) </a:t>
            </a:r>
            <a:r>
              <a:rPr sz="2800" b="1" spc="-5" dirty="0">
                <a:solidFill>
                  <a:srgbClr val="FF5050"/>
                </a:solidFill>
                <a:latin typeface="Symbol"/>
                <a:cs typeface="Symbol"/>
              </a:rPr>
              <a:t></a:t>
            </a:r>
            <a:r>
              <a:rPr sz="2800" b="1" spc="-5" dirty="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cg(n) </a:t>
            </a:r>
            <a:r>
              <a:rPr sz="2800" spc="-5" dirty="0">
                <a:latin typeface="Symbol"/>
                <a:cs typeface="Symbol"/>
              </a:rPr>
              <a:t>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n, </a:t>
            </a:r>
            <a:r>
              <a:rPr sz="2800" dirty="0">
                <a:latin typeface="Arial"/>
                <a:cs typeface="Arial"/>
              </a:rPr>
              <a:t>n </a:t>
            </a:r>
            <a:r>
              <a:rPr sz="2800" spc="-5" dirty="0">
                <a:latin typeface="Symbol"/>
                <a:cs typeface="Symbol"/>
              </a:rPr>
              <a:t>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50" baseline="-20467" dirty="0">
                <a:latin typeface="Arial"/>
                <a:cs typeface="Arial"/>
              </a:rPr>
              <a:t>0</a:t>
            </a:r>
          </a:p>
        </p:txBody>
      </p:sp>
      <p:sp>
        <p:nvSpPr>
          <p:cNvPr id="8" name="object 8"/>
          <p:cNvSpPr/>
          <p:nvPr/>
        </p:nvSpPr>
        <p:spPr>
          <a:xfrm>
            <a:off x="4574171" y="6709409"/>
            <a:ext cx="3874770" cy="0"/>
          </a:xfrm>
          <a:custGeom>
            <a:avLst/>
            <a:gdLst/>
            <a:ahLst/>
            <a:cxnLst/>
            <a:rect l="l" t="t" r="r" b="b"/>
            <a:pathLst>
              <a:path w="3874770">
                <a:moveTo>
                  <a:pt x="3874769" y="0"/>
                </a:moveTo>
                <a:lnTo>
                  <a:pt x="0" y="0"/>
                </a:lnTo>
              </a:path>
            </a:pathLst>
          </a:custGeom>
          <a:ln w="68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34451" y="6650735"/>
            <a:ext cx="174625" cy="116839"/>
          </a:xfrm>
          <a:custGeom>
            <a:avLst/>
            <a:gdLst/>
            <a:ahLst/>
            <a:cxnLst/>
            <a:rect l="l" t="t" r="r" b="b"/>
            <a:pathLst>
              <a:path w="174625" h="116840">
                <a:moveTo>
                  <a:pt x="174498" y="58674"/>
                </a:moveTo>
                <a:lnTo>
                  <a:pt x="0" y="0"/>
                </a:lnTo>
                <a:lnTo>
                  <a:pt x="0" y="116586"/>
                </a:lnTo>
                <a:lnTo>
                  <a:pt x="174498" y="58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4171" y="4045458"/>
            <a:ext cx="0" cy="2664460"/>
          </a:xfrm>
          <a:custGeom>
            <a:avLst/>
            <a:gdLst/>
            <a:ahLst/>
            <a:cxnLst/>
            <a:rect l="l" t="t" r="r" b="b"/>
            <a:pathLst>
              <a:path h="2664459">
                <a:moveTo>
                  <a:pt x="0" y="0"/>
                </a:moveTo>
                <a:lnTo>
                  <a:pt x="0" y="2663951"/>
                </a:lnTo>
              </a:path>
            </a:pathLst>
          </a:custGeom>
          <a:ln w="68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15497" y="3885438"/>
            <a:ext cx="116839" cy="174625"/>
          </a:xfrm>
          <a:custGeom>
            <a:avLst/>
            <a:gdLst/>
            <a:ahLst/>
            <a:cxnLst/>
            <a:rect l="l" t="t" r="r" b="b"/>
            <a:pathLst>
              <a:path w="116839" h="174625">
                <a:moveTo>
                  <a:pt x="116586" y="174498"/>
                </a:moveTo>
                <a:lnTo>
                  <a:pt x="58674" y="0"/>
                </a:lnTo>
                <a:lnTo>
                  <a:pt x="0" y="174498"/>
                </a:lnTo>
                <a:lnTo>
                  <a:pt x="116586" y="1744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45346" y="6832092"/>
            <a:ext cx="143510" cy="181610"/>
          </a:xfrm>
          <a:custGeom>
            <a:avLst/>
            <a:gdLst/>
            <a:ahLst/>
            <a:cxnLst/>
            <a:rect l="l" t="t" r="r" b="b"/>
            <a:pathLst>
              <a:path w="143509" h="181609">
                <a:moveTo>
                  <a:pt x="143268" y="181355"/>
                </a:moveTo>
                <a:lnTo>
                  <a:pt x="143244" y="62829"/>
                </a:lnTo>
                <a:lnTo>
                  <a:pt x="143078" y="54768"/>
                </a:lnTo>
                <a:lnTo>
                  <a:pt x="142625" y="48279"/>
                </a:lnTo>
                <a:lnTo>
                  <a:pt x="141744" y="43433"/>
                </a:lnTo>
                <a:lnTo>
                  <a:pt x="140220" y="34289"/>
                </a:lnTo>
                <a:lnTo>
                  <a:pt x="137172" y="27431"/>
                </a:lnTo>
                <a:lnTo>
                  <a:pt x="132600" y="21335"/>
                </a:lnTo>
                <a:lnTo>
                  <a:pt x="128028" y="14477"/>
                </a:lnTo>
                <a:lnTo>
                  <a:pt x="90923" y="416"/>
                </a:lnTo>
                <a:lnTo>
                  <a:pt x="83070" y="0"/>
                </a:lnTo>
                <a:lnTo>
                  <a:pt x="65787" y="1845"/>
                </a:lnTo>
                <a:lnTo>
                  <a:pt x="50580" y="7334"/>
                </a:lnTo>
                <a:lnTo>
                  <a:pt x="37522" y="16394"/>
                </a:lnTo>
                <a:lnTo>
                  <a:pt x="26682" y="28955"/>
                </a:lnTo>
                <a:lnTo>
                  <a:pt x="26682" y="3809"/>
                </a:lnTo>
                <a:lnTo>
                  <a:pt x="0" y="3809"/>
                </a:lnTo>
                <a:lnTo>
                  <a:pt x="0" y="181355"/>
                </a:lnTo>
                <a:lnTo>
                  <a:pt x="29730" y="181355"/>
                </a:lnTo>
                <a:lnTo>
                  <a:pt x="29730" y="84581"/>
                </a:lnTo>
                <a:lnTo>
                  <a:pt x="30587" y="68853"/>
                </a:lnTo>
                <a:lnTo>
                  <a:pt x="50716" y="32980"/>
                </a:lnTo>
                <a:lnTo>
                  <a:pt x="76974" y="25907"/>
                </a:lnTo>
                <a:lnTo>
                  <a:pt x="84594" y="25907"/>
                </a:lnTo>
                <a:lnTo>
                  <a:pt x="112782" y="57149"/>
                </a:lnTo>
                <a:lnTo>
                  <a:pt x="113550" y="73151"/>
                </a:lnTo>
                <a:lnTo>
                  <a:pt x="113550" y="181355"/>
                </a:lnTo>
                <a:lnTo>
                  <a:pt x="143268" y="181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4227" y="3885438"/>
            <a:ext cx="0" cy="2824480"/>
          </a:xfrm>
          <a:custGeom>
            <a:avLst/>
            <a:gdLst/>
            <a:ahLst/>
            <a:cxnLst/>
            <a:rect l="l" t="t" r="r" b="b"/>
            <a:pathLst>
              <a:path h="2824479">
                <a:moveTo>
                  <a:pt x="0" y="0"/>
                </a:moveTo>
                <a:lnTo>
                  <a:pt x="0" y="2823971"/>
                </a:lnTo>
              </a:path>
            </a:pathLst>
          </a:custGeom>
          <a:ln w="6832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4171" y="5902452"/>
            <a:ext cx="1210310" cy="807085"/>
          </a:xfrm>
          <a:custGeom>
            <a:avLst/>
            <a:gdLst/>
            <a:ahLst/>
            <a:cxnLst/>
            <a:rect l="l" t="t" r="r" b="b"/>
            <a:pathLst>
              <a:path w="1210310" h="807084">
                <a:moveTo>
                  <a:pt x="0" y="806957"/>
                </a:moveTo>
                <a:lnTo>
                  <a:pt x="267462" y="697229"/>
                </a:lnTo>
                <a:lnTo>
                  <a:pt x="522732" y="561594"/>
                </a:lnTo>
                <a:lnTo>
                  <a:pt x="765048" y="400050"/>
                </a:lnTo>
                <a:lnTo>
                  <a:pt x="993648" y="212598"/>
                </a:lnTo>
                <a:lnTo>
                  <a:pt x="1210056" y="0"/>
                </a:lnTo>
              </a:path>
            </a:pathLst>
          </a:custGeom>
          <a:ln w="68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84227" y="4288535"/>
            <a:ext cx="2825115" cy="1614170"/>
          </a:xfrm>
          <a:custGeom>
            <a:avLst/>
            <a:gdLst/>
            <a:ahLst/>
            <a:cxnLst/>
            <a:rect l="l" t="t" r="r" b="b"/>
            <a:pathLst>
              <a:path w="2825115" h="1614170">
                <a:moveTo>
                  <a:pt x="0" y="1613916"/>
                </a:moveTo>
                <a:lnTo>
                  <a:pt x="320039" y="1267967"/>
                </a:lnTo>
                <a:lnTo>
                  <a:pt x="668261" y="960119"/>
                </a:lnTo>
                <a:lnTo>
                  <a:pt x="1043939" y="691134"/>
                </a:lnTo>
                <a:lnTo>
                  <a:pt x="1447037" y="460248"/>
                </a:lnTo>
                <a:lnTo>
                  <a:pt x="1878329" y="268986"/>
                </a:lnTo>
                <a:lnTo>
                  <a:pt x="2337815" y="115062"/>
                </a:lnTo>
                <a:lnTo>
                  <a:pt x="2824721" y="0"/>
                </a:lnTo>
              </a:path>
            </a:pathLst>
          </a:custGeom>
          <a:ln w="68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4171" y="6039611"/>
            <a:ext cx="1210310" cy="427990"/>
          </a:xfrm>
          <a:custGeom>
            <a:avLst/>
            <a:gdLst/>
            <a:ahLst/>
            <a:cxnLst/>
            <a:rect l="l" t="t" r="r" b="b"/>
            <a:pathLst>
              <a:path w="1210310" h="427989">
                <a:moveTo>
                  <a:pt x="0" y="427482"/>
                </a:moveTo>
                <a:lnTo>
                  <a:pt x="293370" y="272034"/>
                </a:lnTo>
                <a:lnTo>
                  <a:pt x="561594" y="151637"/>
                </a:lnTo>
                <a:lnTo>
                  <a:pt x="803148" y="66293"/>
                </a:lnTo>
                <a:lnTo>
                  <a:pt x="1019556" y="16001"/>
                </a:lnTo>
                <a:lnTo>
                  <a:pt x="1210056" y="0"/>
                </a:lnTo>
              </a:path>
            </a:pathLst>
          </a:custGeom>
          <a:ln w="683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84227" y="5499353"/>
            <a:ext cx="1412240" cy="540385"/>
          </a:xfrm>
          <a:custGeom>
            <a:avLst/>
            <a:gdLst/>
            <a:ahLst/>
            <a:cxnLst/>
            <a:rect l="l" t="t" r="r" b="b"/>
            <a:pathLst>
              <a:path w="1412240" h="540385">
                <a:moveTo>
                  <a:pt x="0" y="540258"/>
                </a:moveTo>
                <a:lnTo>
                  <a:pt x="347471" y="465582"/>
                </a:lnTo>
                <a:lnTo>
                  <a:pt x="662177" y="374142"/>
                </a:lnTo>
                <a:lnTo>
                  <a:pt x="944117" y="265938"/>
                </a:lnTo>
                <a:lnTo>
                  <a:pt x="1194053" y="140970"/>
                </a:lnTo>
                <a:lnTo>
                  <a:pt x="1411973" y="0"/>
                </a:lnTo>
              </a:path>
            </a:pathLst>
          </a:custGeom>
          <a:ln w="683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96201" y="4692396"/>
            <a:ext cx="1412875" cy="807085"/>
          </a:xfrm>
          <a:custGeom>
            <a:avLst/>
            <a:gdLst/>
            <a:ahLst/>
            <a:cxnLst/>
            <a:rect l="l" t="t" r="r" b="b"/>
            <a:pathLst>
              <a:path w="1412875" h="807085">
                <a:moveTo>
                  <a:pt x="0" y="806957"/>
                </a:moveTo>
                <a:lnTo>
                  <a:pt x="154685" y="671321"/>
                </a:lnTo>
                <a:lnTo>
                  <a:pt x="341375" y="536448"/>
                </a:lnTo>
                <a:lnTo>
                  <a:pt x="560844" y="402336"/>
                </a:lnTo>
                <a:lnTo>
                  <a:pt x="812304" y="268224"/>
                </a:lnTo>
                <a:lnTo>
                  <a:pt x="1095768" y="134112"/>
                </a:lnTo>
                <a:lnTo>
                  <a:pt x="1412748" y="0"/>
                </a:lnTo>
              </a:path>
            </a:pathLst>
          </a:custGeom>
          <a:ln w="683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50699" y="6832092"/>
            <a:ext cx="144145" cy="181610"/>
          </a:xfrm>
          <a:custGeom>
            <a:avLst/>
            <a:gdLst/>
            <a:ahLst/>
            <a:cxnLst/>
            <a:rect l="l" t="t" r="r" b="b"/>
            <a:pathLst>
              <a:path w="144145" h="181609">
                <a:moveTo>
                  <a:pt x="144018" y="181355"/>
                </a:moveTo>
                <a:lnTo>
                  <a:pt x="144018" y="72389"/>
                </a:lnTo>
                <a:lnTo>
                  <a:pt x="143887" y="62829"/>
                </a:lnTo>
                <a:lnTo>
                  <a:pt x="133350" y="21335"/>
                </a:lnTo>
                <a:lnTo>
                  <a:pt x="99155" y="1619"/>
                </a:lnTo>
                <a:lnTo>
                  <a:pt x="83820" y="0"/>
                </a:lnTo>
                <a:lnTo>
                  <a:pt x="66222" y="1845"/>
                </a:lnTo>
                <a:lnTo>
                  <a:pt x="51053" y="7334"/>
                </a:lnTo>
                <a:lnTo>
                  <a:pt x="38171" y="16394"/>
                </a:lnTo>
                <a:lnTo>
                  <a:pt x="27432" y="28955"/>
                </a:lnTo>
                <a:lnTo>
                  <a:pt x="27432" y="3809"/>
                </a:lnTo>
                <a:lnTo>
                  <a:pt x="0" y="3809"/>
                </a:lnTo>
                <a:lnTo>
                  <a:pt x="0" y="181355"/>
                </a:lnTo>
                <a:lnTo>
                  <a:pt x="30480" y="181355"/>
                </a:lnTo>
                <a:lnTo>
                  <a:pt x="30480" y="84581"/>
                </a:lnTo>
                <a:lnTo>
                  <a:pt x="31337" y="68853"/>
                </a:lnTo>
                <a:lnTo>
                  <a:pt x="51458" y="32980"/>
                </a:lnTo>
                <a:lnTo>
                  <a:pt x="76962" y="25907"/>
                </a:lnTo>
                <a:lnTo>
                  <a:pt x="85344" y="25907"/>
                </a:lnTo>
                <a:lnTo>
                  <a:pt x="113252" y="57149"/>
                </a:lnTo>
                <a:lnTo>
                  <a:pt x="114300" y="73151"/>
                </a:lnTo>
                <a:lnTo>
                  <a:pt x="114300" y="181355"/>
                </a:lnTo>
                <a:lnTo>
                  <a:pt x="144018" y="181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28245" y="6900671"/>
            <a:ext cx="103632" cy="6586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90317" y="4815078"/>
            <a:ext cx="419100" cy="253365"/>
          </a:xfrm>
          <a:custGeom>
            <a:avLst/>
            <a:gdLst/>
            <a:ahLst/>
            <a:cxnLst/>
            <a:rect l="l" t="t" r="r" b="b"/>
            <a:pathLst>
              <a:path w="419100" h="253364">
                <a:moveTo>
                  <a:pt x="151638" y="56387"/>
                </a:moveTo>
                <a:lnTo>
                  <a:pt x="128003" y="14477"/>
                </a:lnTo>
                <a:lnTo>
                  <a:pt x="81521" y="54"/>
                </a:lnTo>
                <a:lnTo>
                  <a:pt x="80010" y="46"/>
                </a:lnTo>
                <a:lnTo>
                  <a:pt x="69491" y="702"/>
                </a:lnTo>
                <a:lnTo>
                  <a:pt x="29069" y="16966"/>
                </a:lnTo>
                <a:lnTo>
                  <a:pt x="5138" y="54613"/>
                </a:lnTo>
                <a:lnTo>
                  <a:pt x="0" y="93725"/>
                </a:lnTo>
                <a:lnTo>
                  <a:pt x="1415" y="114288"/>
                </a:lnTo>
                <a:lnTo>
                  <a:pt x="5614" y="132492"/>
                </a:lnTo>
                <a:lnTo>
                  <a:pt x="12531" y="148268"/>
                </a:lnTo>
                <a:lnTo>
                  <a:pt x="22098" y="161544"/>
                </a:lnTo>
                <a:lnTo>
                  <a:pt x="30480" y="168932"/>
                </a:lnTo>
                <a:lnTo>
                  <a:pt x="30480" y="92201"/>
                </a:lnTo>
                <a:lnTo>
                  <a:pt x="31456" y="76080"/>
                </a:lnTo>
                <a:lnTo>
                  <a:pt x="52494" y="34147"/>
                </a:lnTo>
                <a:lnTo>
                  <a:pt x="81521" y="25146"/>
                </a:lnTo>
                <a:lnTo>
                  <a:pt x="89110" y="25705"/>
                </a:lnTo>
                <a:lnTo>
                  <a:pt x="119646" y="52387"/>
                </a:lnTo>
                <a:lnTo>
                  <a:pt x="121907" y="60960"/>
                </a:lnTo>
                <a:lnTo>
                  <a:pt x="151638" y="56387"/>
                </a:lnTo>
                <a:close/>
              </a:path>
              <a:path w="419100" h="253364">
                <a:moveTo>
                  <a:pt x="153924" y="120396"/>
                </a:moveTo>
                <a:lnTo>
                  <a:pt x="124955" y="116586"/>
                </a:lnTo>
                <a:lnTo>
                  <a:pt x="122688" y="126861"/>
                </a:lnTo>
                <a:lnTo>
                  <a:pt x="119346" y="135921"/>
                </a:lnTo>
                <a:lnTo>
                  <a:pt x="88725" y="160079"/>
                </a:lnTo>
                <a:lnTo>
                  <a:pt x="80010" y="160782"/>
                </a:lnTo>
                <a:lnTo>
                  <a:pt x="69590" y="159781"/>
                </a:lnTo>
                <a:lnTo>
                  <a:pt x="38189" y="135171"/>
                </a:lnTo>
                <a:lnTo>
                  <a:pt x="30480" y="92201"/>
                </a:lnTo>
                <a:lnTo>
                  <a:pt x="30480" y="168932"/>
                </a:lnTo>
                <a:lnTo>
                  <a:pt x="80010" y="185104"/>
                </a:lnTo>
                <a:lnTo>
                  <a:pt x="81521" y="185110"/>
                </a:lnTo>
                <a:lnTo>
                  <a:pt x="94596" y="184153"/>
                </a:lnTo>
                <a:lnTo>
                  <a:pt x="129527" y="168401"/>
                </a:lnTo>
                <a:lnTo>
                  <a:pt x="150647" y="134862"/>
                </a:lnTo>
                <a:lnTo>
                  <a:pt x="153924" y="120396"/>
                </a:lnTo>
                <a:close/>
              </a:path>
              <a:path w="419100" h="253364">
                <a:moveTo>
                  <a:pt x="391655" y="90677"/>
                </a:moveTo>
                <a:lnTo>
                  <a:pt x="391655" y="25146"/>
                </a:lnTo>
                <a:lnTo>
                  <a:pt x="380780" y="14144"/>
                </a:lnTo>
                <a:lnTo>
                  <a:pt x="368615" y="6286"/>
                </a:lnTo>
                <a:lnTo>
                  <a:pt x="355020" y="1571"/>
                </a:lnTo>
                <a:lnTo>
                  <a:pt x="339851" y="0"/>
                </a:lnTo>
                <a:lnTo>
                  <a:pt x="328717" y="726"/>
                </a:lnTo>
                <a:lnTo>
                  <a:pt x="291005" y="18490"/>
                </a:lnTo>
                <a:lnTo>
                  <a:pt x="268790" y="55971"/>
                </a:lnTo>
                <a:lnTo>
                  <a:pt x="263651" y="91439"/>
                </a:lnTo>
                <a:lnTo>
                  <a:pt x="264818" y="109466"/>
                </a:lnTo>
                <a:lnTo>
                  <a:pt x="268414" y="125920"/>
                </a:lnTo>
                <a:lnTo>
                  <a:pt x="274581" y="140946"/>
                </a:lnTo>
                <a:lnTo>
                  <a:pt x="283464" y="154686"/>
                </a:lnTo>
                <a:lnTo>
                  <a:pt x="294132" y="166064"/>
                </a:lnTo>
                <a:lnTo>
                  <a:pt x="294132" y="89916"/>
                </a:lnTo>
                <a:lnTo>
                  <a:pt x="294989" y="74795"/>
                </a:lnTo>
                <a:lnTo>
                  <a:pt x="315561" y="34147"/>
                </a:lnTo>
                <a:lnTo>
                  <a:pt x="342138" y="25146"/>
                </a:lnTo>
                <a:lnTo>
                  <a:pt x="352006" y="26158"/>
                </a:lnTo>
                <a:lnTo>
                  <a:pt x="383302" y="50923"/>
                </a:lnTo>
                <a:lnTo>
                  <a:pt x="390679" y="75235"/>
                </a:lnTo>
                <a:lnTo>
                  <a:pt x="391655" y="90677"/>
                </a:lnTo>
                <a:close/>
              </a:path>
              <a:path w="419100" h="253364">
                <a:moveTo>
                  <a:pt x="388910" y="239912"/>
                </a:moveTo>
                <a:lnTo>
                  <a:pt x="388910" y="171307"/>
                </a:lnTo>
                <a:lnTo>
                  <a:pt x="388707" y="182308"/>
                </a:lnTo>
                <a:lnTo>
                  <a:pt x="388073" y="190738"/>
                </a:lnTo>
                <a:lnTo>
                  <a:pt x="365123" y="223777"/>
                </a:lnTo>
                <a:lnTo>
                  <a:pt x="339090" y="228600"/>
                </a:lnTo>
                <a:lnTo>
                  <a:pt x="329934" y="228040"/>
                </a:lnTo>
                <a:lnTo>
                  <a:pt x="298704" y="200406"/>
                </a:lnTo>
                <a:lnTo>
                  <a:pt x="268986" y="195834"/>
                </a:lnTo>
                <a:lnTo>
                  <a:pt x="288036" y="239268"/>
                </a:lnTo>
                <a:lnTo>
                  <a:pt x="324249" y="252126"/>
                </a:lnTo>
                <a:lnTo>
                  <a:pt x="339090" y="252984"/>
                </a:lnTo>
                <a:lnTo>
                  <a:pt x="352006" y="252405"/>
                </a:lnTo>
                <a:lnTo>
                  <a:pt x="363854" y="250602"/>
                </a:lnTo>
                <a:lnTo>
                  <a:pt x="374451" y="247519"/>
                </a:lnTo>
                <a:lnTo>
                  <a:pt x="384048" y="243077"/>
                </a:lnTo>
                <a:lnTo>
                  <a:pt x="388910" y="239912"/>
                </a:lnTo>
                <a:close/>
              </a:path>
              <a:path w="419100" h="253364">
                <a:moveTo>
                  <a:pt x="419100" y="156972"/>
                </a:moveTo>
                <a:lnTo>
                  <a:pt x="419100" y="3810"/>
                </a:lnTo>
                <a:lnTo>
                  <a:pt x="391655" y="3810"/>
                </a:lnTo>
                <a:lnTo>
                  <a:pt x="391655" y="90677"/>
                </a:lnTo>
                <a:lnTo>
                  <a:pt x="390786" y="106560"/>
                </a:lnTo>
                <a:lnTo>
                  <a:pt x="369896" y="147208"/>
                </a:lnTo>
                <a:lnTo>
                  <a:pt x="342900" y="156210"/>
                </a:lnTo>
                <a:lnTo>
                  <a:pt x="332915" y="155209"/>
                </a:lnTo>
                <a:lnTo>
                  <a:pt x="301847" y="131063"/>
                </a:lnTo>
                <a:lnTo>
                  <a:pt x="294132" y="89916"/>
                </a:lnTo>
                <a:lnTo>
                  <a:pt x="294132" y="166064"/>
                </a:lnTo>
                <a:lnTo>
                  <a:pt x="294303" y="166246"/>
                </a:lnTo>
                <a:lnTo>
                  <a:pt x="307362" y="174593"/>
                </a:lnTo>
                <a:lnTo>
                  <a:pt x="322568" y="179653"/>
                </a:lnTo>
                <a:lnTo>
                  <a:pt x="339851" y="181356"/>
                </a:lnTo>
                <a:lnTo>
                  <a:pt x="354006" y="179915"/>
                </a:lnTo>
                <a:lnTo>
                  <a:pt x="366801" y="175545"/>
                </a:lnTo>
                <a:lnTo>
                  <a:pt x="378310" y="168175"/>
                </a:lnTo>
                <a:lnTo>
                  <a:pt x="388607" y="157734"/>
                </a:lnTo>
                <a:lnTo>
                  <a:pt x="388910" y="171307"/>
                </a:lnTo>
                <a:lnTo>
                  <a:pt x="388910" y="239912"/>
                </a:lnTo>
                <a:lnTo>
                  <a:pt x="392606" y="237505"/>
                </a:lnTo>
                <a:lnTo>
                  <a:pt x="414594" y="205620"/>
                </a:lnTo>
                <a:lnTo>
                  <a:pt x="418647" y="176426"/>
                </a:lnTo>
                <a:lnTo>
                  <a:pt x="419100" y="1569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53601" y="4748021"/>
            <a:ext cx="81280" cy="320040"/>
          </a:xfrm>
          <a:custGeom>
            <a:avLst/>
            <a:gdLst/>
            <a:ahLst/>
            <a:cxnLst/>
            <a:rect l="l" t="t" r="r" b="b"/>
            <a:pathLst>
              <a:path w="81279" h="320039">
                <a:moveTo>
                  <a:pt x="80772" y="0"/>
                </a:moveTo>
                <a:lnTo>
                  <a:pt x="58674" y="0"/>
                </a:lnTo>
                <a:lnTo>
                  <a:pt x="44233" y="20704"/>
                </a:lnTo>
                <a:lnTo>
                  <a:pt x="21072" y="62686"/>
                </a:lnTo>
                <a:lnTo>
                  <a:pt x="6761" y="102262"/>
                </a:lnTo>
                <a:lnTo>
                  <a:pt x="728" y="140291"/>
                </a:lnTo>
                <a:lnTo>
                  <a:pt x="0" y="160019"/>
                </a:lnTo>
                <a:lnTo>
                  <a:pt x="1014" y="182165"/>
                </a:lnTo>
                <a:lnTo>
                  <a:pt x="9333" y="225599"/>
                </a:lnTo>
                <a:lnTo>
                  <a:pt x="25894" y="267319"/>
                </a:lnTo>
                <a:lnTo>
                  <a:pt x="30492" y="275955"/>
                </a:lnTo>
                <a:lnTo>
                  <a:pt x="30492" y="160019"/>
                </a:lnTo>
                <a:lnTo>
                  <a:pt x="30933" y="144148"/>
                </a:lnTo>
                <a:lnTo>
                  <a:pt x="38100" y="97536"/>
                </a:lnTo>
                <a:lnTo>
                  <a:pt x="49256" y="61102"/>
                </a:lnTo>
                <a:lnTo>
                  <a:pt x="71361" y="15990"/>
                </a:lnTo>
                <a:lnTo>
                  <a:pt x="80772" y="0"/>
                </a:lnTo>
                <a:close/>
              </a:path>
              <a:path w="81279" h="320039">
                <a:moveTo>
                  <a:pt x="80772" y="320039"/>
                </a:moveTo>
                <a:lnTo>
                  <a:pt x="58776" y="280035"/>
                </a:lnTo>
                <a:lnTo>
                  <a:pt x="43064" y="240030"/>
                </a:lnTo>
                <a:lnTo>
                  <a:pt x="33635" y="200025"/>
                </a:lnTo>
                <a:lnTo>
                  <a:pt x="30492" y="160019"/>
                </a:lnTo>
                <a:lnTo>
                  <a:pt x="30492" y="275955"/>
                </a:lnTo>
                <a:lnTo>
                  <a:pt x="36010" y="286321"/>
                </a:lnTo>
                <a:lnTo>
                  <a:pt x="46984" y="303895"/>
                </a:lnTo>
                <a:lnTo>
                  <a:pt x="58674" y="320039"/>
                </a:lnTo>
                <a:lnTo>
                  <a:pt x="80772" y="320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368675" y="4815078"/>
            <a:ext cx="144145" cy="181610"/>
          </a:xfrm>
          <a:custGeom>
            <a:avLst/>
            <a:gdLst/>
            <a:ahLst/>
            <a:cxnLst/>
            <a:rect l="l" t="t" r="r" b="b"/>
            <a:pathLst>
              <a:path w="144145" h="181610">
                <a:moveTo>
                  <a:pt x="144017" y="181356"/>
                </a:moveTo>
                <a:lnTo>
                  <a:pt x="143994" y="62829"/>
                </a:lnTo>
                <a:lnTo>
                  <a:pt x="143827" y="54768"/>
                </a:lnTo>
                <a:lnTo>
                  <a:pt x="143375" y="48279"/>
                </a:lnTo>
                <a:lnTo>
                  <a:pt x="142493" y="43434"/>
                </a:lnTo>
                <a:lnTo>
                  <a:pt x="140970" y="34289"/>
                </a:lnTo>
                <a:lnTo>
                  <a:pt x="112775" y="6096"/>
                </a:lnTo>
                <a:lnTo>
                  <a:pt x="83820" y="0"/>
                </a:lnTo>
                <a:lnTo>
                  <a:pt x="66536" y="1857"/>
                </a:lnTo>
                <a:lnTo>
                  <a:pt x="51330" y="7429"/>
                </a:lnTo>
                <a:lnTo>
                  <a:pt x="38271" y="16716"/>
                </a:lnTo>
                <a:lnTo>
                  <a:pt x="27431" y="29718"/>
                </a:lnTo>
                <a:lnTo>
                  <a:pt x="27431" y="3810"/>
                </a:lnTo>
                <a:lnTo>
                  <a:pt x="0" y="3810"/>
                </a:lnTo>
                <a:lnTo>
                  <a:pt x="0" y="181356"/>
                </a:lnTo>
                <a:lnTo>
                  <a:pt x="30479" y="181356"/>
                </a:lnTo>
                <a:lnTo>
                  <a:pt x="30479" y="84582"/>
                </a:lnTo>
                <a:lnTo>
                  <a:pt x="31337" y="68853"/>
                </a:lnTo>
                <a:lnTo>
                  <a:pt x="51458" y="32980"/>
                </a:lnTo>
                <a:lnTo>
                  <a:pt x="76949" y="25908"/>
                </a:lnTo>
                <a:lnTo>
                  <a:pt x="85343" y="25908"/>
                </a:lnTo>
                <a:lnTo>
                  <a:pt x="113252" y="57340"/>
                </a:lnTo>
                <a:lnTo>
                  <a:pt x="114300" y="73913"/>
                </a:lnTo>
                <a:lnTo>
                  <a:pt x="114300" y="181356"/>
                </a:lnTo>
                <a:lnTo>
                  <a:pt x="144017" y="1813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556877" y="4748021"/>
            <a:ext cx="81280" cy="320040"/>
          </a:xfrm>
          <a:custGeom>
            <a:avLst/>
            <a:gdLst/>
            <a:ahLst/>
            <a:cxnLst/>
            <a:rect l="l" t="t" r="r" b="b"/>
            <a:pathLst>
              <a:path w="81279" h="320039">
                <a:moveTo>
                  <a:pt x="80772" y="160019"/>
                </a:moveTo>
                <a:lnTo>
                  <a:pt x="77730" y="121062"/>
                </a:lnTo>
                <a:lnTo>
                  <a:pt x="67830" y="83819"/>
                </a:lnTo>
                <a:lnTo>
                  <a:pt x="48871" y="41624"/>
                </a:lnTo>
                <a:lnTo>
                  <a:pt x="21348" y="0"/>
                </a:lnTo>
                <a:lnTo>
                  <a:pt x="0" y="0"/>
                </a:lnTo>
                <a:lnTo>
                  <a:pt x="9424" y="15990"/>
                </a:lnTo>
                <a:lnTo>
                  <a:pt x="17059" y="29622"/>
                </a:lnTo>
                <a:lnTo>
                  <a:pt x="35823" y="72961"/>
                </a:lnTo>
                <a:lnTo>
                  <a:pt x="46120" y="112978"/>
                </a:lnTo>
                <a:lnTo>
                  <a:pt x="50304" y="160019"/>
                </a:lnTo>
                <a:lnTo>
                  <a:pt x="50304" y="275279"/>
                </a:lnTo>
                <a:lnTo>
                  <a:pt x="54565" y="267319"/>
                </a:lnTo>
                <a:lnTo>
                  <a:pt x="64020" y="246887"/>
                </a:lnTo>
                <a:lnTo>
                  <a:pt x="71460" y="225599"/>
                </a:lnTo>
                <a:lnTo>
                  <a:pt x="76682" y="204025"/>
                </a:lnTo>
                <a:lnTo>
                  <a:pt x="79761" y="182165"/>
                </a:lnTo>
                <a:lnTo>
                  <a:pt x="80772" y="160019"/>
                </a:lnTo>
                <a:close/>
              </a:path>
              <a:path w="81279" h="320039">
                <a:moveTo>
                  <a:pt x="50304" y="275279"/>
                </a:moveTo>
                <a:lnTo>
                  <a:pt x="50304" y="160019"/>
                </a:lnTo>
                <a:lnTo>
                  <a:pt x="47161" y="200025"/>
                </a:lnTo>
                <a:lnTo>
                  <a:pt x="37730" y="240030"/>
                </a:lnTo>
                <a:lnTo>
                  <a:pt x="22010" y="280035"/>
                </a:lnTo>
                <a:lnTo>
                  <a:pt x="0" y="320039"/>
                </a:lnTo>
                <a:lnTo>
                  <a:pt x="21348" y="320039"/>
                </a:lnTo>
                <a:lnTo>
                  <a:pt x="33368" y="303895"/>
                </a:lnTo>
                <a:lnTo>
                  <a:pt x="44394" y="286321"/>
                </a:lnTo>
                <a:lnTo>
                  <a:pt x="50304" y="27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60421" y="4142994"/>
            <a:ext cx="104139" cy="248920"/>
          </a:xfrm>
          <a:custGeom>
            <a:avLst/>
            <a:gdLst/>
            <a:ahLst/>
            <a:cxnLst/>
            <a:rect l="l" t="t" r="r" b="b"/>
            <a:pathLst>
              <a:path w="104140" h="248920">
                <a:moveTo>
                  <a:pt x="25907" y="94487"/>
                </a:moveTo>
                <a:lnTo>
                  <a:pt x="25907" y="70865"/>
                </a:lnTo>
                <a:lnTo>
                  <a:pt x="0" y="70865"/>
                </a:lnTo>
                <a:lnTo>
                  <a:pt x="0" y="94487"/>
                </a:lnTo>
                <a:lnTo>
                  <a:pt x="25907" y="94487"/>
                </a:lnTo>
                <a:close/>
              </a:path>
              <a:path w="104140" h="248920">
                <a:moveTo>
                  <a:pt x="103631" y="2285"/>
                </a:moveTo>
                <a:lnTo>
                  <a:pt x="95899" y="1285"/>
                </a:lnTo>
                <a:lnTo>
                  <a:pt x="88671" y="571"/>
                </a:lnTo>
                <a:lnTo>
                  <a:pt x="81872" y="142"/>
                </a:lnTo>
                <a:lnTo>
                  <a:pt x="75425" y="0"/>
                </a:lnTo>
                <a:lnTo>
                  <a:pt x="66167" y="428"/>
                </a:lnTo>
                <a:lnTo>
                  <a:pt x="32003" y="18287"/>
                </a:lnTo>
                <a:lnTo>
                  <a:pt x="29705" y="25907"/>
                </a:lnTo>
                <a:lnTo>
                  <a:pt x="28152" y="30610"/>
                </a:lnTo>
                <a:lnTo>
                  <a:pt x="26954" y="36671"/>
                </a:lnTo>
                <a:lnTo>
                  <a:pt x="26181" y="44017"/>
                </a:lnTo>
                <a:lnTo>
                  <a:pt x="25907" y="52577"/>
                </a:lnTo>
                <a:lnTo>
                  <a:pt x="25907" y="248411"/>
                </a:lnTo>
                <a:lnTo>
                  <a:pt x="56375" y="248411"/>
                </a:lnTo>
                <a:lnTo>
                  <a:pt x="56375" y="44195"/>
                </a:lnTo>
                <a:lnTo>
                  <a:pt x="57905" y="36569"/>
                </a:lnTo>
                <a:lnTo>
                  <a:pt x="65531" y="28955"/>
                </a:lnTo>
                <a:lnTo>
                  <a:pt x="72377" y="27431"/>
                </a:lnTo>
                <a:lnTo>
                  <a:pt x="92951" y="27431"/>
                </a:lnTo>
                <a:lnTo>
                  <a:pt x="99059" y="28955"/>
                </a:lnTo>
                <a:lnTo>
                  <a:pt x="103631" y="2285"/>
                </a:lnTo>
                <a:close/>
              </a:path>
              <a:path w="104140" h="248920">
                <a:moveTo>
                  <a:pt x="90677" y="94487"/>
                </a:moveTo>
                <a:lnTo>
                  <a:pt x="90677" y="70865"/>
                </a:lnTo>
                <a:lnTo>
                  <a:pt x="56375" y="70865"/>
                </a:lnTo>
                <a:lnTo>
                  <a:pt x="56375" y="94487"/>
                </a:lnTo>
                <a:lnTo>
                  <a:pt x="90677" y="94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72422" y="4142994"/>
            <a:ext cx="81280" cy="320040"/>
          </a:xfrm>
          <a:custGeom>
            <a:avLst/>
            <a:gdLst/>
            <a:ahLst/>
            <a:cxnLst/>
            <a:rect l="l" t="t" r="r" b="b"/>
            <a:pathLst>
              <a:path w="81279" h="320039">
                <a:moveTo>
                  <a:pt x="80772" y="0"/>
                </a:moveTo>
                <a:lnTo>
                  <a:pt x="59448" y="0"/>
                </a:lnTo>
                <a:lnTo>
                  <a:pt x="44572" y="20704"/>
                </a:lnTo>
                <a:lnTo>
                  <a:pt x="21401" y="62686"/>
                </a:lnTo>
                <a:lnTo>
                  <a:pt x="7393" y="102262"/>
                </a:lnTo>
                <a:lnTo>
                  <a:pt x="845" y="140291"/>
                </a:lnTo>
                <a:lnTo>
                  <a:pt x="0" y="160019"/>
                </a:lnTo>
                <a:lnTo>
                  <a:pt x="1132" y="182165"/>
                </a:lnTo>
                <a:lnTo>
                  <a:pt x="9970" y="225599"/>
                </a:lnTo>
                <a:lnTo>
                  <a:pt x="26544" y="267319"/>
                </a:lnTo>
                <a:lnTo>
                  <a:pt x="31254" y="276321"/>
                </a:lnTo>
                <a:lnTo>
                  <a:pt x="31254" y="160019"/>
                </a:lnTo>
                <a:lnTo>
                  <a:pt x="31681" y="144148"/>
                </a:lnTo>
                <a:lnTo>
                  <a:pt x="38100" y="97535"/>
                </a:lnTo>
                <a:lnTo>
                  <a:pt x="49251" y="61102"/>
                </a:lnTo>
                <a:lnTo>
                  <a:pt x="71466" y="15990"/>
                </a:lnTo>
                <a:lnTo>
                  <a:pt x="80772" y="0"/>
                </a:lnTo>
                <a:close/>
              </a:path>
              <a:path w="81279" h="320039">
                <a:moveTo>
                  <a:pt x="80772" y="320039"/>
                </a:moveTo>
                <a:lnTo>
                  <a:pt x="59217" y="280035"/>
                </a:lnTo>
                <a:lnTo>
                  <a:pt x="43730" y="240029"/>
                </a:lnTo>
                <a:lnTo>
                  <a:pt x="34385" y="200024"/>
                </a:lnTo>
                <a:lnTo>
                  <a:pt x="31254" y="160019"/>
                </a:lnTo>
                <a:lnTo>
                  <a:pt x="31254" y="276321"/>
                </a:lnTo>
                <a:lnTo>
                  <a:pt x="36487" y="286321"/>
                </a:lnTo>
                <a:lnTo>
                  <a:pt x="47429" y="303895"/>
                </a:lnTo>
                <a:lnTo>
                  <a:pt x="59448" y="320039"/>
                </a:lnTo>
                <a:lnTo>
                  <a:pt x="80772" y="320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88246" y="4210050"/>
            <a:ext cx="144145" cy="181610"/>
          </a:xfrm>
          <a:custGeom>
            <a:avLst/>
            <a:gdLst/>
            <a:ahLst/>
            <a:cxnLst/>
            <a:rect l="l" t="t" r="r" b="b"/>
            <a:pathLst>
              <a:path w="144145" h="181610">
                <a:moveTo>
                  <a:pt x="144030" y="181355"/>
                </a:moveTo>
                <a:lnTo>
                  <a:pt x="144030" y="72389"/>
                </a:lnTo>
                <a:lnTo>
                  <a:pt x="143899" y="62829"/>
                </a:lnTo>
                <a:lnTo>
                  <a:pt x="132600" y="21336"/>
                </a:lnTo>
                <a:lnTo>
                  <a:pt x="128777" y="14477"/>
                </a:lnTo>
                <a:lnTo>
                  <a:pt x="90923" y="416"/>
                </a:lnTo>
                <a:lnTo>
                  <a:pt x="83070" y="0"/>
                </a:lnTo>
                <a:lnTo>
                  <a:pt x="65787" y="1845"/>
                </a:lnTo>
                <a:lnTo>
                  <a:pt x="50580" y="7334"/>
                </a:lnTo>
                <a:lnTo>
                  <a:pt x="37522" y="16394"/>
                </a:lnTo>
                <a:lnTo>
                  <a:pt x="26682" y="28955"/>
                </a:lnTo>
                <a:lnTo>
                  <a:pt x="26682" y="3810"/>
                </a:lnTo>
                <a:lnTo>
                  <a:pt x="0" y="3810"/>
                </a:lnTo>
                <a:lnTo>
                  <a:pt x="0" y="181355"/>
                </a:lnTo>
                <a:lnTo>
                  <a:pt x="29730" y="181355"/>
                </a:lnTo>
                <a:lnTo>
                  <a:pt x="29730" y="84582"/>
                </a:lnTo>
                <a:lnTo>
                  <a:pt x="30599" y="68853"/>
                </a:lnTo>
                <a:lnTo>
                  <a:pt x="51364" y="32980"/>
                </a:lnTo>
                <a:lnTo>
                  <a:pt x="76974" y="25908"/>
                </a:lnTo>
                <a:lnTo>
                  <a:pt x="85356" y="25908"/>
                </a:lnTo>
                <a:lnTo>
                  <a:pt x="112879" y="57150"/>
                </a:lnTo>
                <a:lnTo>
                  <a:pt x="113550" y="73151"/>
                </a:lnTo>
                <a:lnTo>
                  <a:pt x="113550" y="181355"/>
                </a:lnTo>
                <a:lnTo>
                  <a:pt x="144030" y="181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76474" y="4142994"/>
            <a:ext cx="81280" cy="320040"/>
          </a:xfrm>
          <a:custGeom>
            <a:avLst/>
            <a:gdLst/>
            <a:ahLst/>
            <a:cxnLst/>
            <a:rect l="l" t="t" r="r" b="b"/>
            <a:pathLst>
              <a:path w="81279" h="320039">
                <a:moveTo>
                  <a:pt x="80772" y="160019"/>
                </a:moveTo>
                <a:lnTo>
                  <a:pt x="77438" y="121062"/>
                </a:lnTo>
                <a:lnTo>
                  <a:pt x="67817" y="83819"/>
                </a:lnTo>
                <a:lnTo>
                  <a:pt x="48566" y="41624"/>
                </a:lnTo>
                <a:lnTo>
                  <a:pt x="21323" y="0"/>
                </a:lnTo>
                <a:lnTo>
                  <a:pt x="0" y="0"/>
                </a:lnTo>
                <a:lnTo>
                  <a:pt x="9305" y="15990"/>
                </a:lnTo>
                <a:lnTo>
                  <a:pt x="16759" y="29622"/>
                </a:lnTo>
                <a:lnTo>
                  <a:pt x="35804" y="72961"/>
                </a:lnTo>
                <a:lnTo>
                  <a:pt x="45672" y="112978"/>
                </a:lnTo>
                <a:lnTo>
                  <a:pt x="49529" y="160019"/>
                </a:lnTo>
                <a:lnTo>
                  <a:pt x="49529" y="276296"/>
                </a:lnTo>
                <a:lnTo>
                  <a:pt x="54227" y="267319"/>
                </a:lnTo>
                <a:lnTo>
                  <a:pt x="63245" y="246887"/>
                </a:lnTo>
                <a:lnTo>
                  <a:pt x="70806" y="225599"/>
                </a:lnTo>
                <a:lnTo>
                  <a:pt x="76295" y="204025"/>
                </a:lnTo>
                <a:lnTo>
                  <a:pt x="79640" y="182165"/>
                </a:lnTo>
                <a:lnTo>
                  <a:pt x="80772" y="160019"/>
                </a:lnTo>
                <a:close/>
              </a:path>
              <a:path w="81279" h="320039">
                <a:moveTo>
                  <a:pt x="49529" y="276296"/>
                </a:moveTo>
                <a:lnTo>
                  <a:pt x="49529" y="160019"/>
                </a:lnTo>
                <a:lnTo>
                  <a:pt x="46396" y="200024"/>
                </a:lnTo>
                <a:lnTo>
                  <a:pt x="37047" y="240029"/>
                </a:lnTo>
                <a:lnTo>
                  <a:pt x="21556" y="280035"/>
                </a:lnTo>
                <a:lnTo>
                  <a:pt x="0" y="320039"/>
                </a:lnTo>
                <a:lnTo>
                  <a:pt x="21323" y="320039"/>
                </a:lnTo>
                <a:lnTo>
                  <a:pt x="33342" y="303895"/>
                </a:lnTo>
                <a:lnTo>
                  <a:pt x="44284" y="286321"/>
                </a:lnTo>
                <a:lnTo>
                  <a:pt x="49529" y="276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Asymptotic Notation –Omega</a:t>
            </a:r>
            <a:r>
              <a:rPr spc="-7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614159" cy="4237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Examples</a:t>
            </a:r>
            <a:endParaRPr sz="32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3000" spc="-5" dirty="0">
                <a:latin typeface="Arial"/>
                <a:cs typeface="Arial"/>
              </a:rPr>
              <a:t>–</a:t>
            </a:r>
            <a:r>
              <a:rPr sz="3000" spc="-320" dirty="0">
                <a:latin typeface="Arial"/>
                <a:cs typeface="Arial"/>
              </a:rPr>
              <a:t> </a:t>
            </a:r>
            <a:r>
              <a:rPr sz="3000" spc="85" dirty="0" smtClean="0">
                <a:latin typeface="Arial"/>
                <a:cs typeface="Arial"/>
              </a:rPr>
              <a:t>3n+3=</a:t>
            </a:r>
            <a:r>
              <a:rPr lang="el-GR" sz="3000" spc="85" dirty="0">
                <a:latin typeface="Arial"/>
                <a:cs typeface="Arial"/>
              </a:rPr>
              <a:t>Ω</a:t>
            </a:r>
            <a:r>
              <a:rPr sz="3000" spc="85" dirty="0" smtClean="0">
                <a:latin typeface="Arial"/>
                <a:cs typeface="Arial"/>
              </a:rPr>
              <a:t>(n</a:t>
            </a:r>
            <a:r>
              <a:rPr sz="3000" spc="85" dirty="0">
                <a:latin typeface="Arial"/>
                <a:cs typeface="Arial"/>
              </a:rPr>
              <a:t>)</a:t>
            </a:r>
            <a:endParaRPr sz="3000" dirty="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</a:pPr>
            <a:r>
              <a:rPr sz="3000" spc="-5" dirty="0">
                <a:latin typeface="Arial"/>
                <a:cs typeface="Arial"/>
              </a:rPr>
              <a:t>3n+3</a:t>
            </a:r>
            <a:r>
              <a:rPr sz="28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3n for all</a:t>
            </a:r>
            <a:r>
              <a:rPr sz="3000" spc="-8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1</a:t>
            </a:r>
            <a:endParaRPr sz="3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3000" spc="-5" dirty="0">
                <a:latin typeface="Arial"/>
                <a:cs typeface="Arial"/>
              </a:rPr>
              <a:t>–</a:t>
            </a:r>
            <a:r>
              <a:rPr sz="3000" spc="-335" dirty="0">
                <a:latin typeface="Arial"/>
                <a:cs typeface="Arial"/>
              </a:rPr>
              <a:t> </a:t>
            </a:r>
            <a:r>
              <a:rPr sz="3000" spc="60" dirty="0">
                <a:latin typeface="Arial"/>
                <a:cs typeface="Arial"/>
              </a:rPr>
              <a:t>6*2</a:t>
            </a:r>
            <a:r>
              <a:rPr sz="3000" spc="89" baseline="25000" dirty="0">
                <a:latin typeface="Arial"/>
                <a:cs typeface="Arial"/>
              </a:rPr>
              <a:t>n</a:t>
            </a:r>
            <a:r>
              <a:rPr sz="3000" spc="60" dirty="0">
                <a:latin typeface="Arial"/>
                <a:cs typeface="Arial"/>
              </a:rPr>
              <a:t>+n</a:t>
            </a:r>
            <a:r>
              <a:rPr sz="3000" spc="89" baseline="25000" dirty="0">
                <a:latin typeface="Arial"/>
                <a:cs typeface="Arial"/>
              </a:rPr>
              <a:t>2</a:t>
            </a:r>
            <a:r>
              <a:rPr sz="3000" spc="60" dirty="0" smtClean="0">
                <a:latin typeface="Arial"/>
                <a:cs typeface="Arial"/>
              </a:rPr>
              <a:t>=</a:t>
            </a:r>
            <a:r>
              <a:rPr lang="el-GR" sz="3000" spc="85" dirty="0">
                <a:latin typeface="Arial"/>
                <a:cs typeface="Arial"/>
              </a:rPr>
              <a:t> Ω</a:t>
            </a:r>
            <a:r>
              <a:rPr sz="3000" spc="60" dirty="0" smtClean="0">
                <a:latin typeface="Arial"/>
                <a:cs typeface="Arial"/>
              </a:rPr>
              <a:t>(2</a:t>
            </a:r>
            <a:r>
              <a:rPr sz="3000" spc="89" baseline="25000" dirty="0" smtClean="0">
                <a:latin typeface="Arial"/>
                <a:cs typeface="Arial"/>
              </a:rPr>
              <a:t>n</a:t>
            </a:r>
            <a:r>
              <a:rPr sz="3000" spc="60" dirty="0">
                <a:latin typeface="Arial"/>
                <a:cs typeface="Arial"/>
              </a:rPr>
              <a:t>)</a:t>
            </a:r>
            <a:endParaRPr sz="3000" dirty="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</a:pPr>
            <a:r>
              <a:rPr sz="3000" spc="-5" dirty="0">
                <a:latin typeface="Arial"/>
                <a:cs typeface="Arial"/>
              </a:rPr>
              <a:t>6*2</a:t>
            </a:r>
            <a:r>
              <a:rPr sz="3000" spc="-7" baseline="25000" dirty="0">
                <a:latin typeface="Arial"/>
                <a:cs typeface="Arial"/>
              </a:rPr>
              <a:t>n</a:t>
            </a:r>
            <a:r>
              <a:rPr sz="3000" spc="-5" dirty="0">
                <a:latin typeface="Arial"/>
                <a:cs typeface="Arial"/>
              </a:rPr>
              <a:t>+n</a:t>
            </a:r>
            <a:r>
              <a:rPr sz="3000" spc="-7" baseline="25000" dirty="0">
                <a:latin typeface="Arial"/>
                <a:cs typeface="Arial"/>
              </a:rPr>
              <a:t>2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2</a:t>
            </a:r>
            <a:r>
              <a:rPr sz="3000" spc="-7" baseline="25000" dirty="0">
                <a:latin typeface="Arial"/>
                <a:cs typeface="Arial"/>
              </a:rPr>
              <a:t>n </a:t>
            </a:r>
            <a:r>
              <a:rPr sz="3000" dirty="0">
                <a:latin typeface="Arial"/>
                <a:cs typeface="Arial"/>
              </a:rPr>
              <a:t>for </a:t>
            </a:r>
            <a:r>
              <a:rPr sz="3000" spc="-5" dirty="0">
                <a:latin typeface="Arial"/>
                <a:cs typeface="Arial"/>
              </a:rPr>
              <a:t>all</a:t>
            </a:r>
            <a:r>
              <a:rPr sz="3000" spc="-28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1</a:t>
            </a:r>
            <a:endParaRPr sz="3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3000" spc="-5" dirty="0">
                <a:latin typeface="Arial"/>
                <a:cs typeface="Arial"/>
              </a:rPr>
              <a:t>–</a:t>
            </a:r>
            <a:r>
              <a:rPr sz="3000" spc="-320" dirty="0">
                <a:latin typeface="Arial"/>
                <a:cs typeface="Arial"/>
              </a:rPr>
              <a:t> </a:t>
            </a:r>
            <a:r>
              <a:rPr sz="3000" spc="85" dirty="0">
                <a:latin typeface="Arial"/>
                <a:cs typeface="Arial"/>
              </a:rPr>
              <a:t>3n+3</a:t>
            </a:r>
            <a:r>
              <a:rPr sz="3000" spc="85" dirty="0" smtClean="0">
                <a:latin typeface="Arial"/>
                <a:cs typeface="Arial"/>
              </a:rPr>
              <a:t>=</a:t>
            </a:r>
            <a:r>
              <a:rPr lang="el-GR" sz="3000" spc="85" dirty="0">
                <a:latin typeface="Arial"/>
                <a:cs typeface="Arial"/>
              </a:rPr>
              <a:t> Ω</a:t>
            </a:r>
            <a:r>
              <a:rPr sz="3000" spc="85" dirty="0" smtClean="0">
                <a:latin typeface="Arial"/>
                <a:cs typeface="Arial"/>
              </a:rPr>
              <a:t>(1</a:t>
            </a:r>
            <a:r>
              <a:rPr sz="3000" spc="85" dirty="0">
                <a:latin typeface="Arial"/>
                <a:cs typeface="Arial"/>
              </a:rPr>
              <a:t>)</a:t>
            </a:r>
            <a:endParaRPr sz="3000" dirty="0">
              <a:latin typeface="Arial"/>
              <a:cs typeface="Arial"/>
            </a:endParaRPr>
          </a:p>
          <a:p>
            <a:pPr marL="755650">
              <a:lnSpc>
                <a:spcPts val="3579"/>
              </a:lnSpc>
            </a:pPr>
            <a:r>
              <a:rPr sz="3000" spc="-5" dirty="0">
                <a:latin typeface="Arial"/>
                <a:cs typeface="Arial"/>
              </a:rPr>
              <a:t>3n+3</a:t>
            </a:r>
            <a:r>
              <a:rPr sz="28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3 for all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1</a:t>
            </a:r>
            <a:endParaRPr sz="3000" dirty="0">
              <a:latin typeface="Arial"/>
              <a:cs typeface="Arial"/>
            </a:endParaRPr>
          </a:p>
          <a:p>
            <a:pPr marL="355600" indent="-342900">
              <a:lnSpc>
                <a:spcPts val="382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g(n) </a:t>
            </a:r>
            <a:r>
              <a:rPr sz="3200" spc="-1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be </a:t>
            </a:r>
            <a:r>
              <a:rPr lang="en-US" sz="3200" spc="-5" dirty="0" smtClean="0">
                <a:latin typeface="Arial"/>
                <a:cs typeface="Arial"/>
              </a:rPr>
              <a:t>the</a:t>
            </a:r>
            <a:r>
              <a:rPr sz="3200" spc="-5" dirty="0" smtClean="0">
                <a:latin typeface="Arial"/>
                <a:cs typeface="Arial"/>
              </a:rPr>
              <a:t> </a:t>
            </a:r>
            <a:r>
              <a:rPr lang="en-US" sz="3200" spc="-5" dirty="0" smtClean="0">
                <a:solidFill>
                  <a:srgbClr val="FF3300"/>
                </a:solidFill>
                <a:latin typeface="Arial"/>
                <a:cs typeface="Arial"/>
              </a:rPr>
              <a:t>highest lower</a:t>
            </a:r>
            <a:r>
              <a:rPr sz="3200" spc="-3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bound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Asymptotic </a:t>
            </a:r>
            <a:r>
              <a:rPr spc="-5" dirty="0"/>
              <a:t>Notation</a:t>
            </a:r>
            <a:r>
              <a:rPr spc="-95" dirty="0"/>
              <a:t> </a:t>
            </a:r>
            <a:r>
              <a:rPr spc="-5" dirty="0"/>
              <a:t>-Theta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9565"/>
            <a:ext cx="7436484" cy="1517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3200" spc="-5" dirty="0">
                <a:latin typeface="Arial"/>
                <a:cs typeface="Arial"/>
              </a:rPr>
              <a:t>f(n)=</a:t>
            </a:r>
            <a:r>
              <a:rPr sz="3200" spc="-5" dirty="0">
                <a:latin typeface="Symbol"/>
                <a:cs typeface="Symbol"/>
              </a:rPr>
              <a:t></a:t>
            </a:r>
            <a:r>
              <a:rPr sz="3200" spc="-5" dirty="0">
                <a:latin typeface="Arial"/>
                <a:cs typeface="Arial"/>
              </a:rPr>
              <a:t>(g(n))</a:t>
            </a:r>
            <a:r>
              <a:rPr sz="3200" spc="-2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iff</a:t>
            </a:r>
            <a:endParaRPr sz="3200" dirty="0">
              <a:latin typeface="Arial"/>
              <a:cs typeface="Arial"/>
            </a:endParaRPr>
          </a:p>
          <a:p>
            <a:pPr marL="755650" marR="5080" indent="-285750">
              <a:lnSpc>
                <a:spcPct val="100000"/>
              </a:lnSpc>
              <a:spcBef>
                <a:spcPts val="685"/>
              </a:spcBef>
              <a:tabLst>
                <a:tab pos="854075" algn="l"/>
              </a:tabLst>
            </a:pPr>
            <a:r>
              <a:rPr sz="2800" dirty="0">
                <a:latin typeface="Arial"/>
                <a:cs typeface="Arial"/>
              </a:rPr>
              <a:t>–		</a:t>
            </a:r>
            <a:r>
              <a:rPr sz="2800" spc="-5" dirty="0">
                <a:latin typeface="Symbol"/>
                <a:cs typeface="Symbol"/>
              </a:rPr>
              <a:t>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two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positive real constants</a:t>
            </a:r>
            <a:r>
              <a:rPr sz="2800" spc="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c</a:t>
            </a:r>
            <a:r>
              <a:rPr sz="2850" baseline="-17543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,c</a:t>
            </a:r>
            <a:r>
              <a:rPr sz="2850" baseline="-17543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&gt;0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  an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integer constant</a:t>
            </a:r>
            <a:r>
              <a:rPr sz="2800" spc="-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n</a:t>
            </a:r>
            <a:r>
              <a:rPr sz="2850" baseline="-17543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850" spc="-270" baseline="-1754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PMingLiU"/>
                <a:cs typeface="PMingLiU"/>
              </a:rPr>
              <a:t>≧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260" dirty="0">
                <a:latin typeface="Arial"/>
                <a:cs typeface="Arial"/>
              </a:rPr>
              <a:t> </a:t>
            </a:r>
            <a:r>
              <a:rPr sz="2800" spc="-185" dirty="0" smtClean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c</a:t>
            </a:r>
            <a:r>
              <a:rPr sz="2850" spc="-7" baseline="-17543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g(n)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FF5050"/>
                </a:solidFill>
                <a:latin typeface="Symbol"/>
                <a:cs typeface="Symbol"/>
              </a:rPr>
              <a:t></a:t>
            </a:r>
            <a:r>
              <a:rPr sz="3000" spc="25" dirty="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f(n)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FF5050"/>
                </a:solidFill>
                <a:latin typeface="Symbol"/>
                <a:cs typeface="Symbol"/>
              </a:rPr>
              <a:t></a:t>
            </a:r>
            <a:endParaRPr sz="3000" dirty="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9997" y="3828541"/>
            <a:ext cx="2940050" cy="490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55395" algn="l"/>
              </a:tabLst>
            </a:pPr>
            <a:r>
              <a:rPr sz="2800" spc="-5" dirty="0">
                <a:latin typeface="Arial"/>
                <a:cs typeface="Arial"/>
              </a:rPr>
              <a:t>c</a:t>
            </a:r>
            <a:r>
              <a:rPr sz="2850" spc="-7" baseline="-17543" dirty="0">
                <a:latin typeface="Arial"/>
                <a:cs typeface="Arial"/>
              </a:rPr>
              <a:t>2</a:t>
            </a:r>
            <a:r>
              <a:rPr sz="2800" spc="-5" dirty="0">
                <a:latin typeface="Arial"/>
                <a:cs typeface="Arial"/>
              </a:rPr>
              <a:t>g(n)	</a:t>
            </a:r>
            <a:r>
              <a:rPr sz="2800" spc="-5" dirty="0">
                <a:latin typeface="Symbol"/>
                <a:cs typeface="Symbol"/>
              </a:rPr>
              <a:t>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Arial"/>
                <a:cs typeface="Arial"/>
              </a:rPr>
              <a:t>n, </a:t>
            </a:r>
            <a:r>
              <a:rPr sz="2800" dirty="0">
                <a:latin typeface="Arial"/>
                <a:cs typeface="Arial"/>
              </a:rPr>
              <a:t>n </a:t>
            </a:r>
            <a:r>
              <a:rPr sz="2800" spc="-5" dirty="0">
                <a:latin typeface="Symbol"/>
                <a:cs typeface="Symbol"/>
              </a:rPr>
              <a:t>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50" baseline="-17543" dirty="0">
                <a:latin typeface="Arial"/>
                <a:cs typeface="Arial"/>
              </a:rPr>
              <a:t>0</a:t>
            </a:r>
            <a:endParaRPr sz="2850" baseline="-17543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53825" y="6814566"/>
            <a:ext cx="3552825" cy="0"/>
          </a:xfrm>
          <a:custGeom>
            <a:avLst/>
            <a:gdLst/>
            <a:ahLst/>
            <a:cxnLst/>
            <a:rect l="l" t="t" r="r" b="b"/>
            <a:pathLst>
              <a:path w="3552825">
                <a:moveTo>
                  <a:pt x="3552443" y="0"/>
                </a:moveTo>
                <a:lnTo>
                  <a:pt x="0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93315" y="6761226"/>
            <a:ext cx="159385" cy="106680"/>
          </a:xfrm>
          <a:custGeom>
            <a:avLst/>
            <a:gdLst/>
            <a:ahLst/>
            <a:cxnLst/>
            <a:rect l="l" t="t" r="r" b="b"/>
            <a:pathLst>
              <a:path w="159384" h="106679">
                <a:moveTo>
                  <a:pt x="159258" y="53340"/>
                </a:moveTo>
                <a:lnTo>
                  <a:pt x="0" y="0"/>
                </a:lnTo>
                <a:lnTo>
                  <a:pt x="0" y="106679"/>
                </a:lnTo>
                <a:lnTo>
                  <a:pt x="159258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53825" y="4370070"/>
            <a:ext cx="0" cy="2444750"/>
          </a:xfrm>
          <a:custGeom>
            <a:avLst/>
            <a:gdLst/>
            <a:ahLst/>
            <a:cxnLst/>
            <a:rect l="l" t="t" r="r" b="b"/>
            <a:pathLst>
              <a:path h="2444750">
                <a:moveTo>
                  <a:pt x="0" y="0"/>
                </a:moveTo>
                <a:lnTo>
                  <a:pt x="0" y="2444496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00485" y="4223765"/>
            <a:ext cx="106680" cy="160020"/>
          </a:xfrm>
          <a:custGeom>
            <a:avLst/>
            <a:gdLst/>
            <a:ahLst/>
            <a:cxnLst/>
            <a:rect l="l" t="t" r="r" b="b"/>
            <a:pathLst>
              <a:path w="106679" h="160020">
                <a:moveTo>
                  <a:pt x="106680" y="160020"/>
                </a:moveTo>
                <a:lnTo>
                  <a:pt x="53339" y="0"/>
                </a:lnTo>
                <a:lnTo>
                  <a:pt x="0" y="160020"/>
                </a:lnTo>
                <a:lnTo>
                  <a:pt x="106680" y="160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77541" y="6927342"/>
            <a:ext cx="132080" cy="166370"/>
          </a:xfrm>
          <a:custGeom>
            <a:avLst/>
            <a:gdLst/>
            <a:ahLst/>
            <a:cxnLst/>
            <a:rect l="l" t="t" r="r" b="b"/>
            <a:pathLst>
              <a:path w="132079" h="166370">
                <a:moveTo>
                  <a:pt x="131825" y="166115"/>
                </a:moveTo>
                <a:lnTo>
                  <a:pt x="131802" y="57304"/>
                </a:lnTo>
                <a:lnTo>
                  <a:pt x="131635" y="49815"/>
                </a:lnTo>
                <a:lnTo>
                  <a:pt x="131183" y="43898"/>
                </a:lnTo>
                <a:lnTo>
                  <a:pt x="130301" y="39624"/>
                </a:lnTo>
                <a:lnTo>
                  <a:pt x="128777" y="31241"/>
                </a:lnTo>
                <a:lnTo>
                  <a:pt x="126479" y="24383"/>
                </a:lnTo>
                <a:lnTo>
                  <a:pt x="121907" y="19050"/>
                </a:lnTo>
                <a:lnTo>
                  <a:pt x="118097" y="12953"/>
                </a:lnTo>
                <a:lnTo>
                  <a:pt x="112014" y="8381"/>
                </a:lnTo>
                <a:lnTo>
                  <a:pt x="103632" y="5333"/>
                </a:lnTo>
                <a:lnTo>
                  <a:pt x="97214" y="2893"/>
                </a:lnTo>
                <a:lnTo>
                  <a:pt x="90582" y="1238"/>
                </a:lnTo>
                <a:lnTo>
                  <a:pt x="83808" y="297"/>
                </a:lnTo>
                <a:lnTo>
                  <a:pt x="76962" y="0"/>
                </a:lnTo>
                <a:lnTo>
                  <a:pt x="60828" y="1702"/>
                </a:lnTo>
                <a:lnTo>
                  <a:pt x="46766" y="6762"/>
                </a:lnTo>
                <a:lnTo>
                  <a:pt x="34825" y="15131"/>
                </a:lnTo>
                <a:lnTo>
                  <a:pt x="25133" y="26669"/>
                </a:lnTo>
                <a:lnTo>
                  <a:pt x="25133" y="3809"/>
                </a:lnTo>
                <a:lnTo>
                  <a:pt x="0" y="3809"/>
                </a:lnTo>
                <a:lnTo>
                  <a:pt x="0" y="166115"/>
                </a:lnTo>
                <a:lnTo>
                  <a:pt x="27432" y="166115"/>
                </a:lnTo>
                <a:lnTo>
                  <a:pt x="27432" y="76961"/>
                </a:lnTo>
                <a:lnTo>
                  <a:pt x="28277" y="62805"/>
                </a:lnTo>
                <a:lnTo>
                  <a:pt x="54476" y="26479"/>
                </a:lnTo>
                <a:lnTo>
                  <a:pt x="70853" y="23622"/>
                </a:lnTo>
                <a:lnTo>
                  <a:pt x="78486" y="23622"/>
                </a:lnTo>
                <a:lnTo>
                  <a:pt x="84582" y="25146"/>
                </a:lnTo>
                <a:lnTo>
                  <a:pt x="89903" y="28955"/>
                </a:lnTo>
                <a:lnTo>
                  <a:pt x="95250" y="32003"/>
                </a:lnTo>
                <a:lnTo>
                  <a:pt x="99047" y="36575"/>
                </a:lnTo>
                <a:lnTo>
                  <a:pt x="103632" y="47243"/>
                </a:lnTo>
                <a:lnTo>
                  <a:pt x="104381" y="55625"/>
                </a:lnTo>
                <a:lnTo>
                  <a:pt x="104381" y="166115"/>
                </a:lnTo>
                <a:lnTo>
                  <a:pt x="131825" y="166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3297" y="4223765"/>
            <a:ext cx="0" cy="2590800"/>
          </a:xfrm>
          <a:custGeom>
            <a:avLst/>
            <a:gdLst/>
            <a:ahLst/>
            <a:cxnLst/>
            <a:rect l="l" t="t" r="r" b="b"/>
            <a:pathLst>
              <a:path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ln w="6261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53825" y="6073902"/>
            <a:ext cx="1109980" cy="741045"/>
          </a:xfrm>
          <a:custGeom>
            <a:avLst/>
            <a:gdLst/>
            <a:ahLst/>
            <a:cxnLst/>
            <a:rect l="l" t="t" r="r" b="b"/>
            <a:pathLst>
              <a:path w="1109979" h="741045">
                <a:moveTo>
                  <a:pt x="0" y="740664"/>
                </a:moveTo>
                <a:lnTo>
                  <a:pt x="245364" y="640080"/>
                </a:lnTo>
                <a:lnTo>
                  <a:pt x="479298" y="515112"/>
                </a:lnTo>
                <a:lnTo>
                  <a:pt x="701040" y="367284"/>
                </a:lnTo>
                <a:lnTo>
                  <a:pt x="911352" y="195834"/>
                </a:lnTo>
                <a:lnTo>
                  <a:pt x="1109472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3297" y="4594097"/>
            <a:ext cx="2589530" cy="1480185"/>
          </a:xfrm>
          <a:custGeom>
            <a:avLst/>
            <a:gdLst/>
            <a:ahLst/>
            <a:cxnLst/>
            <a:rect l="l" t="t" r="r" b="b"/>
            <a:pathLst>
              <a:path w="2589529" h="1480185">
                <a:moveTo>
                  <a:pt x="0" y="1479803"/>
                </a:moveTo>
                <a:lnTo>
                  <a:pt x="293369" y="1162812"/>
                </a:lnTo>
                <a:lnTo>
                  <a:pt x="612648" y="880110"/>
                </a:lnTo>
                <a:lnTo>
                  <a:pt x="957071" y="633222"/>
                </a:lnTo>
                <a:lnTo>
                  <a:pt x="1326629" y="422148"/>
                </a:lnTo>
                <a:lnTo>
                  <a:pt x="1722119" y="246125"/>
                </a:lnTo>
                <a:lnTo>
                  <a:pt x="2142743" y="105155"/>
                </a:lnTo>
                <a:lnTo>
                  <a:pt x="2589276" y="0"/>
                </a:lnTo>
              </a:path>
            </a:pathLst>
          </a:custGeom>
          <a:ln w="62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53825" y="6199632"/>
            <a:ext cx="1109980" cy="392430"/>
          </a:xfrm>
          <a:custGeom>
            <a:avLst/>
            <a:gdLst/>
            <a:ahLst/>
            <a:cxnLst/>
            <a:rect l="l" t="t" r="r" b="b"/>
            <a:pathLst>
              <a:path w="1109979" h="392429">
                <a:moveTo>
                  <a:pt x="0" y="392429"/>
                </a:moveTo>
                <a:lnTo>
                  <a:pt x="268986" y="249936"/>
                </a:lnTo>
                <a:lnTo>
                  <a:pt x="515112" y="139446"/>
                </a:lnTo>
                <a:lnTo>
                  <a:pt x="736854" y="60960"/>
                </a:lnTo>
                <a:lnTo>
                  <a:pt x="934974" y="14478"/>
                </a:lnTo>
                <a:lnTo>
                  <a:pt x="1109472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963297" y="5704332"/>
            <a:ext cx="1294765" cy="495300"/>
          </a:xfrm>
          <a:custGeom>
            <a:avLst/>
            <a:gdLst/>
            <a:ahLst/>
            <a:cxnLst/>
            <a:rect l="l" t="t" r="r" b="b"/>
            <a:pathLst>
              <a:path w="1294765" h="495300">
                <a:moveTo>
                  <a:pt x="0" y="495300"/>
                </a:moveTo>
                <a:lnTo>
                  <a:pt x="318503" y="427481"/>
                </a:lnTo>
                <a:lnTo>
                  <a:pt x="606539" y="343662"/>
                </a:lnTo>
                <a:lnTo>
                  <a:pt x="865631" y="244601"/>
                </a:lnTo>
                <a:lnTo>
                  <a:pt x="1094993" y="129539"/>
                </a:lnTo>
                <a:lnTo>
                  <a:pt x="1294625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57922" y="4963667"/>
            <a:ext cx="1294765" cy="741045"/>
          </a:xfrm>
          <a:custGeom>
            <a:avLst/>
            <a:gdLst/>
            <a:ahLst/>
            <a:cxnLst/>
            <a:rect l="l" t="t" r="r" b="b"/>
            <a:pathLst>
              <a:path w="1294765" h="741045">
                <a:moveTo>
                  <a:pt x="0" y="740664"/>
                </a:moveTo>
                <a:lnTo>
                  <a:pt x="141744" y="616458"/>
                </a:lnTo>
                <a:lnTo>
                  <a:pt x="313194" y="493014"/>
                </a:lnTo>
                <a:lnTo>
                  <a:pt x="513600" y="369570"/>
                </a:lnTo>
                <a:lnTo>
                  <a:pt x="744474" y="246126"/>
                </a:lnTo>
                <a:lnTo>
                  <a:pt x="1004316" y="123444"/>
                </a:lnTo>
                <a:lnTo>
                  <a:pt x="1294650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32817" y="6927342"/>
            <a:ext cx="132080" cy="166370"/>
          </a:xfrm>
          <a:custGeom>
            <a:avLst/>
            <a:gdLst/>
            <a:ahLst/>
            <a:cxnLst/>
            <a:rect l="l" t="t" r="r" b="b"/>
            <a:pathLst>
              <a:path w="132079" h="166370">
                <a:moveTo>
                  <a:pt x="131825" y="166115"/>
                </a:moveTo>
                <a:lnTo>
                  <a:pt x="131825" y="66293"/>
                </a:lnTo>
                <a:lnTo>
                  <a:pt x="131695" y="57304"/>
                </a:lnTo>
                <a:lnTo>
                  <a:pt x="121919" y="19050"/>
                </a:lnTo>
                <a:lnTo>
                  <a:pt x="83486" y="297"/>
                </a:lnTo>
                <a:lnTo>
                  <a:pt x="76200" y="0"/>
                </a:lnTo>
                <a:lnTo>
                  <a:pt x="60495" y="1702"/>
                </a:lnTo>
                <a:lnTo>
                  <a:pt x="46577" y="6762"/>
                </a:lnTo>
                <a:lnTo>
                  <a:pt x="34516" y="15109"/>
                </a:lnTo>
                <a:lnTo>
                  <a:pt x="24384" y="26669"/>
                </a:lnTo>
                <a:lnTo>
                  <a:pt x="24384" y="3809"/>
                </a:lnTo>
                <a:lnTo>
                  <a:pt x="0" y="3809"/>
                </a:lnTo>
                <a:lnTo>
                  <a:pt x="0" y="166115"/>
                </a:lnTo>
                <a:lnTo>
                  <a:pt x="27431" y="166115"/>
                </a:lnTo>
                <a:lnTo>
                  <a:pt x="27431" y="76961"/>
                </a:lnTo>
                <a:lnTo>
                  <a:pt x="28277" y="62805"/>
                </a:lnTo>
                <a:lnTo>
                  <a:pt x="54197" y="26479"/>
                </a:lnTo>
                <a:lnTo>
                  <a:pt x="70865" y="23622"/>
                </a:lnTo>
                <a:lnTo>
                  <a:pt x="77724" y="23622"/>
                </a:lnTo>
                <a:lnTo>
                  <a:pt x="84581" y="25146"/>
                </a:lnTo>
                <a:lnTo>
                  <a:pt x="89915" y="28955"/>
                </a:lnTo>
                <a:lnTo>
                  <a:pt x="95250" y="32003"/>
                </a:lnTo>
                <a:lnTo>
                  <a:pt x="99060" y="36575"/>
                </a:lnTo>
                <a:lnTo>
                  <a:pt x="103631" y="47243"/>
                </a:lnTo>
                <a:lnTo>
                  <a:pt x="104393" y="55625"/>
                </a:lnTo>
                <a:lnTo>
                  <a:pt x="104393" y="166115"/>
                </a:lnTo>
                <a:lnTo>
                  <a:pt x="131825" y="166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73266" y="6932930"/>
            <a:ext cx="1390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736977" y="5076444"/>
            <a:ext cx="142240" cy="170180"/>
          </a:xfrm>
          <a:custGeom>
            <a:avLst/>
            <a:gdLst/>
            <a:ahLst/>
            <a:cxnLst/>
            <a:rect l="l" t="t" r="r" b="b"/>
            <a:pathLst>
              <a:path w="142240" h="170179">
                <a:moveTo>
                  <a:pt x="138671" y="51815"/>
                </a:moveTo>
                <a:lnTo>
                  <a:pt x="117348" y="13715"/>
                </a:lnTo>
                <a:lnTo>
                  <a:pt x="73913" y="0"/>
                </a:lnTo>
                <a:lnTo>
                  <a:pt x="63769" y="690"/>
                </a:lnTo>
                <a:lnTo>
                  <a:pt x="26931" y="15620"/>
                </a:lnTo>
                <a:lnTo>
                  <a:pt x="5137" y="50233"/>
                </a:lnTo>
                <a:lnTo>
                  <a:pt x="0" y="86105"/>
                </a:lnTo>
                <a:lnTo>
                  <a:pt x="1283" y="105084"/>
                </a:lnTo>
                <a:lnTo>
                  <a:pt x="5143" y="121934"/>
                </a:lnTo>
                <a:lnTo>
                  <a:pt x="11562" y="136469"/>
                </a:lnTo>
                <a:lnTo>
                  <a:pt x="20561" y="148589"/>
                </a:lnTo>
                <a:lnTo>
                  <a:pt x="28194" y="155325"/>
                </a:lnTo>
                <a:lnTo>
                  <a:pt x="28194" y="85343"/>
                </a:lnTo>
                <a:lnTo>
                  <a:pt x="29039" y="70032"/>
                </a:lnTo>
                <a:lnTo>
                  <a:pt x="48325" y="31539"/>
                </a:lnTo>
                <a:lnTo>
                  <a:pt x="75437" y="22859"/>
                </a:lnTo>
                <a:lnTo>
                  <a:pt x="84569" y="22859"/>
                </a:lnTo>
                <a:lnTo>
                  <a:pt x="112013" y="55625"/>
                </a:lnTo>
                <a:lnTo>
                  <a:pt x="138671" y="51815"/>
                </a:lnTo>
                <a:close/>
              </a:path>
              <a:path w="142240" h="170179">
                <a:moveTo>
                  <a:pt x="141719" y="110489"/>
                </a:moveTo>
                <a:lnTo>
                  <a:pt x="114300" y="106679"/>
                </a:lnTo>
                <a:lnTo>
                  <a:pt x="112585" y="116383"/>
                </a:lnTo>
                <a:lnTo>
                  <a:pt x="109726" y="124872"/>
                </a:lnTo>
                <a:lnTo>
                  <a:pt x="73913" y="147827"/>
                </a:lnTo>
                <a:lnTo>
                  <a:pt x="64184" y="146839"/>
                </a:lnTo>
                <a:lnTo>
                  <a:pt x="31527" y="113252"/>
                </a:lnTo>
                <a:lnTo>
                  <a:pt x="28194" y="85343"/>
                </a:lnTo>
                <a:lnTo>
                  <a:pt x="28194" y="155325"/>
                </a:lnTo>
                <a:lnTo>
                  <a:pt x="31260" y="158031"/>
                </a:lnTo>
                <a:lnTo>
                  <a:pt x="43813" y="164687"/>
                </a:lnTo>
                <a:lnTo>
                  <a:pt x="58078" y="168628"/>
                </a:lnTo>
                <a:lnTo>
                  <a:pt x="73913" y="169925"/>
                </a:lnTo>
                <a:lnTo>
                  <a:pt x="86616" y="168937"/>
                </a:lnTo>
                <a:lnTo>
                  <a:pt x="127156" y="145958"/>
                </a:lnTo>
                <a:lnTo>
                  <a:pt x="138578" y="123932"/>
                </a:lnTo>
                <a:lnTo>
                  <a:pt x="141719" y="110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868295" y="5082794"/>
            <a:ext cx="1390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091307" y="5076497"/>
            <a:ext cx="143510" cy="232410"/>
          </a:xfrm>
          <a:custGeom>
            <a:avLst/>
            <a:gdLst/>
            <a:ahLst/>
            <a:cxnLst/>
            <a:rect l="l" t="t" r="r" b="b"/>
            <a:pathLst>
              <a:path w="143509" h="232410">
                <a:moveTo>
                  <a:pt x="118109" y="83004"/>
                </a:moveTo>
                <a:lnTo>
                  <a:pt x="118109" y="23568"/>
                </a:lnTo>
                <a:lnTo>
                  <a:pt x="108263" y="13448"/>
                </a:lnTo>
                <a:lnTo>
                  <a:pt x="97059" y="6042"/>
                </a:lnTo>
                <a:lnTo>
                  <a:pt x="84570" y="1494"/>
                </a:lnTo>
                <a:lnTo>
                  <a:pt x="72390" y="119"/>
                </a:lnTo>
                <a:lnTo>
                  <a:pt x="70091" y="0"/>
                </a:lnTo>
                <a:lnTo>
                  <a:pt x="60424" y="661"/>
                </a:lnTo>
                <a:lnTo>
                  <a:pt x="25960" y="17091"/>
                </a:lnTo>
                <a:lnTo>
                  <a:pt x="5138" y="51417"/>
                </a:lnTo>
                <a:lnTo>
                  <a:pt x="0" y="84528"/>
                </a:lnTo>
                <a:lnTo>
                  <a:pt x="1262" y="100650"/>
                </a:lnTo>
                <a:lnTo>
                  <a:pt x="4952" y="115770"/>
                </a:lnTo>
                <a:lnTo>
                  <a:pt x="10929" y="129748"/>
                </a:lnTo>
                <a:lnTo>
                  <a:pt x="19050" y="142440"/>
                </a:lnTo>
                <a:lnTo>
                  <a:pt x="28943" y="152864"/>
                </a:lnTo>
                <a:lnTo>
                  <a:pt x="28943" y="82242"/>
                </a:lnTo>
                <a:lnTo>
                  <a:pt x="29671" y="68372"/>
                </a:lnTo>
                <a:lnTo>
                  <a:pt x="48172" y="31486"/>
                </a:lnTo>
                <a:lnTo>
                  <a:pt x="73139" y="22886"/>
                </a:lnTo>
                <a:lnTo>
                  <a:pt x="81671" y="23795"/>
                </a:lnTo>
                <a:lnTo>
                  <a:pt x="114679" y="57096"/>
                </a:lnTo>
                <a:lnTo>
                  <a:pt x="117252" y="69122"/>
                </a:lnTo>
                <a:lnTo>
                  <a:pt x="118109" y="83004"/>
                </a:lnTo>
                <a:close/>
              </a:path>
              <a:path w="143509" h="232410">
                <a:moveTo>
                  <a:pt x="115824" y="220304"/>
                </a:moveTo>
                <a:lnTo>
                  <a:pt x="115824" y="145488"/>
                </a:lnTo>
                <a:lnTo>
                  <a:pt x="115681" y="157609"/>
                </a:lnTo>
                <a:lnTo>
                  <a:pt x="115252" y="167586"/>
                </a:lnTo>
                <a:lnTo>
                  <a:pt x="93779" y="205317"/>
                </a:lnTo>
                <a:lnTo>
                  <a:pt x="70091" y="209496"/>
                </a:lnTo>
                <a:lnTo>
                  <a:pt x="61514" y="209056"/>
                </a:lnTo>
                <a:lnTo>
                  <a:pt x="32766" y="183588"/>
                </a:lnTo>
                <a:lnTo>
                  <a:pt x="6096" y="179778"/>
                </a:lnTo>
                <a:lnTo>
                  <a:pt x="22859" y="219402"/>
                </a:lnTo>
                <a:lnTo>
                  <a:pt x="70091" y="232356"/>
                </a:lnTo>
                <a:lnTo>
                  <a:pt x="81671" y="231784"/>
                </a:lnTo>
                <a:lnTo>
                  <a:pt x="92384" y="230070"/>
                </a:lnTo>
                <a:lnTo>
                  <a:pt x="102243" y="227213"/>
                </a:lnTo>
                <a:lnTo>
                  <a:pt x="111239" y="223212"/>
                </a:lnTo>
                <a:lnTo>
                  <a:pt x="115824" y="220304"/>
                </a:lnTo>
                <a:close/>
              </a:path>
              <a:path w="143509" h="232410">
                <a:moveTo>
                  <a:pt x="143243" y="144726"/>
                </a:moveTo>
                <a:lnTo>
                  <a:pt x="143243" y="3756"/>
                </a:lnTo>
                <a:lnTo>
                  <a:pt x="118109" y="3756"/>
                </a:lnTo>
                <a:lnTo>
                  <a:pt x="118109" y="83004"/>
                </a:lnTo>
                <a:lnTo>
                  <a:pt x="117252" y="97924"/>
                </a:lnTo>
                <a:lnTo>
                  <a:pt x="98433" y="135285"/>
                </a:lnTo>
                <a:lnTo>
                  <a:pt x="73139" y="143964"/>
                </a:lnTo>
                <a:lnTo>
                  <a:pt x="63857" y="142976"/>
                </a:lnTo>
                <a:lnTo>
                  <a:pt x="31902" y="109770"/>
                </a:lnTo>
                <a:lnTo>
                  <a:pt x="28943" y="82242"/>
                </a:lnTo>
                <a:lnTo>
                  <a:pt x="28943" y="152864"/>
                </a:lnTo>
                <a:lnTo>
                  <a:pt x="29073" y="153001"/>
                </a:lnTo>
                <a:lnTo>
                  <a:pt x="40952" y="160633"/>
                </a:lnTo>
                <a:lnTo>
                  <a:pt x="54834" y="165265"/>
                </a:lnTo>
                <a:lnTo>
                  <a:pt x="70866" y="166824"/>
                </a:lnTo>
                <a:lnTo>
                  <a:pt x="83568" y="165420"/>
                </a:lnTo>
                <a:lnTo>
                  <a:pt x="95340" y="161300"/>
                </a:lnTo>
                <a:lnTo>
                  <a:pt x="106115" y="154609"/>
                </a:lnTo>
                <a:lnTo>
                  <a:pt x="115824" y="145488"/>
                </a:lnTo>
                <a:lnTo>
                  <a:pt x="115824" y="220304"/>
                </a:lnTo>
                <a:lnTo>
                  <a:pt x="139074" y="188768"/>
                </a:lnTo>
                <a:lnTo>
                  <a:pt x="142804" y="162169"/>
                </a:lnTo>
                <a:lnTo>
                  <a:pt x="143243" y="144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74949" y="5014721"/>
            <a:ext cx="74295" cy="294640"/>
          </a:xfrm>
          <a:custGeom>
            <a:avLst/>
            <a:gdLst/>
            <a:ahLst/>
            <a:cxnLst/>
            <a:rect l="l" t="t" r="r" b="b"/>
            <a:pathLst>
              <a:path w="74295" h="294639">
                <a:moveTo>
                  <a:pt x="73901" y="0"/>
                </a:moveTo>
                <a:lnTo>
                  <a:pt x="54089" y="0"/>
                </a:lnTo>
                <a:lnTo>
                  <a:pt x="40672" y="19311"/>
                </a:lnTo>
                <a:lnTo>
                  <a:pt x="19274" y="57650"/>
                </a:lnTo>
                <a:lnTo>
                  <a:pt x="6424" y="94130"/>
                </a:lnTo>
                <a:lnTo>
                  <a:pt x="0" y="147065"/>
                </a:lnTo>
                <a:lnTo>
                  <a:pt x="986" y="167497"/>
                </a:lnTo>
                <a:lnTo>
                  <a:pt x="8668" y="207502"/>
                </a:lnTo>
                <a:lnTo>
                  <a:pt x="23662" y="245483"/>
                </a:lnTo>
                <a:lnTo>
                  <a:pt x="28193" y="253977"/>
                </a:lnTo>
                <a:lnTo>
                  <a:pt x="28193" y="147065"/>
                </a:lnTo>
                <a:lnTo>
                  <a:pt x="28610" y="132778"/>
                </a:lnTo>
                <a:lnTo>
                  <a:pt x="34277" y="89915"/>
                </a:lnTo>
                <a:lnTo>
                  <a:pt x="49529" y="45719"/>
                </a:lnTo>
                <a:lnTo>
                  <a:pt x="65489" y="14859"/>
                </a:lnTo>
                <a:lnTo>
                  <a:pt x="73901" y="0"/>
                </a:lnTo>
                <a:close/>
              </a:path>
              <a:path w="74295" h="294639">
                <a:moveTo>
                  <a:pt x="73901" y="294131"/>
                </a:moveTo>
                <a:lnTo>
                  <a:pt x="53900" y="257544"/>
                </a:lnTo>
                <a:lnTo>
                  <a:pt x="39617" y="220884"/>
                </a:lnTo>
                <a:lnTo>
                  <a:pt x="31049" y="184082"/>
                </a:lnTo>
                <a:lnTo>
                  <a:pt x="28193" y="147065"/>
                </a:lnTo>
                <a:lnTo>
                  <a:pt x="28193" y="253977"/>
                </a:lnTo>
                <a:lnTo>
                  <a:pt x="32948" y="262889"/>
                </a:lnTo>
                <a:lnTo>
                  <a:pt x="43089" y="279153"/>
                </a:lnTo>
                <a:lnTo>
                  <a:pt x="54089" y="294131"/>
                </a:lnTo>
                <a:lnTo>
                  <a:pt x="73901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380867" y="5076444"/>
            <a:ext cx="132080" cy="167005"/>
          </a:xfrm>
          <a:custGeom>
            <a:avLst/>
            <a:gdLst/>
            <a:ahLst/>
            <a:cxnLst/>
            <a:rect l="l" t="t" r="r" b="b"/>
            <a:pathLst>
              <a:path w="132079" h="167004">
                <a:moveTo>
                  <a:pt x="131825" y="166877"/>
                </a:moveTo>
                <a:lnTo>
                  <a:pt x="131825" y="66293"/>
                </a:lnTo>
                <a:lnTo>
                  <a:pt x="131695" y="57733"/>
                </a:lnTo>
                <a:lnTo>
                  <a:pt x="121907" y="19811"/>
                </a:lnTo>
                <a:lnTo>
                  <a:pt x="83486" y="404"/>
                </a:lnTo>
                <a:lnTo>
                  <a:pt x="76200" y="0"/>
                </a:lnTo>
                <a:lnTo>
                  <a:pt x="60495" y="1714"/>
                </a:lnTo>
                <a:lnTo>
                  <a:pt x="46575" y="6857"/>
                </a:lnTo>
                <a:lnTo>
                  <a:pt x="34498" y="15444"/>
                </a:lnTo>
                <a:lnTo>
                  <a:pt x="24371" y="27431"/>
                </a:lnTo>
                <a:lnTo>
                  <a:pt x="24371" y="3809"/>
                </a:lnTo>
                <a:lnTo>
                  <a:pt x="0" y="3809"/>
                </a:lnTo>
                <a:lnTo>
                  <a:pt x="0" y="166877"/>
                </a:lnTo>
                <a:lnTo>
                  <a:pt x="27432" y="166877"/>
                </a:lnTo>
                <a:lnTo>
                  <a:pt x="27432" y="77723"/>
                </a:lnTo>
                <a:lnTo>
                  <a:pt x="28168" y="63448"/>
                </a:lnTo>
                <a:lnTo>
                  <a:pt x="54097" y="27146"/>
                </a:lnTo>
                <a:lnTo>
                  <a:pt x="70104" y="24383"/>
                </a:lnTo>
                <a:lnTo>
                  <a:pt x="77724" y="24383"/>
                </a:lnTo>
                <a:lnTo>
                  <a:pt x="104381" y="56387"/>
                </a:lnTo>
                <a:lnTo>
                  <a:pt x="104381" y="166877"/>
                </a:lnTo>
                <a:lnTo>
                  <a:pt x="131825" y="1668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553079" y="5014721"/>
            <a:ext cx="74295" cy="294640"/>
          </a:xfrm>
          <a:custGeom>
            <a:avLst/>
            <a:gdLst/>
            <a:ahLst/>
            <a:cxnLst/>
            <a:rect l="l" t="t" r="r" b="b"/>
            <a:pathLst>
              <a:path w="74295" h="294639">
                <a:moveTo>
                  <a:pt x="73913" y="147065"/>
                </a:moveTo>
                <a:lnTo>
                  <a:pt x="67473" y="94130"/>
                </a:lnTo>
                <a:lnTo>
                  <a:pt x="54632" y="57650"/>
                </a:lnTo>
                <a:lnTo>
                  <a:pt x="33145" y="19189"/>
                </a:lnTo>
                <a:lnTo>
                  <a:pt x="19811" y="0"/>
                </a:lnTo>
                <a:lnTo>
                  <a:pt x="0" y="0"/>
                </a:lnTo>
                <a:lnTo>
                  <a:pt x="8417" y="14858"/>
                </a:lnTo>
                <a:lnTo>
                  <a:pt x="15333" y="27431"/>
                </a:lnTo>
                <a:lnTo>
                  <a:pt x="33145" y="67532"/>
                </a:lnTo>
                <a:lnTo>
                  <a:pt x="44095" y="118490"/>
                </a:lnTo>
                <a:lnTo>
                  <a:pt x="45720" y="147065"/>
                </a:lnTo>
                <a:lnTo>
                  <a:pt x="45720" y="253953"/>
                </a:lnTo>
                <a:lnTo>
                  <a:pt x="50239" y="245483"/>
                </a:lnTo>
                <a:lnTo>
                  <a:pt x="58674" y="227075"/>
                </a:lnTo>
                <a:lnTo>
                  <a:pt x="65228" y="207502"/>
                </a:lnTo>
                <a:lnTo>
                  <a:pt x="70003" y="187642"/>
                </a:lnTo>
                <a:lnTo>
                  <a:pt x="72923" y="167497"/>
                </a:lnTo>
                <a:lnTo>
                  <a:pt x="73913" y="147065"/>
                </a:lnTo>
                <a:close/>
              </a:path>
              <a:path w="74295" h="294639">
                <a:moveTo>
                  <a:pt x="45720" y="253953"/>
                </a:moveTo>
                <a:lnTo>
                  <a:pt x="45720" y="147065"/>
                </a:lnTo>
                <a:lnTo>
                  <a:pt x="42860" y="184082"/>
                </a:lnTo>
                <a:lnTo>
                  <a:pt x="34285" y="220884"/>
                </a:lnTo>
                <a:lnTo>
                  <a:pt x="19997" y="257544"/>
                </a:lnTo>
                <a:lnTo>
                  <a:pt x="0" y="294131"/>
                </a:lnTo>
                <a:lnTo>
                  <a:pt x="19811" y="294131"/>
                </a:lnTo>
                <a:lnTo>
                  <a:pt x="30811" y="279153"/>
                </a:lnTo>
                <a:lnTo>
                  <a:pt x="40952" y="262890"/>
                </a:lnTo>
                <a:lnTo>
                  <a:pt x="45720" y="253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83446" y="4459985"/>
            <a:ext cx="94615" cy="227965"/>
          </a:xfrm>
          <a:custGeom>
            <a:avLst/>
            <a:gdLst/>
            <a:ahLst/>
            <a:cxnLst/>
            <a:rect l="l" t="t" r="r" b="b"/>
            <a:pathLst>
              <a:path w="94615" h="227964">
                <a:moveTo>
                  <a:pt x="24396" y="86867"/>
                </a:moveTo>
                <a:lnTo>
                  <a:pt x="24396" y="65531"/>
                </a:lnTo>
                <a:lnTo>
                  <a:pt x="0" y="65531"/>
                </a:lnTo>
                <a:lnTo>
                  <a:pt x="0" y="86867"/>
                </a:lnTo>
                <a:lnTo>
                  <a:pt x="24396" y="86867"/>
                </a:lnTo>
                <a:close/>
              </a:path>
              <a:path w="94615" h="227964">
                <a:moveTo>
                  <a:pt x="94500" y="2286"/>
                </a:moveTo>
                <a:lnTo>
                  <a:pt x="85356" y="762"/>
                </a:lnTo>
                <a:lnTo>
                  <a:pt x="76974" y="0"/>
                </a:lnTo>
                <a:lnTo>
                  <a:pt x="69342" y="0"/>
                </a:lnTo>
                <a:lnTo>
                  <a:pt x="29730" y="16763"/>
                </a:lnTo>
                <a:lnTo>
                  <a:pt x="27444" y="23622"/>
                </a:lnTo>
                <a:lnTo>
                  <a:pt x="25158" y="28955"/>
                </a:lnTo>
                <a:lnTo>
                  <a:pt x="24396" y="37337"/>
                </a:lnTo>
                <a:lnTo>
                  <a:pt x="24396" y="227837"/>
                </a:lnTo>
                <a:lnTo>
                  <a:pt x="51828" y="227837"/>
                </a:lnTo>
                <a:lnTo>
                  <a:pt x="51828" y="40386"/>
                </a:lnTo>
                <a:lnTo>
                  <a:pt x="53352" y="34289"/>
                </a:lnTo>
                <a:lnTo>
                  <a:pt x="56400" y="30479"/>
                </a:lnTo>
                <a:lnTo>
                  <a:pt x="60198" y="26669"/>
                </a:lnTo>
                <a:lnTo>
                  <a:pt x="66306" y="25146"/>
                </a:lnTo>
                <a:lnTo>
                  <a:pt x="85356" y="25146"/>
                </a:lnTo>
                <a:lnTo>
                  <a:pt x="90677" y="26669"/>
                </a:lnTo>
                <a:lnTo>
                  <a:pt x="94500" y="2286"/>
                </a:lnTo>
                <a:close/>
              </a:path>
              <a:path w="94615" h="227964">
                <a:moveTo>
                  <a:pt x="83070" y="86867"/>
                </a:moveTo>
                <a:lnTo>
                  <a:pt x="83070" y="65531"/>
                </a:lnTo>
                <a:lnTo>
                  <a:pt x="51828" y="65531"/>
                </a:lnTo>
                <a:lnTo>
                  <a:pt x="51828" y="86867"/>
                </a:lnTo>
                <a:lnTo>
                  <a:pt x="83070" y="868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86329" y="4459985"/>
            <a:ext cx="74295" cy="294640"/>
          </a:xfrm>
          <a:custGeom>
            <a:avLst/>
            <a:gdLst/>
            <a:ahLst/>
            <a:cxnLst/>
            <a:rect l="l" t="t" r="r" b="b"/>
            <a:pathLst>
              <a:path w="74295" h="294639">
                <a:moveTo>
                  <a:pt x="73913" y="0"/>
                </a:moveTo>
                <a:lnTo>
                  <a:pt x="54101" y="0"/>
                </a:lnTo>
                <a:lnTo>
                  <a:pt x="40802" y="18990"/>
                </a:lnTo>
                <a:lnTo>
                  <a:pt x="19919" y="57542"/>
                </a:lnTo>
                <a:lnTo>
                  <a:pt x="6745" y="93797"/>
                </a:lnTo>
                <a:lnTo>
                  <a:pt x="0" y="146303"/>
                </a:lnTo>
                <a:lnTo>
                  <a:pt x="998" y="167056"/>
                </a:lnTo>
                <a:lnTo>
                  <a:pt x="8995" y="206847"/>
                </a:lnTo>
                <a:lnTo>
                  <a:pt x="24312" y="245054"/>
                </a:lnTo>
                <a:lnTo>
                  <a:pt x="28194" y="252561"/>
                </a:lnTo>
                <a:lnTo>
                  <a:pt x="28194" y="147065"/>
                </a:lnTo>
                <a:lnTo>
                  <a:pt x="28620" y="132337"/>
                </a:lnTo>
                <a:lnTo>
                  <a:pt x="35051" y="89153"/>
                </a:lnTo>
                <a:lnTo>
                  <a:pt x="49517" y="44958"/>
                </a:lnTo>
                <a:lnTo>
                  <a:pt x="58572" y="27050"/>
                </a:lnTo>
                <a:lnTo>
                  <a:pt x="73913" y="0"/>
                </a:lnTo>
                <a:close/>
              </a:path>
              <a:path w="74295" h="294639">
                <a:moveTo>
                  <a:pt x="73913" y="294131"/>
                </a:moveTo>
                <a:lnTo>
                  <a:pt x="53906" y="257115"/>
                </a:lnTo>
                <a:lnTo>
                  <a:pt x="39619" y="220313"/>
                </a:lnTo>
                <a:lnTo>
                  <a:pt x="31049" y="183653"/>
                </a:lnTo>
                <a:lnTo>
                  <a:pt x="28194" y="147065"/>
                </a:lnTo>
                <a:lnTo>
                  <a:pt x="28194" y="252561"/>
                </a:lnTo>
                <a:lnTo>
                  <a:pt x="33337" y="262508"/>
                </a:lnTo>
                <a:lnTo>
                  <a:pt x="43219" y="278820"/>
                </a:lnTo>
                <a:lnTo>
                  <a:pt x="54101" y="294131"/>
                </a:lnTo>
                <a:lnTo>
                  <a:pt x="73913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992248" y="4521708"/>
            <a:ext cx="132080" cy="166370"/>
          </a:xfrm>
          <a:custGeom>
            <a:avLst/>
            <a:gdLst/>
            <a:ahLst/>
            <a:cxnLst/>
            <a:rect l="l" t="t" r="r" b="b"/>
            <a:pathLst>
              <a:path w="132079" h="166370">
                <a:moveTo>
                  <a:pt x="131825" y="166115"/>
                </a:moveTo>
                <a:lnTo>
                  <a:pt x="131802" y="57304"/>
                </a:lnTo>
                <a:lnTo>
                  <a:pt x="131635" y="49815"/>
                </a:lnTo>
                <a:lnTo>
                  <a:pt x="131183" y="43898"/>
                </a:lnTo>
                <a:lnTo>
                  <a:pt x="130301" y="39624"/>
                </a:lnTo>
                <a:lnTo>
                  <a:pt x="128777" y="31241"/>
                </a:lnTo>
                <a:lnTo>
                  <a:pt x="97202" y="2893"/>
                </a:lnTo>
                <a:lnTo>
                  <a:pt x="76200" y="0"/>
                </a:lnTo>
                <a:lnTo>
                  <a:pt x="60507" y="1702"/>
                </a:lnTo>
                <a:lnTo>
                  <a:pt x="46672" y="6762"/>
                </a:lnTo>
                <a:lnTo>
                  <a:pt x="34815" y="15136"/>
                </a:lnTo>
                <a:lnTo>
                  <a:pt x="25145" y="26669"/>
                </a:lnTo>
                <a:lnTo>
                  <a:pt x="25145" y="3809"/>
                </a:lnTo>
                <a:lnTo>
                  <a:pt x="0" y="3809"/>
                </a:lnTo>
                <a:lnTo>
                  <a:pt x="0" y="166115"/>
                </a:lnTo>
                <a:lnTo>
                  <a:pt x="27431" y="166115"/>
                </a:lnTo>
                <a:lnTo>
                  <a:pt x="27431" y="77724"/>
                </a:lnTo>
                <a:lnTo>
                  <a:pt x="28275" y="63126"/>
                </a:lnTo>
                <a:lnTo>
                  <a:pt x="54194" y="26479"/>
                </a:lnTo>
                <a:lnTo>
                  <a:pt x="70853" y="23621"/>
                </a:lnTo>
                <a:lnTo>
                  <a:pt x="77724" y="23621"/>
                </a:lnTo>
                <a:lnTo>
                  <a:pt x="84581" y="25145"/>
                </a:lnTo>
                <a:lnTo>
                  <a:pt x="89903" y="28955"/>
                </a:lnTo>
                <a:lnTo>
                  <a:pt x="95250" y="32003"/>
                </a:lnTo>
                <a:lnTo>
                  <a:pt x="99059" y="36575"/>
                </a:lnTo>
                <a:lnTo>
                  <a:pt x="101345" y="41909"/>
                </a:lnTo>
                <a:lnTo>
                  <a:pt x="103631" y="48005"/>
                </a:lnTo>
                <a:lnTo>
                  <a:pt x="104393" y="56387"/>
                </a:lnTo>
                <a:lnTo>
                  <a:pt x="104393" y="166115"/>
                </a:lnTo>
                <a:lnTo>
                  <a:pt x="131825" y="166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64446" y="4459985"/>
            <a:ext cx="74930" cy="294640"/>
          </a:xfrm>
          <a:custGeom>
            <a:avLst/>
            <a:gdLst/>
            <a:ahLst/>
            <a:cxnLst/>
            <a:rect l="l" t="t" r="r" b="b"/>
            <a:pathLst>
              <a:path w="74929" h="294639">
                <a:moveTo>
                  <a:pt x="74675" y="146303"/>
                </a:moveTo>
                <a:lnTo>
                  <a:pt x="67609" y="93797"/>
                </a:lnTo>
                <a:lnTo>
                  <a:pt x="54755" y="57542"/>
                </a:lnTo>
                <a:lnTo>
                  <a:pt x="33559" y="18990"/>
                </a:lnTo>
                <a:lnTo>
                  <a:pt x="19824" y="0"/>
                </a:lnTo>
                <a:lnTo>
                  <a:pt x="0" y="0"/>
                </a:lnTo>
                <a:lnTo>
                  <a:pt x="8860" y="14858"/>
                </a:lnTo>
                <a:lnTo>
                  <a:pt x="16008" y="27431"/>
                </a:lnTo>
                <a:lnTo>
                  <a:pt x="33248" y="67246"/>
                </a:lnTo>
                <a:lnTo>
                  <a:pt x="44397" y="117919"/>
                </a:lnTo>
                <a:lnTo>
                  <a:pt x="45732" y="147065"/>
                </a:lnTo>
                <a:lnTo>
                  <a:pt x="45732" y="253545"/>
                </a:lnTo>
                <a:lnTo>
                  <a:pt x="50249" y="245054"/>
                </a:lnTo>
                <a:lnTo>
                  <a:pt x="58674" y="226313"/>
                </a:lnTo>
                <a:lnTo>
                  <a:pt x="65674" y="206847"/>
                </a:lnTo>
                <a:lnTo>
                  <a:pt x="70675" y="187166"/>
                </a:lnTo>
                <a:lnTo>
                  <a:pt x="73675" y="167056"/>
                </a:lnTo>
                <a:lnTo>
                  <a:pt x="74675" y="146303"/>
                </a:lnTo>
                <a:close/>
              </a:path>
              <a:path w="74929" h="294639">
                <a:moveTo>
                  <a:pt x="45732" y="253545"/>
                </a:moveTo>
                <a:lnTo>
                  <a:pt x="45732" y="147065"/>
                </a:lnTo>
                <a:lnTo>
                  <a:pt x="42980" y="183653"/>
                </a:lnTo>
                <a:lnTo>
                  <a:pt x="34582" y="220313"/>
                </a:lnTo>
                <a:lnTo>
                  <a:pt x="20325" y="257115"/>
                </a:lnTo>
                <a:lnTo>
                  <a:pt x="0" y="294131"/>
                </a:lnTo>
                <a:lnTo>
                  <a:pt x="19824" y="294131"/>
                </a:lnTo>
                <a:lnTo>
                  <a:pt x="30820" y="278820"/>
                </a:lnTo>
                <a:lnTo>
                  <a:pt x="40963" y="262508"/>
                </a:lnTo>
                <a:lnTo>
                  <a:pt x="45732" y="2535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75567" y="5926073"/>
            <a:ext cx="887730" cy="889000"/>
          </a:xfrm>
          <a:custGeom>
            <a:avLst/>
            <a:gdLst/>
            <a:ahLst/>
            <a:cxnLst/>
            <a:rect l="l" t="t" r="r" b="b"/>
            <a:pathLst>
              <a:path w="887729" h="889000">
                <a:moveTo>
                  <a:pt x="0" y="888492"/>
                </a:moveTo>
                <a:lnTo>
                  <a:pt x="217169" y="816102"/>
                </a:lnTo>
                <a:lnTo>
                  <a:pt x="404622" y="725424"/>
                </a:lnTo>
                <a:lnTo>
                  <a:pt x="561593" y="616458"/>
                </a:lnTo>
                <a:lnTo>
                  <a:pt x="688848" y="489204"/>
                </a:lnTo>
                <a:lnTo>
                  <a:pt x="784860" y="344424"/>
                </a:lnTo>
                <a:lnTo>
                  <a:pt x="851915" y="181355"/>
                </a:lnTo>
                <a:lnTo>
                  <a:pt x="887729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63297" y="4815840"/>
            <a:ext cx="1035685" cy="1110615"/>
          </a:xfrm>
          <a:custGeom>
            <a:avLst/>
            <a:gdLst/>
            <a:ahLst/>
            <a:cxnLst/>
            <a:rect l="l" t="t" r="r" b="b"/>
            <a:pathLst>
              <a:path w="1035684" h="1110614">
                <a:moveTo>
                  <a:pt x="0" y="1110234"/>
                </a:moveTo>
                <a:lnTo>
                  <a:pt x="45719" y="877824"/>
                </a:lnTo>
                <a:lnTo>
                  <a:pt x="115061" y="672084"/>
                </a:lnTo>
                <a:lnTo>
                  <a:pt x="208025" y="493013"/>
                </a:lnTo>
                <a:lnTo>
                  <a:pt x="325373" y="340613"/>
                </a:lnTo>
                <a:lnTo>
                  <a:pt x="467105" y="214884"/>
                </a:lnTo>
                <a:lnTo>
                  <a:pt x="632459" y="116586"/>
                </a:lnTo>
                <a:lnTo>
                  <a:pt x="822198" y="44958"/>
                </a:lnTo>
                <a:lnTo>
                  <a:pt x="1035557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98855" y="4297679"/>
            <a:ext cx="1553845" cy="518159"/>
          </a:xfrm>
          <a:custGeom>
            <a:avLst/>
            <a:gdLst/>
            <a:ahLst/>
            <a:cxnLst/>
            <a:rect l="l" t="t" r="r" b="b"/>
            <a:pathLst>
              <a:path w="1553845" h="518160">
                <a:moveTo>
                  <a:pt x="0" y="518160"/>
                </a:moveTo>
                <a:lnTo>
                  <a:pt x="348983" y="440436"/>
                </a:lnTo>
                <a:lnTo>
                  <a:pt x="655307" y="364236"/>
                </a:lnTo>
                <a:lnTo>
                  <a:pt x="919721" y="288798"/>
                </a:lnTo>
                <a:lnTo>
                  <a:pt x="1141476" y="214884"/>
                </a:lnTo>
                <a:lnTo>
                  <a:pt x="1321295" y="141732"/>
                </a:lnTo>
                <a:lnTo>
                  <a:pt x="1458468" y="70104"/>
                </a:lnTo>
                <a:lnTo>
                  <a:pt x="1553718" y="0"/>
                </a:lnTo>
              </a:path>
            </a:pathLst>
          </a:custGeom>
          <a:ln w="626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736977" y="4114800"/>
            <a:ext cx="142240" cy="170180"/>
          </a:xfrm>
          <a:custGeom>
            <a:avLst/>
            <a:gdLst/>
            <a:ahLst/>
            <a:cxnLst/>
            <a:rect l="l" t="t" r="r" b="b"/>
            <a:pathLst>
              <a:path w="142240" h="170179">
                <a:moveTo>
                  <a:pt x="138671" y="51053"/>
                </a:moveTo>
                <a:lnTo>
                  <a:pt x="117348" y="12953"/>
                </a:lnTo>
                <a:lnTo>
                  <a:pt x="73913" y="0"/>
                </a:lnTo>
                <a:lnTo>
                  <a:pt x="63769" y="583"/>
                </a:lnTo>
                <a:lnTo>
                  <a:pt x="26931" y="15192"/>
                </a:lnTo>
                <a:lnTo>
                  <a:pt x="5137" y="49792"/>
                </a:lnTo>
                <a:lnTo>
                  <a:pt x="0" y="85344"/>
                </a:lnTo>
                <a:lnTo>
                  <a:pt x="1283" y="104644"/>
                </a:lnTo>
                <a:lnTo>
                  <a:pt x="5143" y="121457"/>
                </a:lnTo>
                <a:lnTo>
                  <a:pt x="11562" y="135814"/>
                </a:lnTo>
                <a:lnTo>
                  <a:pt x="20561" y="147827"/>
                </a:lnTo>
                <a:lnTo>
                  <a:pt x="28194" y="154648"/>
                </a:lnTo>
                <a:lnTo>
                  <a:pt x="28194" y="84582"/>
                </a:lnTo>
                <a:lnTo>
                  <a:pt x="29039" y="69592"/>
                </a:lnTo>
                <a:lnTo>
                  <a:pt x="48325" y="30777"/>
                </a:lnTo>
                <a:lnTo>
                  <a:pt x="75437" y="22098"/>
                </a:lnTo>
                <a:lnTo>
                  <a:pt x="84569" y="22098"/>
                </a:lnTo>
                <a:lnTo>
                  <a:pt x="112013" y="55625"/>
                </a:lnTo>
                <a:lnTo>
                  <a:pt x="138671" y="51053"/>
                </a:lnTo>
                <a:close/>
              </a:path>
              <a:path w="142240" h="170179">
                <a:moveTo>
                  <a:pt x="141719" y="109727"/>
                </a:moveTo>
                <a:lnTo>
                  <a:pt x="114300" y="106679"/>
                </a:lnTo>
                <a:lnTo>
                  <a:pt x="112585" y="116264"/>
                </a:lnTo>
                <a:lnTo>
                  <a:pt x="109726" y="124491"/>
                </a:lnTo>
                <a:lnTo>
                  <a:pt x="73913" y="147065"/>
                </a:lnTo>
                <a:lnTo>
                  <a:pt x="64184" y="146077"/>
                </a:lnTo>
                <a:lnTo>
                  <a:pt x="31527" y="112775"/>
                </a:lnTo>
                <a:lnTo>
                  <a:pt x="28194" y="84582"/>
                </a:lnTo>
                <a:lnTo>
                  <a:pt x="28194" y="154648"/>
                </a:lnTo>
                <a:lnTo>
                  <a:pt x="31260" y="157388"/>
                </a:lnTo>
                <a:lnTo>
                  <a:pt x="43813" y="164306"/>
                </a:lnTo>
                <a:lnTo>
                  <a:pt x="58078" y="168509"/>
                </a:lnTo>
                <a:lnTo>
                  <a:pt x="73913" y="169925"/>
                </a:lnTo>
                <a:lnTo>
                  <a:pt x="86616" y="168925"/>
                </a:lnTo>
                <a:lnTo>
                  <a:pt x="127156" y="145196"/>
                </a:lnTo>
                <a:lnTo>
                  <a:pt x="138578" y="123170"/>
                </a:lnTo>
                <a:lnTo>
                  <a:pt x="141719" y="1097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868295" y="4120388"/>
            <a:ext cx="1390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091307" y="4114844"/>
            <a:ext cx="143510" cy="231775"/>
          </a:xfrm>
          <a:custGeom>
            <a:avLst/>
            <a:gdLst/>
            <a:ahLst/>
            <a:cxnLst/>
            <a:rect l="l" t="t" r="r" b="b"/>
            <a:pathLst>
              <a:path w="143509" h="231775">
                <a:moveTo>
                  <a:pt x="118109" y="83013"/>
                </a:moveTo>
                <a:lnTo>
                  <a:pt x="118109" y="22815"/>
                </a:lnTo>
                <a:lnTo>
                  <a:pt x="108263" y="12814"/>
                </a:lnTo>
                <a:lnTo>
                  <a:pt x="97059" y="5670"/>
                </a:lnTo>
                <a:lnTo>
                  <a:pt x="84570" y="1384"/>
                </a:lnTo>
                <a:lnTo>
                  <a:pt x="72390" y="114"/>
                </a:lnTo>
                <a:lnTo>
                  <a:pt x="70091" y="0"/>
                </a:lnTo>
                <a:lnTo>
                  <a:pt x="60424" y="551"/>
                </a:lnTo>
                <a:lnTo>
                  <a:pt x="19327" y="23292"/>
                </a:lnTo>
                <a:lnTo>
                  <a:pt x="2284" y="61582"/>
                </a:lnTo>
                <a:lnTo>
                  <a:pt x="0" y="83775"/>
                </a:lnTo>
                <a:lnTo>
                  <a:pt x="1262" y="100218"/>
                </a:lnTo>
                <a:lnTo>
                  <a:pt x="4952" y="115303"/>
                </a:lnTo>
                <a:lnTo>
                  <a:pt x="10929" y="129102"/>
                </a:lnTo>
                <a:lnTo>
                  <a:pt x="19050" y="141687"/>
                </a:lnTo>
                <a:lnTo>
                  <a:pt x="28943" y="152111"/>
                </a:lnTo>
                <a:lnTo>
                  <a:pt x="28943" y="81489"/>
                </a:lnTo>
                <a:lnTo>
                  <a:pt x="29671" y="67940"/>
                </a:lnTo>
                <a:lnTo>
                  <a:pt x="48172" y="30852"/>
                </a:lnTo>
                <a:lnTo>
                  <a:pt x="73139" y="22886"/>
                </a:lnTo>
                <a:lnTo>
                  <a:pt x="81671" y="23696"/>
                </a:lnTo>
                <a:lnTo>
                  <a:pt x="114679" y="56534"/>
                </a:lnTo>
                <a:lnTo>
                  <a:pt x="117252" y="68702"/>
                </a:lnTo>
                <a:lnTo>
                  <a:pt x="118109" y="83013"/>
                </a:lnTo>
                <a:close/>
              </a:path>
              <a:path w="143509" h="231775">
                <a:moveTo>
                  <a:pt x="115824" y="219551"/>
                </a:moveTo>
                <a:lnTo>
                  <a:pt x="115824" y="144735"/>
                </a:lnTo>
                <a:lnTo>
                  <a:pt x="115681" y="156856"/>
                </a:lnTo>
                <a:lnTo>
                  <a:pt x="115252" y="166833"/>
                </a:lnTo>
                <a:lnTo>
                  <a:pt x="93779" y="204564"/>
                </a:lnTo>
                <a:lnTo>
                  <a:pt x="70091" y="208743"/>
                </a:lnTo>
                <a:lnTo>
                  <a:pt x="61514" y="208303"/>
                </a:lnTo>
                <a:lnTo>
                  <a:pt x="32766" y="183597"/>
                </a:lnTo>
                <a:lnTo>
                  <a:pt x="6096" y="179025"/>
                </a:lnTo>
                <a:lnTo>
                  <a:pt x="22859" y="218649"/>
                </a:lnTo>
                <a:lnTo>
                  <a:pt x="70091" y="231603"/>
                </a:lnTo>
                <a:lnTo>
                  <a:pt x="81671" y="231031"/>
                </a:lnTo>
                <a:lnTo>
                  <a:pt x="92384" y="229317"/>
                </a:lnTo>
                <a:lnTo>
                  <a:pt x="102243" y="226460"/>
                </a:lnTo>
                <a:lnTo>
                  <a:pt x="111239" y="222459"/>
                </a:lnTo>
                <a:lnTo>
                  <a:pt x="115824" y="219551"/>
                </a:lnTo>
                <a:close/>
              </a:path>
              <a:path w="143509" h="231775">
                <a:moveTo>
                  <a:pt x="143243" y="143973"/>
                </a:moveTo>
                <a:lnTo>
                  <a:pt x="143243" y="3765"/>
                </a:lnTo>
                <a:lnTo>
                  <a:pt x="118109" y="3765"/>
                </a:lnTo>
                <a:lnTo>
                  <a:pt x="118109" y="83013"/>
                </a:lnTo>
                <a:lnTo>
                  <a:pt x="117252" y="97503"/>
                </a:lnTo>
                <a:lnTo>
                  <a:pt x="98433" y="134853"/>
                </a:lnTo>
                <a:lnTo>
                  <a:pt x="73139" y="143211"/>
                </a:lnTo>
                <a:lnTo>
                  <a:pt x="63857" y="142235"/>
                </a:lnTo>
                <a:lnTo>
                  <a:pt x="31902" y="109398"/>
                </a:lnTo>
                <a:lnTo>
                  <a:pt x="28943" y="81489"/>
                </a:lnTo>
                <a:lnTo>
                  <a:pt x="28943" y="152111"/>
                </a:lnTo>
                <a:lnTo>
                  <a:pt x="29073" y="152248"/>
                </a:lnTo>
                <a:lnTo>
                  <a:pt x="40952" y="159880"/>
                </a:lnTo>
                <a:lnTo>
                  <a:pt x="54834" y="164512"/>
                </a:lnTo>
                <a:lnTo>
                  <a:pt x="70866" y="166071"/>
                </a:lnTo>
                <a:lnTo>
                  <a:pt x="83568" y="164666"/>
                </a:lnTo>
                <a:lnTo>
                  <a:pt x="95340" y="160547"/>
                </a:lnTo>
                <a:lnTo>
                  <a:pt x="106115" y="153856"/>
                </a:lnTo>
                <a:lnTo>
                  <a:pt x="115824" y="144735"/>
                </a:lnTo>
                <a:lnTo>
                  <a:pt x="115824" y="219551"/>
                </a:lnTo>
                <a:lnTo>
                  <a:pt x="139074" y="188336"/>
                </a:lnTo>
                <a:lnTo>
                  <a:pt x="142804" y="161523"/>
                </a:lnTo>
                <a:lnTo>
                  <a:pt x="143243" y="143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74949" y="4052315"/>
            <a:ext cx="74295" cy="294640"/>
          </a:xfrm>
          <a:custGeom>
            <a:avLst/>
            <a:gdLst/>
            <a:ahLst/>
            <a:cxnLst/>
            <a:rect l="l" t="t" r="r" b="b"/>
            <a:pathLst>
              <a:path w="74295" h="294639">
                <a:moveTo>
                  <a:pt x="73901" y="0"/>
                </a:moveTo>
                <a:lnTo>
                  <a:pt x="54089" y="0"/>
                </a:lnTo>
                <a:lnTo>
                  <a:pt x="40672" y="19431"/>
                </a:lnTo>
                <a:lnTo>
                  <a:pt x="19274" y="58293"/>
                </a:lnTo>
                <a:lnTo>
                  <a:pt x="6424" y="94452"/>
                </a:lnTo>
                <a:lnTo>
                  <a:pt x="0" y="147066"/>
                </a:lnTo>
                <a:lnTo>
                  <a:pt x="986" y="167497"/>
                </a:lnTo>
                <a:lnTo>
                  <a:pt x="8668" y="207502"/>
                </a:lnTo>
                <a:lnTo>
                  <a:pt x="23662" y="245804"/>
                </a:lnTo>
                <a:lnTo>
                  <a:pt x="28193" y="254281"/>
                </a:lnTo>
                <a:lnTo>
                  <a:pt x="28193" y="147066"/>
                </a:lnTo>
                <a:lnTo>
                  <a:pt x="28610" y="132778"/>
                </a:lnTo>
                <a:lnTo>
                  <a:pt x="34277" y="89916"/>
                </a:lnTo>
                <a:lnTo>
                  <a:pt x="49529" y="45720"/>
                </a:lnTo>
                <a:lnTo>
                  <a:pt x="65489" y="14859"/>
                </a:lnTo>
                <a:lnTo>
                  <a:pt x="73901" y="0"/>
                </a:lnTo>
                <a:close/>
              </a:path>
              <a:path w="74295" h="294639">
                <a:moveTo>
                  <a:pt x="73901" y="294132"/>
                </a:moveTo>
                <a:lnTo>
                  <a:pt x="53900" y="257544"/>
                </a:lnTo>
                <a:lnTo>
                  <a:pt x="39617" y="220884"/>
                </a:lnTo>
                <a:lnTo>
                  <a:pt x="31049" y="184082"/>
                </a:lnTo>
                <a:lnTo>
                  <a:pt x="28193" y="147066"/>
                </a:lnTo>
                <a:lnTo>
                  <a:pt x="28193" y="254281"/>
                </a:lnTo>
                <a:lnTo>
                  <a:pt x="32948" y="263175"/>
                </a:lnTo>
                <a:lnTo>
                  <a:pt x="43089" y="279261"/>
                </a:lnTo>
                <a:lnTo>
                  <a:pt x="54089" y="294132"/>
                </a:lnTo>
                <a:lnTo>
                  <a:pt x="73901" y="294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380867" y="4114800"/>
            <a:ext cx="132080" cy="166370"/>
          </a:xfrm>
          <a:custGeom>
            <a:avLst/>
            <a:gdLst/>
            <a:ahLst/>
            <a:cxnLst/>
            <a:rect l="l" t="t" r="r" b="b"/>
            <a:pathLst>
              <a:path w="132079" h="166370">
                <a:moveTo>
                  <a:pt x="131825" y="166115"/>
                </a:moveTo>
                <a:lnTo>
                  <a:pt x="131825" y="66294"/>
                </a:lnTo>
                <a:lnTo>
                  <a:pt x="131695" y="57304"/>
                </a:lnTo>
                <a:lnTo>
                  <a:pt x="121907" y="19050"/>
                </a:lnTo>
                <a:lnTo>
                  <a:pt x="83486" y="297"/>
                </a:lnTo>
                <a:lnTo>
                  <a:pt x="76200" y="0"/>
                </a:lnTo>
                <a:lnTo>
                  <a:pt x="60495" y="1595"/>
                </a:lnTo>
                <a:lnTo>
                  <a:pt x="46575" y="6476"/>
                </a:lnTo>
                <a:lnTo>
                  <a:pt x="34498" y="14801"/>
                </a:lnTo>
                <a:lnTo>
                  <a:pt x="24371" y="26670"/>
                </a:lnTo>
                <a:lnTo>
                  <a:pt x="24371" y="3810"/>
                </a:lnTo>
                <a:lnTo>
                  <a:pt x="0" y="3810"/>
                </a:lnTo>
                <a:lnTo>
                  <a:pt x="0" y="166115"/>
                </a:lnTo>
                <a:lnTo>
                  <a:pt x="27432" y="166115"/>
                </a:lnTo>
                <a:lnTo>
                  <a:pt x="27432" y="76962"/>
                </a:lnTo>
                <a:lnTo>
                  <a:pt x="28168" y="62698"/>
                </a:lnTo>
                <a:lnTo>
                  <a:pt x="54097" y="26479"/>
                </a:lnTo>
                <a:lnTo>
                  <a:pt x="70104" y="23622"/>
                </a:lnTo>
                <a:lnTo>
                  <a:pt x="77724" y="23622"/>
                </a:lnTo>
                <a:lnTo>
                  <a:pt x="84582" y="25146"/>
                </a:lnTo>
                <a:lnTo>
                  <a:pt x="89903" y="28955"/>
                </a:lnTo>
                <a:lnTo>
                  <a:pt x="95250" y="32003"/>
                </a:lnTo>
                <a:lnTo>
                  <a:pt x="99060" y="36575"/>
                </a:lnTo>
                <a:lnTo>
                  <a:pt x="101333" y="41910"/>
                </a:lnTo>
                <a:lnTo>
                  <a:pt x="102857" y="47244"/>
                </a:lnTo>
                <a:lnTo>
                  <a:pt x="104381" y="55625"/>
                </a:lnTo>
                <a:lnTo>
                  <a:pt x="104381" y="166115"/>
                </a:lnTo>
                <a:lnTo>
                  <a:pt x="131825" y="166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553079" y="4052315"/>
            <a:ext cx="74295" cy="294640"/>
          </a:xfrm>
          <a:custGeom>
            <a:avLst/>
            <a:gdLst/>
            <a:ahLst/>
            <a:cxnLst/>
            <a:rect l="l" t="t" r="r" b="b"/>
            <a:pathLst>
              <a:path w="74295" h="294639">
                <a:moveTo>
                  <a:pt x="73913" y="147066"/>
                </a:moveTo>
                <a:lnTo>
                  <a:pt x="67473" y="94452"/>
                </a:lnTo>
                <a:lnTo>
                  <a:pt x="54632" y="58293"/>
                </a:lnTo>
                <a:lnTo>
                  <a:pt x="33145" y="19308"/>
                </a:lnTo>
                <a:lnTo>
                  <a:pt x="19811" y="0"/>
                </a:lnTo>
                <a:lnTo>
                  <a:pt x="0" y="0"/>
                </a:lnTo>
                <a:lnTo>
                  <a:pt x="15333" y="28098"/>
                </a:lnTo>
                <a:lnTo>
                  <a:pt x="20675" y="38469"/>
                </a:lnTo>
                <a:lnTo>
                  <a:pt x="36599" y="78628"/>
                </a:lnTo>
                <a:lnTo>
                  <a:pt x="44095" y="118491"/>
                </a:lnTo>
                <a:lnTo>
                  <a:pt x="45720" y="147066"/>
                </a:lnTo>
                <a:lnTo>
                  <a:pt x="45720" y="254257"/>
                </a:lnTo>
                <a:lnTo>
                  <a:pt x="50239" y="245804"/>
                </a:lnTo>
                <a:lnTo>
                  <a:pt x="58674" y="227075"/>
                </a:lnTo>
                <a:lnTo>
                  <a:pt x="65228" y="207502"/>
                </a:lnTo>
                <a:lnTo>
                  <a:pt x="70003" y="187642"/>
                </a:lnTo>
                <a:lnTo>
                  <a:pt x="72923" y="167497"/>
                </a:lnTo>
                <a:lnTo>
                  <a:pt x="73913" y="147066"/>
                </a:lnTo>
                <a:close/>
              </a:path>
              <a:path w="74295" h="294639">
                <a:moveTo>
                  <a:pt x="45720" y="254257"/>
                </a:moveTo>
                <a:lnTo>
                  <a:pt x="45720" y="147066"/>
                </a:lnTo>
                <a:lnTo>
                  <a:pt x="42860" y="184082"/>
                </a:lnTo>
                <a:lnTo>
                  <a:pt x="34285" y="220884"/>
                </a:lnTo>
                <a:lnTo>
                  <a:pt x="19997" y="257544"/>
                </a:lnTo>
                <a:lnTo>
                  <a:pt x="0" y="294132"/>
                </a:lnTo>
                <a:lnTo>
                  <a:pt x="19811" y="294132"/>
                </a:lnTo>
                <a:lnTo>
                  <a:pt x="30811" y="279261"/>
                </a:lnTo>
                <a:lnTo>
                  <a:pt x="40952" y="263175"/>
                </a:lnTo>
                <a:lnTo>
                  <a:pt x="45720" y="254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Asymptotic </a:t>
            </a:r>
            <a:r>
              <a:rPr spc="-5" dirty="0"/>
              <a:t>Notation –Theta</a:t>
            </a:r>
            <a:r>
              <a:rPr spc="-7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569709" cy="330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Examples</a:t>
            </a:r>
            <a:endParaRPr sz="3200">
              <a:latin typeface="Arial"/>
              <a:cs typeface="Arial"/>
            </a:endParaRPr>
          </a:p>
          <a:p>
            <a:pPr marL="755650" marR="1804670" indent="-285750">
              <a:lnSpc>
                <a:spcPct val="100000"/>
              </a:lnSpc>
              <a:spcBef>
                <a:spcPts val="35"/>
              </a:spcBef>
            </a:pPr>
            <a:r>
              <a:rPr sz="3000" spc="-5" dirty="0">
                <a:latin typeface="Arial"/>
                <a:cs typeface="Arial"/>
              </a:rPr>
              <a:t>– </a:t>
            </a:r>
            <a:r>
              <a:rPr sz="3000" spc="-10" dirty="0">
                <a:latin typeface="Arial"/>
                <a:cs typeface="Arial"/>
              </a:rPr>
              <a:t>3n+2= </a:t>
            </a:r>
            <a:r>
              <a:rPr sz="3000" spc="-5" dirty="0">
                <a:latin typeface="Symbol"/>
                <a:cs typeface="Symbol"/>
              </a:rPr>
              <a:t></a:t>
            </a:r>
            <a:r>
              <a:rPr sz="3000" spc="-5" dirty="0">
                <a:latin typeface="Arial"/>
                <a:cs typeface="Arial"/>
              </a:rPr>
              <a:t>(n)  3n</a:t>
            </a:r>
            <a:r>
              <a:rPr sz="3000" spc="-5" dirty="0">
                <a:latin typeface="Symbol"/>
                <a:cs typeface="Symbol"/>
              </a:rPr>
              <a:t></a:t>
            </a:r>
            <a:r>
              <a:rPr sz="3000" spc="-5" dirty="0">
                <a:latin typeface="Arial"/>
                <a:cs typeface="Arial"/>
              </a:rPr>
              <a:t>3n+2</a:t>
            </a:r>
            <a:r>
              <a:rPr sz="3000" spc="-5" dirty="0">
                <a:latin typeface="Symbol"/>
                <a:cs typeface="Symbol"/>
              </a:rPr>
              <a:t></a:t>
            </a:r>
            <a:r>
              <a:rPr sz="3000" spc="-5" dirty="0">
                <a:latin typeface="Arial"/>
                <a:cs typeface="Arial"/>
              </a:rPr>
              <a:t>4n, for all</a:t>
            </a:r>
            <a:r>
              <a:rPr sz="3000" spc="-7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2</a:t>
            </a:r>
            <a:endParaRPr sz="3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3000" spc="-5" dirty="0">
                <a:latin typeface="Arial"/>
                <a:cs typeface="Arial"/>
              </a:rPr>
              <a:t>– </a:t>
            </a:r>
            <a:r>
              <a:rPr sz="3000" spc="-10" dirty="0">
                <a:latin typeface="Arial"/>
                <a:cs typeface="Arial"/>
              </a:rPr>
              <a:t>10n</a:t>
            </a:r>
            <a:r>
              <a:rPr sz="3000" spc="-15" baseline="25000" dirty="0">
                <a:latin typeface="Arial"/>
                <a:cs typeface="Arial"/>
              </a:rPr>
              <a:t>2</a:t>
            </a:r>
            <a:r>
              <a:rPr sz="3000" spc="-10" dirty="0">
                <a:latin typeface="Arial"/>
                <a:cs typeface="Arial"/>
              </a:rPr>
              <a:t>+4n+2=</a:t>
            </a:r>
            <a:r>
              <a:rPr sz="3000" spc="-290" dirty="0">
                <a:latin typeface="Arial"/>
                <a:cs typeface="Arial"/>
              </a:rPr>
              <a:t> </a:t>
            </a:r>
            <a:r>
              <a:rPr sz="3000" spc="-5" dirty="0">
                <a:latin typeface="Symbol"/>
                <a:cs typeface="Symbol"/>
              </a:rPr>
              <a:t></a:t>
            </a:r>
            <a:r>
              <a:rPr sz="3000" spc="-5" dirty="0">
                <a:latin typeface="Arial"/>
                <a:cs typeface="Arial"/>
              </a:rPr>
              <a:t>(n</a:t>
            </a:r>
            <a:r>
              <a:rPr sz="3000" spc="-7" baseline="25000" dirty="0">
                <a:latin typeface="Arial"/>
                <a:cs typeface="Arial"/>
              </a:rPr>
              <a:t>2</a:t>
            </a:r>
            <a:r>
              <a:rPr sz="3000" spc="-5" dirty="0">
                <a:latin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  <a:p>
            <a:pPr marL="755650">
              <a:lnSpc>
                <a:spcPts val="3579"/>
              </a:lnSpc>
            </a:pPr>
            <a:r>
              <a:rPr sz="3000" spc="-10" dirty="0">
                <a:latin typeface="Arial"/>
                <a:cs typeface="Arial"/>
              </a:rPr>
              <a:t>10n</a:t>
            </a:r>
            <a:r>
              <a:rPr sz="3000" spc="-15" baseline="25000" dirty="0">
                <a:latin typeface="Arial"/>
                <a:cs typeface="Arial"/>
              </a:rPr>
              <a:t>2</a:t>
            </a:r>
            <a:r>
              <a:rPr sz="3000" spc="-10" dirty="0">
                <a:latin typeface="Symbol"/>
                <a:cs typeface="Symbol"/>
              </a:rPr>
              <a:t></a:t>
            </a:r>
            <a:r>
              <a:rPr sz="3000" spc="-10" dirty="0">
                <a:latin typeface="Arial"/>
                <a:cs typeface="Arial"/>
              </a:rPr>
              <a:t>10n</a:t>
            </a:r>
            <a:r>
              <a:rPr sz="3000" spc="-15" baseline="25000" dirty="0">
                <a:latin typeface="Arial"/>
                <a:cs typeface="Arial"/>
              </a:rPr>
              <a:t>2</a:t>
            </a:r>
            <a:r>
              <a:rPr sz="3000" spc="-10" dirty="0">
                <a:latin typeface="Arial"/>
                <a:cs typeface="Arial"/>
              </a:rPr>
              <a:t>+4n+2</a:t>
            </a:r>
            <a:r>
              <a:rPr sz="3000" spc="-10" dirty="0">
                <a:latin typeface="Symbol"/>
                <a:cs typeface="Symbol"/>
              </a:rPr>
              <a:t></a:t>
            </a:r>
            <a:r>
              <a:rPr sz="3000" spc="-10" dirty="0">
                <a:latin typeface="Arial"/>
                <a:cs typeface="Arial"/>
              </a:rPr>
              <a:t>11n</a:t>
            </a:r>
            <a:r>
              <a:rPr sz="3000" spc="-15" baseline="25000" dirty="0">
                <a:latin typeface="Arial"/>
                <a:cs typeface="Arial"/>
              </a:rPr>
              <a:t>2</a:t>
            </a:r>
            <a:r>
              <a:rPr sz="3000" spc="-10" dirty="0">
                <a:latin typeface="Arial"/>
                <a:cs typeface="Arial"/>
              </a:rPr>
              <a:t>, </a:t>
            </a:r>
            <a:r>
              <a:rPr sz="3000" dirty="0">
                <a:latin typeface="Arial"/>
                <a:cs typeface="Arial"/>
              </a:rPr>
              <a:t>for </a:t>
            </a:r>
            <a:r>
              <a:rPr sz="3000" spc="-5" dirty="0">
                <a:latin typeface="Arial"/>
                <a:cs typeface="Arial"/>
              </a:rPr>
              <a:t>all</a:t>
            </a:r>
            <a:r>
              <a:rPr sz="3000" spc="25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n</a:t>
            </a:r>
            <a:r>
              <a:rPr sz="3000" spc="-5" dirty="0">
                <a:latin typeface="Symbol"/>
                <a:cs typeface="Symbol"/>
              </a:rPr>
              <a:t></a:t>
            </a:r>
            <a:r>
              <a:rPr sz="3000" spc="-5" dirty="0">
                <a:latin typeface="Arial"/>
                <a:cs typeface="Arial"/>
              </a:rPr>
              <a:t>5</a:t>
            </a:r>
            <a:endParaRPr sz="3000">
              <a:latin typeface="Arial"/>
              <a:cs typeface="Arial"/>
            </a:endParaRPr>
          </a:p>
          <a:p>
            <a:pPr marL="355600" marR="5080" indent="-342900">
              <a:lnSpc>
                <a:spcPts val="3829"/>
              </a:lnSpc>
              <a:spcBef>
                <a:spcPts val="114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g(n) </a:t>
            </a:r>
            <a:r>
              <a:rPr sz="3200" spc="-10" dirty="0">
                <a:latin typeface="Arial"/>
                <a:cs typeface="Arial"/>
              </a:rPr>
              <a:t>should </a:t>
            </a:r>
            <a:r>
              <a:rPr sz="3200" spc="-5" dirty="0">
                <a:latin typeface="Arial"/>
                <a:cs typeface="Arial"/>
              </a:rPr>
              <a:t>be both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lower bound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&amp; 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upper</a:t>
            </a:r>
            <a:r>
              <a:rPr sz="3200" spc="-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bound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Some</a:t>
            </a:r>
            <a:r>
              <a:rPr spc="-95" dirty="0"/>
              <a:t> </a:t>
            </a:r>
            <a:r>
              <a:rPr spc="-5" dirty="0"/>
              <a:t>Rules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6884034" cy="3503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Rule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1:</a:t>
            </a:r>
            <a:endParaRPr sz="2800">
              <a:latin typeface="Arial"/>
              <a:cs typeface="Arial"/>
            </a:endParaRPr>
          </a:p>
          <a:p>
            <a:pPr marL="307975">
              <a:lnSpc>
                <a:spcPct val="100000"/>
              </a:lnSpc>
              <a:spcBef>
                <a:spcPts val="675"/>
              </a:spcBef>
              <a:tabLst>
                <a:tab pos="3656965" algn="l"/>
              </a:tabLst>
            </a:pPr>
            <a:r>
              <a:rPr sz="2800" spc="-5" dirty="0">
                <a:latin typeface="Arial"/>
                <a:cs typeface="Arial"/>
              </a:rPr>
              <a:t>If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850" baseline="-20467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(N)=O(f(N)) and	T</a:t>
            </a:r>
            <a:r>
              <a:rPr sz="2850" baseline="-20467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(N)=O(g(N))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Then</a:t>
            </a:r>
            <a:endParaRPr sz="2800">
              <a:latin typeface="Arial"/>
              <a:cs typeface="Arial"/>
            </a:endParaRPr>
          </a:p>
          <a:p>
            <a:pPr marL="30861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Arial"/>
                <a:cs typeface="Arial"/>
              </a:rPr>
              <a:t>(a) 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850" baseline="-20467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(N)+T</a:t>
            </a:r>
            <a:r>
              <a:rPr sz="2850" baseline="-20467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(N) = max ( O(f(N)), O(g(N))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08610">
              <a:lnSpc>
                <a:spcPct val="100000"/>
              </a:lnSpc>
              <a:spcBef>
                <a:spcPts val="710"/>
              </a:spcBef>
            </a:pPr>
            <a:r>
              <a:rPr sz="2800" spc="-5" dirty="0">
                <a:latin typeface="Arial"/>
                <a:cs typeface="Arial"/>
              </a:rPr>
              <a:t>(b) T</a:t>
            </a:r>
            <a:r>
              <a:rPr sz="2850" spc="-7" baseline="-20467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(N)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50" spc="-7" baseline="-20467" dirty="0">
                <a:latin typeface="Arial"/>
                <a:cs typeface="Arial"/>
              </a:rPr>
              <a:t>2</a:t>
            </a:r>
            <a:r>
              <a:rPr sz="2800" spc="-5" dirty="0">
                <a:latin typeface="Arial"/>
                <a:cs typeface="Arial"/>
              </a:rPr>
              <a:t>(N) </a:t>
            </a:r>
            <a:r>
              <a:rPr sz="2800" dirty="0">
                <a:latin typeface="Arial"/>
                <a:cs typeface="Arial"/>
              </a:rPr>
              <a:t>= O( f(N)</a:t>
            </a:r>
            <a:r>
              <a:rPr sz="3200" dirty="0">
                <a:latin typeface="PMingLiU"/>
                <a:cs typeface="PMingLiU"/>
              </a:rPr>
              <a:t>×</a:t>
            </a:r>
            <a:r>
              <a:rPr sz="2800" dirty="0">
                <a:latin typeface="Arial"/>
                <a:cs typeface="Arial"/>
              </a:rPr>
              <a:t>g(N)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Rule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2:</a:t>
            </a:r>
            <a:endParaRPr sz="2800">
              <a:latin typeface="Arial"/>
              <a:cs typeface="Arial"/>
            </a:endParaRPr>
          </a:p>
          <a:p>
            <a:pPr marL="355600" marR="235585" indent="50800">
              <a:lnSpc>
                <a:spcPct val="101200"/>
              </a:lnSpc>
              <a:spcBef>
                <a:spcPts val="635"/>
              </a:spcBef>
            </a:pPr>
            <a:r>
              <a:rPr sz="2800" dirty="0">
                <a:latin typeface="Arial"/>
                <a:cs typeface="Arial"/>
              </a:rPr>
              <a:t>If T(N) is a polynomial of degree k,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then  T(N)=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5" dirty="0">
                <a:latin typeface="Symbol"/>
                <a:cs typeface="Symbol"/>
              </a:rPr>
              <a:t></a:t>
            </a:r>
            <a:r>
              <a:rPr sz="2800" spc="-5" dirty="0">
                <a:latin typeface="Arial"/>
                <a:cs typeface="Arial"/>
              </a:rPr>
              <a:t>(N</a:t>
            </a:r>
            <a:r>
              <a:rPr sz="2850" spc="-7" baseline="23391" dirty="0">
                <a:latin typeface="Arial"/>
                <a:cs typeface="Arial"/>
              </a:rPr>
              <a:t>k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Running </a:t>
            </a:r>
            <a:r>
              <a:rPr spc="-5" dirty="0"/>
              <a:t>Time</a:t>
            </a:r>
            <a:r>
              <a:rPr spc="-95" dirty="0"/>
              <a:t> </a:t>
            </a:r>
            <a:r>
              <a:rPr spc="-5" dirty="0"/>
              <a:t>Calculations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2364994"/>
            <a:ext cx="185610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For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loop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4476" y="2944367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i&lt;n;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7138" y="2944367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9151" y="2944367"/>
            <a:ext cx="166878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(i=0;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4910" y="3675126"/>
            <a:ext cx="755015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x++;  y++;  z++;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7047" y="4770120"/>
            <a:ext cx="2071370" cy="1016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91135" algn="ctr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5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</a:t>
            </a:r>
            <a:r>
              <a:rPr sz="3200" spc="-10" dirty="0">
                <a:latin typeface="PMingLiU"/>
                <a:cs typeface="PMingLiU"/>
              </a:rPr>
              <a:t>×</a:t>
            </a:r>
            <a:r>
              <a:rPr sz="3200" spc="-10" dirty="0">
                <a:latin typeface="Arial"/>
                <a:cs typeface="Arial"/>
              </a:rPr>
              <a:t>3=O(n)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Running Time Calculations</a:t>
            </a:r>
            <a:r>
              <a:rPr spc="-85" dirty="0"/>
              <a:t> </a:t>
            </a:r>
            <a:r>
              <a:rPr dirty="0"/>
              <a:t>(cont’d)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4702047"/>
            <a:ext cx="2220595" cy="500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200" spc="2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n=O(n</a:t>
            </a:r>
            <a:r>
              <a:rPr sz="3150" spc="-7" baseline="26455" dirty="0">
                <a:latin typeface="Arial"/>
                <a:cs typeface="Arial"/>
              </a:rPr>
              <a:t>2</a:t>
            </a:r>
            <a:r>
              <a:rPr sz="3200" spc="-5" dirty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3594735" cy="1029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Nested </a:t>
            </a:r>
            <a:r>
              <a:rPr sz="3200" spc="-5" dirty="0">
                <a:latin typeface="Arial"/>
                <a:cs typeface="Arial"/>
              </a:rPr>
              <a:t>for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loops</a:t>
            </a:r>
            <a:endParaRPr sz="3200">
              <a:latin typeface="Arial"/>
              <a:cs typeface="Arial"/>
            </a:endParaRPr>
          </a:p>
          <a:p>
            <a:pPr marL="844550">
              <a:lnSpc>
                <a:spcPct val="100000"/>
              </a:lnSpc>
              <a:spcBef>
                <a:spcPts val="1120"/>
              </a:spcBef>
            </a:pPr>
            <a:r>
              <a:rPr sz="2400" b="1" spc="-5" dirty="0">
                <a:latin typeface="Courier New"/>
                <a:cs typeface="Courier New"/>
              </a:rPr>
              <a:t>for (i=0; i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&lt;n;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8159" y="2995421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9017" y="3360420"/>
            <a:ext cx="7550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j&lt;n;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1070" y="3360420"/>
            <a:ext cx="7550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4910" y="3360420"/>
            <a:ext cx="166751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marR="5080" indent="-3644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(j=0;  k++;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Running Time Calculations</a:t>
            </a:r>
            <a:r>
              <a:rPr spc="-85" dirty="0"/>
              <a:t> </a:t>
            </a:r>
            <a:r>
              <a:rPr dirty="0"/>
              <a:t>(cont’d)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886450" cy="342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Consecutive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statements</a:t>
            </a:r>
            <a:endParaRPr sz="3200">
              <a:latin typeface="Arial"/>
              <a:cs typeface="Arial"/>
            </a:endParaRPr>
          </a:p>
          <a:p>
            <a:pPr marL="1355090" marR="1420495" indent="-365760">
              <a:lnSpc>
                <a:spcPct val="100000"/>
              </a:lnSpc>
              <a:spcBef>
                <a:spcPts val="2460"/>
              </a:spcBef>
            </a:pPr>
            <a:r>
              <a:rPr sz="2400" b="1" spc="-5" dirty="0">
                <a:latin typeface="Courier New"/>
                <a:cs typeface="Courier New"/>
              </a:rPr>
              <a:t>for (i=0; i&lt;n;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  A[i]=0;</a:t>
            </a:r>
            <a:endParaRPr sz="2400">
              <a:latin typeface="Courier New"/>
              <a:cs typeface="Courier New"/>
            </a:endParaRPr>
          </a:p>
          <a:p>
            <a:pPr marL="1355090" marR="1057275" indent="-365760">
              <a:lnSpc>
                <a:spcPts val="2870"/>
              </a:lnSpc>
              <a:spcBef>
                <a:spcPts val="95"/>
              </a:spcBef>
            </a:pPr>
            <a:r>
              <a:rPr sz="2400" b="1" spc="-5" dirty="0">
                <a:latin typeface="Courier New"/>
                <a:cs typeface="Courier New"/>
              </a:rPr>
              <a:t>for (i=0; i&lt;n; </a:t>
            </a:r>
            <a:r>
              <a:rPr sz="2400" b="1" spc="-10" dirty="0">
                <a:latin typeface="Courier New"/>
                <a:cs typeface="Courier New"/>
              </a:rPr>
              <a:t>i++)  </a:t>
            </a:r>
            <a:r>
              <a:rPr sz="2400" b="1" spc="-5" dirty="0">
                <a:latin typeface="Courier New"/>
                <a:cs typeface="Courier New"/>
              </a:rPr>
              <a:t>for (j=0; j&lt;n;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  <a:p>
            <a:pPr marL="107314" algn="ctr">
              <a:lnSpc>
                <a:spcPts val="2785"/>
              </a:lnSpc>
            </a:pPr>
            <a:r>
              <a:rPr sz="2400" b="1" spc="-10" dirty="0">
                <a:latin typeface="Courier New"/>
                <a:cs typeface="Courier New"/>
              </a:rPr>
              <a:t>A[i]+=A[j]+i+j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3200" spc="-5" dirty="0">
                <a:latin typeface="Arial"/>
                <a:cs typeface="Arial"/>
              </a:rPr>
              <a:t>max(1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n,</a:t>
            </a:r>
            <a:r>
              <a:rPr sz="3200" spc="-27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1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n)=1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</a:t>
            </a:r>
            <a:r>
              <a:rPr sz="3200" spc="-5" dirty="0">
                <a:latin typeface="PMingLiU"/>
                <a:cs typeface="PMingLiU"/>
              </a:rPr>
              <a:t>×</a:t>
            </a:r>
            <a:r>
              <a:rPr sz="3200" spc="-5" dirty="0">
                <a:latin typeface="Arial"/>
                <a:cs typeface="Arial"/>
              </a:rPr>
              <a:t>n=O(n</a:t>
            </a:r>
            <a:r>
              <a:rPr sz="3150" spc="-7" baseline="26455" dirty="0">
                <a:latin typeface="Arial"/>
                <a:cs typeface="Arial"/>
              </a:rPr>
              <a:t>2</a:t>
            </a:r>
            <a:r>
              <a:rPr sz="3200" spc="-5" dirty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Running Time Calculations</a:t>
            </a:r>
            <a:r>
              <a:rPr spc="-85" dirty="0"/>
              <a:t> </a:t>
            </a:r>
            <a:r>
              <a:rPr dirty="0"/>
              <a:t>(cont’d)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1454150" cy="822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3390" indent="-440690">
              <a:lnSpc>
                <a:spcPts val="3345"/>
              </a:lnSpc>
              <a:buClr>
                <a:srgbClr val="009ACC"/>
              </a:buClr>
              <a:buSzPct val="71428"/>
              <a:buChar char="■"/>
              <a:tabLst>
                <a:tab pos="453390" algn="l"/>
                <a:tab pos="454025" algn="l"/>
              </a:tabLst>
            </a:pPr>
            <a:r>
              <a:rPr sz="2800" spc="-5" dirty="0">
                <a:latin typeface="Arial"/>
                <a:cs typeface="Arial"/>
              </a:rPr>
              <a:t>If/Else</a:t>
            </a:r>
            <a:endParaRPr sz="2800">
              <a:latin typeface="Arial"/>
              <a:cs typeface="Arial"/>
            </a:endParaRPr>
          </a:p>
          <a:p>
            <a:pPr marL="939800">
              <a:lnSpc>
                <a:spcPts val="2865"/>
              </a:lnSpc>
            </a:pPr>
            <a:r>
              <a:rPr sz="2400" b="1" spc="-10" dirty="0">
                <a:latin typeface="Courier New"/>
                <a:cs typeface="Courier New"/>
              </a:rPr>
              <a:t>if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1913" y="2790444"/>
            <a:ext cx="13036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(i&gt;0)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4401" y="3155441"/>
            <a:ext cx="1120775" cy="1494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825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i++;  j++;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else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0160" y="4616195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(j=0;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4267" y="4616195"/>
            <a:ext cx="7550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j&lt;n;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56320" y="4616195"/>
            <a:ext cx="7550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j++)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7047" y="4981194"/>
            <a:ext cx="2655570" cy="141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9414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k++;</a:t>
            </a:r>
            <a:endParaRPr sz="2400">
              <a:latin typeface="Courier New"/>
              <a:cs typeface="Courier New"/>
            </a:endParaRPr>
          </a:p>
          <a:p>
            <a:pPr marR="584200" algn="ctr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000" spc="28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2800" dirty="0">
                <a:latin typeface="Arial"/>
                <a:cs typeface="Arial"/>
              </a:rPr>
              <a:t>max(2,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dirty="0">
                <a:latin typeface="PMingLiU"/>
                <a:cs typeface="PMingLiU"/>
              </a:rPr>
              <a:t>×</a:t>
            </a:r>
            <a:r>
              <a:rPr sz="2800" dirty="0">
                <a:latin typeface="Arial"/>
                <a:cs typeface="Arial"/>
              </a:rPr>
              <a:t>n)=n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578231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Running Time</a:t>
            </a:r>
            <a:r>
              <a:rPr spc="-80" dirty="0"/>
              <a:t> </a:t>
            </a:r>
            <a:r>
              <a:rPr spc="-5" dirty="0"/>
              <a:t>Calculations-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1360423"/>
            <a:ext cx="202946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Recursive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1537" y="2563367"/>
            <a:ext cx="312801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long int F(int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82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(N&lt;=1)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7285" y="3659123"/>
            <a:ext cx="203200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6385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return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1;  else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return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8693" y="4389120"/>
            <a:ext cx="166941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N</a:t>
            </a:r>
            <a:r>
              <a:rPr sz="2400" b="1" spc="-5" dirty="0">
                <a:latin typeface="Courier New"/>
                <a:cs typeface="Courier New"/>
              </a:rPr>
              <a:t>*</a:t>
            </a:r>
            <a:r>
              <a:rPr sz="2400" b="1" spc="-10" dirty="0">
                <a:solidFill>
                  <a:srgbClr val="FF3300"/>
                </a:solidFill>
                <a:latin typeface="Courier New"/>
                <a:cs typeface="Courier New"/>
              </a:rPr>
              <a:t>F(N-1</a:t>
            </a:r>
            <a:r>
              <a:rPr sz="2400" b="1" spc="-15" dirty="0">
                <a:solidFill>
                  <a:srgbClr val="FF3300"/>
                </a:solidFill>
                <a:latin typeface="Courier New"/>
                <a:cs typeface="Courier New"/>
              </a:rPr>
              <a:t>)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1537" y="475411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7019" y="2409444"/>
            <a:ext cx="1955800" cy="2658110"/>
          </a:xfrm>
          <a:prstGeom prst="rect">
            <a:avLst/>
          </a:prstGeom>
          <a:ln w="9524">
            <a:solidFill>
              <a:srgbClr val="FF33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ts val="2875"/>
              </a:lnSpc>
              <a:spcBef>
                <a:spcPts val="285"/>
              </a:spcBef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T(N)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=T(N-1)+c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=T(N-2)+2c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=T(1)+(N-1)c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=cN-c+1</a:t>
            </a:r>
            <a:endParaRPr sz="2400">
              <a:latin typeface="Arial"/>
              <a:cs typeface="Arial"/>
            </a:endParaRPr>
          </a:p>
          <a:p>
            <a:pPr marL="91440">
              <a:lnSpc>
                <a:spcPts val="2875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=O(N)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spc="-5" dirty="0"/>
              <a:t>Typical Growth</a:t>
            </a:r>
            <a:r>
              <a:rPr spc="-80" dirty="0"/>
              <a:t> </a:t>
            </a:r>
            <a:r>
              <a:rPr spc="-5" dirty="0"/>
              <a:t>Rate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55815" y="2280828"/>
            <a:ext cx="2028825" cy="2060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200"/>
              </a:lnSpc>
            </a:pPr>
            <a:r>
              <a:rPr sz="2800" dirty="0">
                <a:latin typeface="Arial"/>
                <a:cs typeface="Arial"/>
              </a:rPr>
              <a:t>constant  logarithmic  Log-squared  </a:t>
            </a:r>
            <a:r>
              <a:rPr sz="2800" spc="-5" dirty="0">
                <a:latin typeface="Arial"/>
                <a:cs typeface="Arial"/>
              </a:rPr>
              <a:t>Linear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047" y="2367026"/>
            <a:ext cx="1457960" cy="4025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c: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log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N: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log</a:t>
            </a:r>
            <a:r>
              <a:rPr sz="2850" baseline="2339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N: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N: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NlogN: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000" spc="28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000" spc="21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50" baseline="2339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000" spc="28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000" spc="21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50" baseline="23391" dirty="0">
                <a:latin typeface="Arial"/>
                <a:cs typeface="Arial"/>
              </a:rPr>
              <a:t>3</a:t>
            </a:r>
            <a:r>
              <a:rPr sz="280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000" spc="280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2000" spc="210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50" baseline="23391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5889" y="4844196"/>
            <a:ext cx="1885950" cy="1548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200"/>
              </a:lnSpc>
            </a:pPr>
            <a:r>
              <a:rPr sz="2800" dirty="0">
                <a:latin typeface="Arial"/>
                <a:cs typeface="Arial"/>
              </a:rPr>
              <a:t>Quadratic  Cubic  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xponential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685" y="1330452"/>
            <a:ext cx="8601710" cy="5541645"/>
          </a:xfrm>
          <a:custGeom>
            <a:avLst/>
            <a:gdLst/>
            <a:ahLst/>
            <a:cxnLst/>
            <a:rect l="l" t="t" r="r" b="b"/>
            <a:pathLst>
              <a:path w="8601710" h="5541645">
                <a:moveTo>
                  <a:pt x="0" y="0"/>
                </a:moveTo>
                <a:lnTo>
                  <a:pt x="0" y="5541264"/>
                </a:lnTo>
                <a:lnTo>
                  <a:pt x="8601456" y="5541264"/>
                </a:lnTo>
                <a:lnTo>
                  <a:pt x="8601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11515" y="1556003"/>
            <a:ext cx="7995284" cy="4131310"/>
          </a:xfrm>
          <a:custGeom>
            <a:avLst/>
            <a:gdLst/>
            <a:ahLst/>
            <a:cxnLst/>
            <a:rect l="l" t="t" r="r" b="b"/>
            <a:pathLst>
              <a:path w="7995284" h="4131310">
                <a:moveTo>
                  <a:pt x="0" y="0"/>
                </a:moveTo>
                <a:lnTo>
                  <a:pt x="0" y="4130802"/>
                </a:lnTo>
                <a:lnTo>
                  <a:pt x="7994904" y="4130801"/>
                </a:lnTo>
                <a:lnTo>
                  <a:pt x="7994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1515" y="5094732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0" y="0"/>
                </a:moveTo>
                <a:lnTo>
                  <a:pt x="7994903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1515" y="4501896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0" y="0"/>
                </a:moveTo>
                <a:lnTo>
                  <a:pt x="7994903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11515" y="3909821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4">
                <a:moveTo>
                  <a:pt x="0" y="0"/>
                </a:moveTo>
                <a:lnTo>
                  <a:pt x="608838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11515" y="3332988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4">
                <a:moveTo>
                  <a:pt x="0" y="0"/>
                </a:moveTo>
                <a:lnTo>
                  <a:pt x="608838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11515" y="2740914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4">
                <a:moveTo>
                  <a:pt x="0" y="0"/>
                </a:moveTo>
                <a:lnTo>
                  <a:pt x="608837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11515" y="2148077"/>
            <a:ext cx="608965" cy="0"/>
          </a:xfrm>
          <a:custGeom>
            <a:avLst/>
            <a:gdLst/>
            <a:ahLst/>
            <a:cxnLst/>
            <a:rect l="l" t="t" r="r" b="b"/>
            <a:pathLst>
              <a:path w="608964">
                <a:moveTo>
                  <a:pt x="0" y="0"/>
                </a:moveTo>
                <a:lnTo>
                  <a:pt x="608837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50855" y="3909821"/>
            <a:ext cx="5655945" cy="0"/>
          </a:xfrm>
          <a:custGeom>
            <a:avLst/>
            <a:gdLst/>
            <a:ahLst/>
            <a:cxnLst/>
            <a:rect l="l" t="t" r="r" b="b"/>
            <a:pathLst>
              <a:path w="5655945">
                <a:moveTo>
                  <a:pt x="0" y="0"/>
                </a:moveTo>
                <a:lnTo>
                  <a:pt x="5655564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50855" y="3332988"/>
            <a:ext cx="5655945" cy="0"/>
          </a:xfrm>
          <a:custGeom>
            <a:avLst/>
            <a:gdLst/>
            <a:ahLst/>
            <a:cxnLst/>
            <a:rect l="l" t="t" r="r" b="b"/>
            <a:pathLst>
              <a:path w="5655945">
                <a:moveTo>
                  <a:pt x="0" y="0"/>
                </a:moveTo>
                <a:lnTo>
                  <a:pt x="5655564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50855" y="2740914"/>
            <a:ext cx="5655945" cy="0"/>
          </a:xfrm>
          <a:custGeom>
            <a:avLst/>
            <a:gdLst/>
            <a:ahLst/>
            <a:cxnLst/>
            <a:rect l="l" t="t" r="r" b="b"/>
            <a:pathLst>
              <a:path w="5655945">
                <a:moveTo>
                  <a:pt x="0" y="0"/>
                </a:moveTo>
                <a:lnTo>
                  <a:pt x="5655564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50855" y="2148077"/>
            <a:ext cx="5655945" cy="0"/>
          </a:xfrm>
          <a:custGeom>
            <a:avLst/>
            <a:gdLst/>
            <a:ahLst/>
            <a:cxnLst/>
            <a:rect l="l" t="t" r="r" b="b"/>
            <a:pathLst>
              <a:path w="5655945">
                <a:moveTo>
                  <a:pt x="0" y="0"/>
                </a:moveTo>
                <a:lnTo>
                  <a:pt x="5655564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11515" y="1556003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0" y="0"/>
                </a:moveTo>
                <a:lnTo>
                  <a:pt x="7994904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11515" y="1556003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0" y="0"/>
                </a:moveTo>
                <a:lnTo>
                  <a:pt x="799490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06419" y="155600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80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11515" y="5686805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7994903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611515" y="155600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413080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11515" y="1556003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80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1515" y="5686805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11515" y="5094732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611515" y="4501896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11515" y="3909821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11515" y="3332988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11515" y="2740914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1515" y="2148077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11515" y="1556003"/>
            <a:ext cx="80010" cy="0"/>
          </a:xfrm>
          <a:custGeom>
            <a:avLst/>
            <a:gdLst/>
            <a:ahLst/>
            <a:cxnLst/>
            <a:rect l="l" t="t" r="r" b="b"/>
            <a:pathLst>
              <a:path w="80010">
                <a:moveTo>
                  <a:pt x="0" y="0"/>
                </a:moveTo>
                <a:lnTo>
                  <a:pt x="8000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611515" y="5686805"/>
            <a:ext cx="7995284" cy="0"/>
          </a:xfrm>
          <a:custGeom>
            <a:avLst/>
            <a:gdLst/>
            <a:ahLst/>
            <a:cxnLst/>
            <a:rect l="l" t="t" r="r" b="b"/>
            <a:pathLst>
              <a:path w="7995284">
                <a:moveTo>
                  <a:pt x="0" y="0"/>
                </a:moveTo>
                <a:lnTo>
                  <a:pt x="799490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11515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32367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69221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90073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10925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48541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69393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06234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27086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147939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885567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606419" y="5606796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8000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9561" y="5686805"/>
            <a:ext cx="721360" cy="0"/>
          </a:xfrm>
          <a:custGeom>
            <a:avLst/>
            <a:gdLst/>
            <a:ahLst/>
            <a:cxnLst/>
            <a:rect l="l" t="t" r="r" b="b"/>
            <a:pathLst>
              <a:path w="721360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700413" y="5622797"/>
            <a:ext cx="721995" cy="64135"/>
          </a:xfrm>
          <a:custGeom>
            <a:avLst/>
            <a:gdLst/>
            <a:ahLst/>
            <a:cxnLst/>
            <a:rect l="l" t="t" r="r" b="b"/>
            <a:pathLst>
              <a:path w="721995" h="64135">
                <a:moveTo>
                  <a:pt x="0" y="64007"/>
                </a:moveTo>
                <a:lnTo>
                  <a:pt x="72161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22027" y="5590794"/>
            <a:ext cx="737235" cy="32384"/>
          </a:xfrm>
          <a:custGeom>
            <a:avLst/>
            <a:gdLst/>
            <a:ahLst/>
            <a:cxnLst/>
            <a:rect l="l" t="t" r="r" b="b"/>
            <a:pathLst>
              <a:path w="737235" h="32385">
                <a:moveTo>
                  <a:pt x="0" y="32003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158881" y="5574791"/>
            <a:ext cx="721360" cy="16510"/>
          </a:xfrm>
          <a:custGeom>
            <a:avLst/>
            <a:gdLst/>
            <a:ahLst/>
            <a:cxnLst/>
            <a:rect l="l" t="t" r="r" b="b"/>
            <a:pathLst>
              <a:path w="721360" h="16510">
                <a:moveTo>
                  <a:pt x="0" y="16002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79733" y="5542788"/>
            <a:ext cx="737235" cy="32384"/>
          </a:xfrm>
          <a:custGeom>
            <a:avLst/>
            <a:gdLst/>
            <a:ahLst/>
            <a:cxnLst/>
            <a:rect l="l" t="t" r="r" b="b"/>
            <a:pathLst>
              <a:path w="737235" h="32385">
                <a:moveTo>
                  <a:pt x="0" y="32003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16587" y="5526785"/>
            <a:ext cx="721360" cy="16510"/>
          </a:xfrm>
          <a:custGeom>
            <a:avLst/>
            <a:gdLst/>
            <a:ahLst/>
            <a:cxnLst/>
            <a:rect l="l" t="t" r="r" b="b"/>
            <a:pathLst>
              <a:path w="721360" h="16510">
                <a:moveTo>
                  <a:pt x="0" y="16002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37427" y="5526785"/>
            <a:ext cx="721995" cy="0"/>
          </a:xfrm>
          <a:custGeom>
            <a:avLst/>
            <a:gdLst/>
            <a:ahLst/>
            <a:cxnLst/>
            <a:rect l="l" t="t" r="r" b="b"/>
            <a:pathLst>
              <a:path w="721995">
                <a:moveTo>
                  <a:pt x="0" y="0"/>
                </a:moveTo>
                <a:lnTo>
                  <a:pt x="721626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059053" y="5510784"/>
            <a:ext cx="737235" cy="16510"/>
          </a:xfrm>
          <a:custGeom>
            <a:avLst/>
            <a:gdLst/>
            <a:ahLst/>
            <a:cxnLst/>
            <a:rect l="l" t="t" r="r" b="b"/>
            <a:pathLst>
              <a:path w="737234" h="16510">
                <a:moveTo>
                  <a:pt x="0" y="16001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795907" y="5494782"/>
            <a:ext cx="721360" cy="16510"/>
          </a:xfrm>
          <a:custGeom>
            <a:avLst/>
            <a:gdLst/>
            <a:ahLst/>
            <a:cxnLst/>
            <a:rect l="l" t="t" r="r" b="b"/>
            <a:pathLst>
              <a:path w="721359" h="16510">
                <a:moveTo>
                  <a:pt x="0" y="16001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16746" y="5494782"/>
            <a:ext cx="721360" cy="0"/>
          </a:xfrm>
          <a:custGeom>
            <a:avLst/>
            <a:gdLst/>
            <a:ahLst/>
            <a:cxnLst/>
            <a:rect l="l" t="t" r="r" b="b"/>
            <a:pathLst>
              <a:path w="721359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9561" y="5622797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60" h="64135">
                <a:moveTo>
                  <a:pt x="0" y="64007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700413" y="5574791"/>
            <a:ext cx="721995" cy="48260"/>
          </a:xfrm>
          <a:custGeom>
            <a:avLst/>
            <a:gdLst/>
            <a:ahLst/>
            <a:cxnLst/>
            <a:rect l="l" t="t" r="r" b="b"/>
            <a:pathLst>
              <a:path w="721995" h="48260">
                <a:moveTo>
                  <a:pt x="0" y="48006"/>
                </a:moveTo>
                <a:lnTo>
                  <a:pt x="72161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422027" y="5510784"/>
            <a:ext cx="737235" cy="64135"/>
          </a:xfrm>
          <a:custGeom>
            <a:avLst/>
            <a:gdLst/>
            <a:ahLst/>
            <a:cxnLst/>
            <a:rect l="l" t="t" r="r" b="b"/>
            <a:pathLst>
              <a:path w="737235" h="64135">
                <a:moveTo>
                  <a:pt x="0" y="64007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58881" y="5446776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60" h="64135">
                <a:moveTo>
                  <a:pt x="0" y="64008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879733" y="5398770"/>
            <a:ext cx="737235" cy="48260"/>
          </a:xfrm>
          <a:custGeom>
            <a:avLst/>
            <a:gdLst/>
            <a:ahLst/>
            <a:cxnLst/>
            <a:rect l="l" t="t" r="r" b="b"/>
            <a:pathLst>
              <a:path w="737235" h="48260">
                <a:moveTo>
                  <a:pt x="0" y="48005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16587" y="5334761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60" h="64135">
                <a:moveTo>
                  <a:pt x="0" y="64008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337427" y="5270753"/>
            <a:ext cx="721995" cy="64135"/>
          </a:xfrm>
          <a:custGeom>
            <a:avLst/>
            <a:gdLst/>
            <a:ahLst/>
            <a:cxnLst/>
            <a:rect l="l" t="t" r="r" b="b"/>
            <a:pathLst>
              <a:path w="721995" h="64135">
                <a:moveTo>
                  <a:pt x="0" y="64008"/>
                </a:moveTo>
                <a:lnTo>
                  <a:pt x="721626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59053" y="5222747"/>
            <a:ext cx="737235" cy="48260"/>
          </a:xfrm>
          <a:custGeom>
            <a:avLst/>
            <a:gdLst/>
            <a:ahLst/>
            <a:cxnLst/>
            <a:rect l="l" t="t" r="r" b="b"/>
            <a:pathLst>
              <a:path w="737234" h="48260">
                <a:moveTo>
                  <a:pt x="0" y="48005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95907" y="5158740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59" h="64135">
                <a:moveTo>
                  <a:pt x="0" y="64008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16746" y="5094732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59" h="64135">
                <a:moveTo>
                  <a:pt x="0" y="64007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79561" y="5686805"/>
            <a:ext cx="721360" cy="0"/>
          </a:xfrm>
          <a:custGeom>
            <a:avLst/>
            <a:gdLst/>
            <a:ahLst/>
            <a:cxnLst/>
            <a:rect l="l" t="t" r="r" b="b"/>
            <a:pathLst>
              <a:path w="721360">
                <a:moveTo>
                  <a:pt x="0" y="0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700413" y="5574791"/>
            <a:ext cx="721995" cy="112395"/>
          </a:xfrm>
          <a:custGeom>
            <a:avLst/>
            <a:gdLst/>
            <a:ahLst/>
            <a:cxnLst/>
            <a:rect l="l" t="t" r="r" b="b"/>
            <a:pathLst>
              <a:path w="721995" h="112395">
                <a:moveTo>
                  <a:pt x="0" y="112013"/>
                </a:moveTo>
                <a:lnTo>
                  <a:pt x="72161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422027" y="5398770"/>
            <a:ext cx="737235" cy="176530"/>
          </a:xfrm>
          <a:custGeom>
            <a:avLst/>
            <a:gdLst/>
            <a:ahLst/>
            <a:cxnLst/>
            <a:rect l="l" t="t" r="r" b="b"/>
            <a:pathLst>
              <a:path w="737235" h="176529">
                <a:moveTo>
                  <a:pt x="0" y="176021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158881" y="5222747"/>
            <a:ext cx="721360" cy="176530"/>
          </a:xfrm>
          <a:custGeom>
            <a:avLst/>
            <a:gdLst/>
            <a:ahLst/>
            <a:cxnLst/>
            <a:rect l="l" t="t" r="r" b="b"/>
            <a:pathLst>
              <a:path w="721360" h="176529">
                <a:moveTo>
                  <a:pt x="0" y="176022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879733" y="4998720"/>
            <a:ext cx="737235" cy="224154"/>
          </a:xfrm>
          <a:custGeom>
            <a:avLst/>
            <a:gdLst/>
            <a:ahLst/>
            <a:cxnLst/>
            <a:rect l="l" t="t" r="r" b="b"/>
            <a:pathLst>
              <a:path w="737235" h="224154">
                <a:moveTo>
                  <a:pt x="0" y="224027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616587" y="4774691"/>
            <a:ext cx="721360" cy="224154"/>
          </a:xfrm>
          <a:custGeom>
            <a:avLst/>
            <a:gdLst/>
            <a:ahLst/>
            <a:cxnLst/>
            <a:rect l="l" t="t" r="r" b="b"/>
            <a:pathLst>
              <a:path w="721360" h="224154">
                <a:moveTo>
                  <a:pt x="0" y="224028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37427" y="4533900"/>
            <a:ext cx="721995" cy="241300"/>
          </a:xfrm>
          <a:custGeom>
            <a:avLst/>
            <a:gdLst/>
            <a:ahLst/>
            <a:cxnLst/>
            <a:rect l="l" t="t" r="r" b="b"/>
            <a:pathLst>
              <a:path w="721995" h="241300">
                <a:moveTo>
                  <a:pt x="0" y="240791"/>
                </a:moveTo>
                <a:lnTo>
                  <a:pt x="721626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059053" y="4277867"/>
            <a:ext cx="737235" cy="256540"/>
          </a:xfrm>
          <a:custGeom>
            <a:avLst/>
            <a:gdLst/>
            <a:ahLst/>
            <a:cxnLst/>
            <a:rect l="l" t="t" r="r" b="b"/>
            <a:pathLst>
              <a:path w="737234" h="256539">
                <a:moveTo>
                  <a:pt x="0" y="256032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795907" y="3733800"/>
            <a:ext cx="1442085" cy="544195"/>
          </a:xfrm>
          <a:custGeom>
            <a:avLst/>
            <a:gdLst/>
            <a:ahLst/>
            <a:cxnLst/>
            <a:rect l="l" t="t" r="r" b="b"/>
            <a:pathLst>
              <a:path w="1442084" h="544195">
                <a:moveTo>
                  <a:pt x="0" y="544067"/>
                </a:moveTo>
                <a:lnTo>
                  <a:pt x="720839" y="272034"/>
                </a:lnTo>
                <a:lnTo>
                  <a:pt x="144169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979561" y="5622797"/>
            <a:ext cx="721360" cy="64135"/>
          </a:xfrm>
          <a:custGeom>
            <a:avLst/>
            <a:gdLst/>
            <a:ahLst/>
            <a:cxnLst/>
            <a:rect l="l" t="t" r="r" b="b"/>
            <a:pathLst>
              <a:path w="721360" h="64135">
                <a:moveTo>
                  <a:pt x="0" y="64007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700413" y="5446776"/>
            <a:ext cx="721995" cy="176530"/>
          </a:xfrm>
          <a:custGeom>
            <a:avLst/>
            <a:gdLst/>
            <a:ahLst/>
            <a:cxnLst/>
            <a:rect l="l" t="t" r="r" b="b"/>
            <a:pathLst>
              <a:path w="721995" h="176529">
                <a:moveTo>
                  <a:pt x="0" y="176022"/>
                </a:moveTo>
                <a:lnTo>
                  <a:pt x="72161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422027" y="5158740"/>
            <a:ext cx="737235" cy="288290"/>
          </a:xfrm>
          <a:custGeom>
            <a:avLst/>
            <a:gdLst/>
            <a:ahLst/>
            <a:cxnLst/>
            <a:rect l="l" t="t" r="r" b="b"/>
            <a:pathLst>
              <a:path w="737235" h="288289">
                <a:moveTo>
                  <a:pt x="0" y="288036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58881" y="4742688"/>
            <a:ext cx="721360" cy="416559"/>
          </a:xfrm>
          <a:custGeom>
            <a:avLst/>
            <a:gdLst/>
            <a:ahLst/>
            <a:cxnLst/>
            <a:rect l="l" t="t" r="r" b="b"/>
            <a:pathLst>
              <a:path w="721360" h="416560">
                <a:moveTo>
                  <a:pt x="0" y="416051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79733" y="4213859"/>
            <a:ext cx="737235" cy="528955"/>
          </a:xfrm>
          <a:custGeom>
            <a:avLst/>
            <a:gdLst/>
            <a:ahLst/>
            <a:cxnLst/>
            <a:rect l="l" t="t" r="r" b="b"/>
            <a:pathLst>
              <a:path w="737235" h="528954">
                <a:moveTo>
                  <a:pt x="0" y="528827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616587" y="3557778"/>
            <a:ext cx="721360" cy="656590"/>
          </a:xfrm>
          <a:custGeom>
            <a:avLst/>
            <a:gdLst/>
            <a:ahLst/>
            <a:cxnLst/>
            <a:rect l="l" t="t" r="r" b="b"/>
            <a:pathLst>
              <a:path w="721360" h="656589">
                <a:moveTo>
                  <a:pt x="0" y="656082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37427" y="2788920"/>
            <a:ext cx="721995" cy="768985"/>
          </a:xfrm>
          <a:custGeom>
            <a:avLst/>
            <a:gdLst/>
            <a:ahLst/>
            <a:cxnLst/>
            <a:rect l="l" t="t" r="r" b="b"/>
            <a:pathLst>
              <a:path w="721995" h="768985">
                <a:moveTo>
                  <a:pt x="0" y="768857"/>
                </a:moveTo>
                <a:lnTo>
                  <a:pt x="721626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059053" y="1908048"/>
            <a:ext cx="737235" cy="881380"/>
          </a:xfrm>
          <a:custGeom>
            <a:avLst/>
            <a:gdLst/>
            <a:ahLst/>
            <a:cxnLst/>
            <a:rect l="l" t="t" r="r" b="b"/>
            <a:pathLst>
              <a:path w="737234" h="881380">
                <a:moveTo>
                  <a:pt x="0" y="880871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979561" y="5574791"/>
            <a:ext cx="721360" cy="48260"/>
          </a:xfrm>
          <a:custGeom>
            <a:avLst/>
            <a:gdLst/>
            <a:ahLst/>
            <a:cxnLst/>
            <a:rect l="l" t="t" r="r" b="b"/>
            <a:pathLst>
              <a:path w="721360" h="48260">
                <a:moveTo>
                  <a:pt x="0" y="48006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700413" y="5446776"/>
            <a:ext cx="721995" cy="128270"/>
          </a:xfrm>
          <a:custGeom>
            <a:avLst/>
            <a:gdLst/>
            <a:ahLst/>
            <a:cxnLst/>
            <a:rect l="l" t="t" r="r" b="b"/>
            <a:pathLst>
              <a:path w="721995" h="128270">
                <a:moveTo>
                  <a:pt x="0" y="128015"/>
                </a:moveTo>
                <a:lnTo>
                  <a:pt x="72161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422027" y="5222747"/>
            <a:ext cx="737235" cy="224154"/>
          </a:xfrm>
          <a:custGeom>
            <a:avLst/>
            <a:gdLst/>
            <a:ahLst/>
            <a:cxnLst/>
            <a:rect l="l" t="t" r="r" b="b"/>
            <a:pathLst>
              <a:path w="737235" h="224154">
                <a:moveTo>
                  <a:pt x="0" y="224027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58881" y="4742688"/>
            <a:ext cx="721360" cy="480059"/>
          </a:xfrm>
          <a:custGeom>
            <a:avLst/>
            <a:gdLst/>
            <a:ahLst/>
            <a:cxnLst/>
            <a:rect l="l" t="t" r="r" b="b"/>
            <a:pathLst>
              <a:path w="721360" h="480060">
                <a:moveTo>
                  <a:pt x="0" y="480060"/>
                </a:moveTo>
                <a:lnTo>
                  <a:pt x="720851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79733" y="3797808"/>
            <a:ext cx="737235" cy="944880"/>
          </a:xfrm>
          <a:custGeom>
            <a:avLst/>
            <a:gdLst/>
            <a:ahLst/>
            <a:cxnLst/>
            <a:rect l="l" t="t" r="r" b="b"/>
            <a:pathLst>
              <a:path w="737235" h="944879">
                <a:moveTo>
                  <a:pt x="0" y="944879"/>
                </a:moveTo>
                <a:lnTo>
                  <a:pt x="73685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616587" y="1908048"/>
            <a:ext cx="721360" cy="1889760"/>
          </a:xfrm>
          <a:custGeom>
            <a:avLst/>
            <a:gdLst/>
            <a:ahLst/>
            <a:cxnLst/>
            <a:rect l="l" t="t" r="r" b="b"/>
            <a:pathLst>
              <a:path w="721360" h="1889760">
                <a:moveTo>
                  <a:pt x="0" y="1889760"/>
                </a:moveTo>
                <a:lnTo>
                  <a:pt x="720839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99551" y="5606796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19" h="160020">
                <a:moveTo>
                  <a:pt x="80010" y="0"/>
                </a:moveTo>
                <a:lnTo>
                  <a:pt x="160019" y="80009"/>
                </a:lnTo>
                <a:lnTo>
                  <a:pt x="80010" y="160019"/>
                </a:lnTo>
                <a:lnTo>
                  <a:pt x="0" y="80009"/>
                </a:lnTo>
                <a:lnTo>
                  <a:pt x="80010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620403" y="5606796"/>
            <a:ext cx="161290" cy="160020"/>
          </a:xfrm>
          <a:custGeom>
            <a:avLst/>
            <a:gdLst/>
            <a:ahLst/>
            <a:cxnLst/>
            <a:rect l="l" t="t" r="r" b="b"/>
            <a:pathLst>
              <a:path w="161289" h="160020">
                <a:moveTo>
                  <a:pt x="80010" y="0"/>
                </a:moveTo>
                <a:lnTo>
                  <a:pt x="160782" y="80009"/>
                </a:lnTo>
                <a:lnTo>
                  <a:pt x="80010" y="160019"/>
                </a:lnTo>
                <a:lnTo>
                  <a:pt x="0" y="80009"/>
                </a:lnTo>
                <a:lnTo>
                  <a:pt x="80010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341255" y="5542788"/>
            <a:ext cx="161290" cy="160020"/>
          </a:xfrm>
          <a:custGeom>
            <a:avLst/>
            <a:gdLst/>
            <a:ahLst/>
            <a:cxnLst/>
            <a:rect l="l" t="t" r="r" b="b"/>
            <a:pathLst>
              <a:path w="161289" h="160020">
                <a:moveTo>
                  <a:pt x="80772" y="0"/>
                </a:moveTo>
                <a:lnTo>
                  <a:pt x="160781" y="80010"/>
                </a:lnTo>
                <a:lnTo>
                  <a:pt x="80772" y="160020"/>
                </a:lnTo>
                <a:lnTo>
                  <a:pt x="0" y="80010"/>
                </a:lnTo>
                <a:lnTo>
                  <a:pt x="8077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078871" y="5510784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10" y="0"/>
                </a:moveTo>
                <a:lnTo>
                  <a:pt x="160020" y="80010"/>
                </a:lnTo>
                <a:lnTo>
                  <a:pt x="80010" y="160019"/>
                </a:lnTo>
                <a:lnTo>
                  <a:pt x="0" y="80010"/>
                </a:lnTo>
                <a:lnTo>
                  <a:pt x="80010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799723" y="5494782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10" y="0"/>
                </a:moveTo>
                <a:lnTo>
                  <a:pt x="160020" y="80009"/>
                </a:lnTo>
                <a:lnTo>
                  <a:pt x="80010" y="160019"/>
                </a:lnTo>
                <a:lnTo>
                  <a:pt x="0" y="80009"/>
                </a:lnTo>
                <a:lnTo>
                  <a:pt x="80010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536577" y="5462778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09" y="0"/>
                </a:moveTo>
                <a:lnTo>
                  <a:pt x="160019" y="80010"/>
                </a:lnTo>
                <a:lnTo>
                  <a:pt x="80009" y="160020"/>
                </a:lnTo>
                <a:lnTo>
                  <a:pt x="0" y="80010"/>
                </a:lnTo>
                <a:lnTo>
                  <a:pt x="80009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257429" y="5446776"/>
            <a:ext cx="161290" cy="160020"/>
          </a:xfrm>
          <a:custGeom>
            <a:avLst/>
            <a:gdLst/>
            <a:ahLst/>
            <a:cxnLst/>
            <a:rect l="l" t="t" r="r" b="b"/>
            <a:pathLst>
              <a:path w="161289" h="160020">
                <a:moveTo>
                  <a:pt x="79997" y="0"/>
                </a:moveTo>
                <a:lnTo>
                  <a:pt x="160769" y="80010"/>
                </a:lnTo>
                <a:lnTo>
                  <a:pt x="79997" y="160020"/>
                </a:lnTo>
                <a:lnTo>
                  <a:pt x="0" y="80010"/>
                </a:lnTo>
                <a:lnTo>
                  <a:pt x="79997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978281" y="5446776"/>
            <a:ext cx="161290" cy="160020"/>
          </a:xfrm>
          <a:custGeom>
            <a:avLst/>
            <a:gdLst/>
            <a:ahLst/>
            <a:cxnLst/>
            <a:rect l="l" t="t" r="r" b="b"/>
            <a:pathLst>
              <a:path w="161290" h="160020">
                <a:moveTo>
                  <a:pt x="80772" y="0"/>
                </a:moveTo>
                <a:lnTo>
                  <a:pt x="160769" y="80010"/>
                </a:lnTo>
                <a:lnTo>
                  <a:pt x="80772" y="160020"/>
                </a:lnTo>
                <a:lnTo>
                  <a:pt x="0" y="80010"/>
                </a:lnTo>
                <a:lnTo>
                  <a:pt x="8077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715898" y="5430773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09" y="0"/>
                </a:moveTo>
                <a:lnTo>
                  <a:pt x="160019" y="80010"/>
                </a:lnTo>
                <a:lnTo>
                  <a:pt x="80009" y="160020"/>
                </a:lnTo>
                <a:lnTo>
                  <a:pt x="0" y="80010"/>
                </a:lnTo>
                <a:lnTo>
                  <a:pt x="80009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436736" y="5414771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10" y="0"/>
                </a:moveTo>
                <a:lnTo>
                  <a:pt x="160032" y="80010"/>
                </a:lnTo>
                <a:lnTo>
                  <a:pt x="80010" y="160019"/>
                </a:lnTo>
                <a:lnTo>
                  <a:pt x="0" y="80010"/>
                </a:lnTo>
                <a:lnTo>
                  <a:pt x="80010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9157589" y="5414771"/>
            <a:ext cx="160020" cy="160020"/>
          </a:xfrm>
          <a:custGeom>
            <a:avLst/>
            <a:gdLst/>
            <a:ahLst/>
            <a:cxnLst/>
            <a:rect l="l" t="t" r="r" b="b"/>
            <a:pathLst>
              <a:path w="160020" h="160020">
                <a:moveTo>
                  <a:pt x="80009" y="0"/>
                </a:moveTo>
                <a:lnTo>
                  <a:pt x="160032" y="80010"/>
                </a:lnTo>
                <a:lnTo>
                  <a:pt x="80009" y="160019"/>
                </a:lnTo>
                <a:lnTo>
                  <a:pt x="0" y="80010"/>
                </a:lnTo>
                <a:lnTo>
                  <a:pt x="80009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915553" y="5622797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4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636405" y="5558790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4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357257" y="5510784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29" h="112395">
                <a:moveTo>
                  <a:pt x="0" y="112013"/>
                </a:moveTo>
                <a:lnTo>
                  <a:pt x="0" y="0"/>
                </a:lnTo>
                <a:lnTo>
                  <a:pt x="112775" y="0"/>
                </a:lnTo>
                <a:lnTo>
                  <a:pt x="112775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094873" y="5446776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815725" y="5382767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552579" y="5334761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73419" y="5270753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3" y="0"/>
                </a:lnTo>
                <a:lnTo>
                  <a:pt x="112013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994270" y="5206746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29" h="112395">
                <a:moveTo>
                  <a:pt x="0" y="112013"/>
                </a:moveTo>
                <a:lnTo>
                  <a:pt x="0" y="0"/>
                </a:lnTo>
                <a:lnTo>
                  <a:pt x="112775" y="0"/>
                </a:lnTo>
                <a:lnTo>
                  <a:pt x="112775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731886" y="5158740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4" y="0"/>
                </a:lnTo>
                <a:lnTo>
                  <a:pt x="112014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452739" y="5094732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4" y="0"/>
                </a:lnTo>
                <a:lnTo>
                  <a:pt x="112014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9173603" y="5030723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112013"/>
                </a:moveTo>
                <a:lnTo>
                  <a:pt x="0" y="0"/>
                </a:lnTo>
                <a:lnTo>
                  <a:pt x="112014" y="0"/>
                </a:lnTo>
                <a:lnTo>
                  <a:pt x="112014" y="112013"/>
                </a:lnTo>
                <a:lnTo>
                  <a:pt x="0" y="112013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915553" y="5622797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4" h="112395">
                <a:moveTo>
                  <a:pt x="112014" y="56387"/>
                </a:moveTo>
                <a:lnTo>
                  <a:pt x="107608" y="34397"/>
                </a:lnTo>
                <a:lnTo>
                  <a:pt x="95631" y="16478"/>
                </a:lnTo>
                <a:lnTo>
                  <a:pt x="77938" y="4417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4417" y="78259"/>
                </a:lnTo>
                <a:lnTo>
                  <a:pt x="16478" y="95916"/>
                </a:lnTo>
                <a:lnTo>
                  <a:pt x="34397" y="107715"/>
                </a:lnTo>
                <a:lnTo>
                  <a:pt x="56387" y="112013"/>
                </a:lnTo>
                <a:lnTo>
                  <a:pt x="77938" y="107715"/>
                </a:lnTo>
                <a:lnTo>
                  <a:pt x="95631" y="95916"/>
                </a:lnTo>
                <a:lnTo>
                  <a:pt x="107608" y="78259"/>
                </a:lnTo>
                <a:lnTo>
                  <a:pt x="112014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636405" y="5622797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4" h="112395">
                <a:moveTo>
                  <a:pt x="112013" y="56387"/>
                </a:moveTo>
                <a:lnTo>
                  <a:pt x="107715" y="34397"/>
                </a:lnTo>
                <a:lnTo>
                  <a:pt x="95916" y="16478"/>
                </a:lnTo>
                <a:lnTo>
                  <a:pt x="78259" y="4417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4417" y="78259"/>
                </a:lnTo>
                <a:lnTo>
                  <a:pt x="16478" y="95916"/>
                </a:lnTo>
                <a:lnTo>
                  <a:pt x="34397" y="107715"/>
                </a:lnTo>
                <a:lnTo>
                  <a:pt x="56387" y="112013"/>
                </a:lnTo>
                <a:lnTo>
                  <a:pt x="78259" y="107715"/>
                </a:lnTo>
                <a:lnTo>
                  <a:pt x="95916" y="95916"/>
                </a:lnTo>
                <a:lnTo>
                  <a:pt x="107715" y="78259"/>
                </a:lnTo>
                <a:lnTo>
                  <a:pt x="112013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357257" y="5510784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29" h="112395">
                <a:moveTo>
                  <a:pt x="112775" y="56387"/>
                </a:moveTo>
                <a:lnTo>
                  <a:pt x="108358" y="34397"/>
                </a:lnTo>
                <a:lnTo>
                  <a:pt x="96297" y="16478"/>
                </a:lnTo>
                <a:lnTo>
                  <a:pt x="78378" y="4417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4417" y="77938"/>
                </a:lnTo>
                <a:lnTo>
                  <a:pt x="16478" y="95630"/>
                </a:lnTo>
                <a:lnTo>
                  <a:pt x="34397" y="107608"/>
                </a:lnTo>
                <a:lnTo>
                  <a:pt x="56387" y="112013"/>
                </a:lnTo>
                <a:lnTo>
                  <a:pt x="78378" y="107608"/>
                </a:lnTo>
                <a:lnTo>
                  <a:pt x="96297" y="95630"/>
                </a:lnTo>
                <a:lnTo>
                  <a:pt x="108358" y="77938"/>
                </a:lnTo>
                <a:lnTo>
                  <a:pt x="112775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094873" y="5334761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3" y="56387"/>
                </a:moveTo>
                <a:lnTo>
                  <a:pt x="107596" y="34397"/>
                </a:lnTo>
                <a:lnTo>
                  <a:pt x="95535" y="16478"/>
                </a:lnTo>
                <a:lnTo>
                  <a:pt x="77616" y="4417"/>
                </a:lnTo>
                <a:lnTo>
                  <a:pt x="55625" y="0"/>
                </a:lnTo>
                <a:lnTo>
                  <a:pt x="34075" y="4417"/>
                </a:lnTo>
                <a:lnTo>
                  <a:pt x="16383" y="16478"/>
                </a:lnTo>
                <a:lnTo>
                  <a:pt x="4405" y="34397"/>
                </a:lnTo>
                <a:lnTo>
                  <a:pt x="0" y="56387"/>
                </a:lnTo>
                <a:lnTo>
                  <a:pt x="4405" y="77938"/>
                </a:lnTo>
                <a:lnTo>
                  <a:pt x="16383" y="95630"/>
                </a:lnTo>
                <a:lnTo>
                  <a:pt x="34075" y="107608"/>
                </a:lnTo>
                <a:lnTo>
                  <a:pt x="55625" y="112013"/>
                </a:lnTo>
                <a:lnTo>
                  <a:pt x="77616" y="107608"/>
                </a:lnTo>
                <a:lnTo>
                  <a:pt x="95535" y="95630"/>
                </a:lnTo>
                <a:lnTo>
                  <a:pt x="107596" y="77938"/>
                </a:lnTo>
                <a:lnTo>
                  <a:pt x="112013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815725" y="5158740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4" y="56387"/>
                </a:moveTo>
                <a:lnTo>
                  <a:pt x="107596" y="34397"/>
                </a:lnTo>
                <a:lnTo>
                  <a:pt x="95535" y="16478"/>
                </a:lnTo>
                <a:lnTo>
                  <a:pt x="77616" y="4417"/>
                </a:lnTo>
                <a:lnTo>
                  <a:pt x="55626" y="0"/>
                </a:lnTo>
                <a:lnTo>
                  <a:pt x="34075" y="4405"/>
                </a:lnTo>
                <a:lnTo>
                  <a:pt x="16383" y="16383"/>
                </a:lnTo>
                <a:lnTo>
                  <a:pt x="4405" y="34075"/>
                </a:lnTo>
                <a:lnTo>
                  <a:pt x="0" y="55625"/>
                </a:lnTo>
                <a:lnTo>
                  <a:pt x="4417" y="77616"/>
                </a:lnTo>
                <a:lnTo>
                  <a:pt x="16478" y="95535"/>
                </a:lnTo>
                <a:lnTo>
                  <a:pt x="34397" y="107596"/>
                </a:lnTo>
                <a:lnTo>
                  <a:pt x="56387" y="112013"/>
                </a:lnTo>
                <a:lnTo>
                  <a:pt x="77938" y="107608"/>
                </a:lnTo>
                <a:lnTo>
                  <a:pt x="95631" y="95630"/>
                </a:lnTo>
                <a:lnTo>
                  <a:pt x="107608" y="77938"/>
                </a:lnTo>
                <a:lnTo>
                  <a:pt x="112014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552579" y="4934711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3" y="55625"/>
                </a:moveTo>
                <a:lnTo>
                  <a:pt x="107608" y="34075"/>
                </a:lnTo>
                <a:lnTo>
                  <a:pt x="95630" y="16383"/>
                </a:lnTo>
                <a:lnTo>
                  <a:pt x="77938" y="4405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5"/>
                </a:lnTo>
                <a:lnTo>
                  <a:pt x="4417" y="77616"/>
                </a:lnTo>
                <a:lnTo>
                  <a:pt x="16478" y="95535"/>
                </a:lnTo>
                <a:lnTo>
                  <a:pt x="34397" y="107596"/>
                </a:lnTo>
                <a:lnTo>
                  <a:pt x="56387" y="112013"/>
                </a:lnTo>
                <a:lnTo>
                  <a:pt x="77938" y="107596"/>
                </a:lnTo>
                <a:lnTo>
                  <a:pt x="95630" y="95535"/>
                </a:lnTo>
                <a:lnTo>
                  <a:pt x="107608" y="77616"/>
                </a:lnTo>
                <a:lnTo>
                  <a:pt x="112013" y="55625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73419" y="4710684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3" y="55625"/>
                </a:moveTo>
                <a:lnTo>
                  <a:pt x="107715" y="34075"/>
                </a:lnTo>
                <a:lnTo>
                  <a:pt x="95916" y="16382"/>
                </a:lnTo>
                <a:lnTo>
                  <a:pt x="78259" y="4405"/>
                </a:lnTo>
                <a:lnTo>
                  <a:pt x="56387" y="0"/>
                </a:lnTo>
                <a:lnTo>
                  <a:pt x="34402" y="4405"/>
                </a:lnTo>
                <a:lnTo>
                  <a:pt x="16483" y="16383"/>
                </a:lnTo>
                <a:lnTo>
                  <a:pt x="4419" y="34075"/>
                </a:lnTo>
                <a:lnTo>
                  <a:pt x="0" y="55625"/>
                </a:lnTo>
                <a:lnTo>
                  <a:pt x="4419" y="77616"/>
                </a:lnTo>
                <a:lnTo>
                  <a:pt x="16483" y="95535"/>
                </a:lnTo>
                <a:lnTo>
                  <a:pt x="34402" y="107596"/>
                </a:lnTo>
                <a:lnTo>
                  <a:pt x="56387" y="112013"/>
                </a:lnTo>
                <a:lnTo>
                  <a:pt x="78259" y="107596"/>
                </a:lnTo>
                <a:lnTo>
                  <a:pt x="95916" y="95535"/>
                </a:lnTo>
                <a:lnTo>
                  <a:pt x="107715" y="77616"/>
                </a:lnTo>
                <a:lnTo>
                  <a:pt x="112013" y="55625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994270" y="4469891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29" h="112395">
                <a:moveTo>
                  <a:pt x="112775" y="56387"/>
                </a:moveTo>
                <a:lnTo>
                  <a:pt x="108358" y="34397"/>
                </a:lnTo>
                <a:lnTo>
                  <a:pt x="96299" y="16478"/>
                </a:lnTo>
                <a:lnTo>
                  <a:pt x="78384" y="4417"/>
                </a:lnTo>
                <a:lnTo>
                  <a:pt x="56400" y="0"/>
                </a:lnTo>
                <a:lnTo>
                  <a:pt x="34407" y="4417"/>
                </a:lnTo>
                <a:lnTo>
                  <a:pt x="16484" y="16478"/>
                </a:lnTo>
                <a:lnTo>
                  <a:pt x="4419" y="34397"/>
                </a:lnTo>
                <a:lnTo>
                  <a:pt x="0" y="56387"/>
                </a:lnTo>
                <a:lnTo>
                  <a:pt x="4419" y="78259"/>
                </a:lnTo>
                <a:lnTo>
                  <a:pt x="16484" y="95916"/>
                </a:lnTo>
                <a:lnTo>
                  <a:pt x="34407" y="107715"/>
                </a:lnTo>
                <a:lnTo>
                  <a:pt x="56400" y="112013"/>
                </a:lnTo>
                <a:lnTo>
                  <a:pt x="78384" y="107715"/>
                </a:lnTo>
                <a:lnTo>
                  <a:pt x="96299" y="95916"/>
                </a:lnTo>
                <a:lnTo>
                  <a:pt x="108358" y="78259"/>
                </a:lnTo>
                <a:lnTo>
                  <a:pt x="112775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731886" y="4213859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4" y="56387"/>
                </a:moveTo>
                <a:lnTo>
                  <a:pt x="107598" y="34397"/>
                </a:lnTo>
                <a:lnTo>
                  <a:pt x="95540" y="16478"/>
                </a:lnTo>
                <a:lnTo>
                  <a:pt x="77622" y="4417"/>
                </a:lnTo>
                <a:lnTo>
                  <a:pt x="55626" y="0"/>
                </a:lnTo>
                <a:lnTo>
                  <a:pt x="34081" y="4417"/>
                </a:lnTo>
                <a:lnTo>
                  <a:pt x="16387" y="16478"/>
                </a:lnTo>
                <a:lnTo>
                  <a:pt x="4407" y="34397"/>
                </a:lnTo>
                <a:lnTo>
                  <a:pt x="0" y="56387"/>
                </a:lnTo>
                <a:lnTo>
                  <a:pt x="4407" y="77938"/>
                </a:lnTo>
                <a:lnTo>
                  <a:pt x="16387" y="95630"/>
                </a:lnTo>
                <a:lnTo>
                  <a:pt x="34081" y="107608"/>
                </a:lnTo>
                <a:lnTo>
                  <a:pt x="55626" y="112013"/>
                </a:lnTo>
                <a:lnTo>
                  <a:pt x="77622" y="107608"/>
                </a:lnTo>
                <a:lnTo>
                  <a:pt x="95540" y="95630"/>
                </a:lnTo>
                <a:lnTo>
                  <a:pt x="107598" y="77938"/>
                </a:lnTo>
                <a:lnTo>
                  <a:pt x="112014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52739" y="3941826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26" y="55625"/>
                </a:moveTo>
                <a:lnTo>
                  <a:pt x="107609" y="34075"/>
                </a:lnTo>
                <a:lnTo>
                  <a:pt x="95548" y="16383"/>
                </a:lnTo>
                <a:lnTo>
                  <a:pt x="77629" y="4405"/>
                </a:lnTo>
                <a:lnTo>
                  <a:pt x="55638" y="0"/>
                </a:lnTo>
                <a:lnTo>
                  <a:pt x="34086" y="4405"/>
                </a:lnTo>
                <a:lnTo>
                  <a:pt x="16389" y="16383"/>
                </a:lnTo>
                <a:lnTo>
                  <a:pt x="4407" y="34075"/>
                </a:lnTo>
                <a:lnTo>
                  <a:pt x="0" y="55625"/>
                </a:lnTo>
                <a:lnTo>
                  <a:pt x="4419" y="77616"/>
                </a:lnTo>
                <a:lnTo>
                  <a:pt x="16483" y="95535"/>
                </a:lnTo>
                <a:lnTo>
                  <a:pt x="34402" y="107596"/>
                </a:lnTo>
                <a:lnTo>
                  <a:pt x="56387" y="112013"/>
                </a:lnTo>
                <a:lnTo>
                  <a:pt x="77945" y="107596"/>
                </a:lnTo>
                <a:lnTo>
                  <a:pt x="95642" y="95535"/>
                </a:lnTo>
                <a:lnTo>
                  <a:pt x="107621" y="77616"/>
                </a:lnTo>
                <a:lnTo>
                  <a:pt x="112026" y="55625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173603" y="3669791"/>
            <a:ext cx="112395" cy="112395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112013" y="55625"/>
                </a:moveTo>
                <a:lnTo>
                  <a:pt x="107608" y="34075"/>
                </a:lnTo>
                <a:lnTo>
                  <a:pt x="95630" y="16383"/>
                </a:lnTo>
                <a:lnTo>
                  <a:pt x="77938" y="4405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5"/>
                </a:lnTo>
                <a:lnTo>
                  <a:pt x="4417" y="77616"/>
                </a:lnTo>
                <a:lnTo>
                  <a:pt x="16478" y="95535"/>
                </a:lnTo>
                <a:lnTo>
                  <a:pt x="34397" y="107596"/>
                </a:lnTo>
                <a:lnTo>
                  <a:pt x="56387" y="112013"/>
                </a:lnTo>
                <a:lnTo>
                  <a:pt x="77938" y="107596"/>
                </a:lnTo>
                <a:lnTo>
                  <a:pt x="95630" y="95535"/>
                </a:lnTo>
                <a:lnTo>
                  <a:pt x="107608" y="77616"/>
                </a:lnTo>
                <a:lnTo>
                  <a:pt x="112013" y="55625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883549" y="5590794"/>
            <a:ext cx="192405" cy="193040"/>
          </a:xfrm>
          <a:custGeom>
            <a:avLst/>
            <a:gdLst/>
            <a:ahLst/>
            <a:cxnLst/>
            <a:rect l="l" t="t" r="r" b="b"/>
            <a:pathLst>
              <a:path w="192405" h="193039">
                <a:moveTo>
                  <a:pt x="96012" y="0"/>
                </a:moveTo>
                <a:lnTo>
                  <a:pt x="192024" y="192785"/>
                </a:lnTo>
                <a:lnTo>
                  <a:pt x="0" y="192785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604401" y="5526785"/>
            <a:ext cx="193040" cy="192405"/>
          </a:xfrm>
          <a:custGeom>
            <a:avLst/>
            <a:gdLst/>
            <a:ahLst/>
            <a:cxnLst/>
            <a:rect l="l" t="t" r="r" b="b"/>
            <a:pathLst>
              <a:path w="193039" h="192404">
                <a:moveTo>
                  <a:pt x="96012" y="0"/>
                </a:moveTo>
                <a:lnTo>
                  <a:pt x="192786" y="192024"/>
                </a:lnTo>
                <a:lnTo>
                  <a:pt x="0" y="192024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325253" y="5350764"/>
            <a:ext cx="193040" cy="192405"/>
          </a:xfrm>
          <a:custGeom>
            <a:avLst/>
            <a:gdLst/>
            <a:ahLst/>
            <a:cxnLst/>
            <a:rect l="l" t="t" r="r" b="b"/>
            <a:pathLst>
              <a:path w="193039" h="192404">
                <a:moveTo>
                  <a:pt x="96774" y="0"/>
                </a:moveTo>
                <a:lnTo>
                  <a:pt x="192786" y="192024"/>
                </a:lnTo>
                <a:lnTo>
                  <a:pt x="0" y="192024"/>
                </a:lnTo>
                <a:lnTo>
                  <a:pt x="96774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062869" y="5062728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96012" y="0"/>
                </a:moveTo>
                <a:lnTo>
                  <a:pt x="192024" y="192024"/>
                </a:lnTo>
                <a:lnTo>
                  <a:pt x="0" y="192024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783721" y="4646676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96012" y="0"/>
                </a:moveTo>
                <a:lnTo>
                  <a:pt x="192024" y="192024"/>
                </a:lnTo>
                <a:lnTo>
                  <a:pt x="0" y="192024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20575" y="4117847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4">
                <a:moveTo>
                  <a:pt x="96012" y="0"/>
                </a:moveTo>
                <a:lnTo>
                  <a:pt x="192024" y="192024"/>
                </a:lnTo>
                <a:lnTo>
                  <a:pt x="0" y="192024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241427" y="3461003"/>
            <a:ext cx="193040" cy="193040"/>
          </a:xfrm>
          <a:custGeom>
            <a:avLst/>
            <a:gdLst/>
            <a:ahLst/>
            <a:cxnLst/>
            <a:rect l="l" t="t" r="r" b="b"/>
            <a:pathLst>
              <a:path w="193039" h="193039">
                <a:moveTo>
                  <a:pt x="95999" y="0"/>
                </a:moveTo>
                <a:lnTo>
                  <a:pt x="192773" y="192786"/>
                </a:lnTo>
                <a:lnTo>
                  <a:pt x="0" y="192786"/>
                </a:lnTo>
                <a:lnTo>
                  <a:pt x="95999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962279" y="2692907"/>
            <a:ext cx="193040" cy="192405"/>
          </a:xfrm>
          <a:custGeom>
            <a:avLst/>
            <a:gdLst/>
            <a:ahLst/>
            <a:cxnLst/>
            <a:rect l="l" t="t" r="r" b="b"/>
            <a:pathLst>
              <a:path w="193040" h="192405">
                <a:moveTo>
                  <a:pt x="96774" y="0"/>
                </a:moveTo>
                <a:lnTo>
                  <a:pt x="192785" y="192024"/>
                </a:lnTo>
                <a:lnTo>
                  <a:pt x="0" y="192024"/>
                </a:lnTo>
                <a:lnTo>
                  <a:pt x="96774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699895" y="1812035"/>
            <a:ext cx="192405" cy="192405"/>
          </a:xfrm>
          <a:custGeom>
            <a:avLst/>
            <a:gdLst/>
            <a:ahLst/>
            <a:cxnLst/>
            <a:rect l="l" t="t" r="r" b="b"/>
            <a:pathLst>
              <a:path w="192404" h="192405">
                <a:moveTo>
                  <a:pt x="96011" y="0"/>
                </a:moveTo>
                <a:lnTo>
                  <a:pt x="192023" y="192024"/>
                </a:lnTo>
                <a:lnTo>
                  <a:pt x="0" y="192024"/>
                </a:lnTo>
                <a:lnTo>
                  <a:pt x="96011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883549" y="552678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979561" y="5622797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0" y="0"/>
                </a:moveTo>
                <a:lnTo>
                  <a:pt x="96012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883549" y="5622797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979561" y="552678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0" y="96012"/>
                </a:moveTo>
                <a:lnTo>
                  <a:pt x="96012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979561" y="5526785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979561" y="5622797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604401" y="5478779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700413" y="5574791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5" h="96520">
                <a:moveTo>
                  <a:pt x="0" y="0"/>
                </a:moveTo>
                <a:lnTo>
                  <a:pt x="96774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604401" y="5574791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700413" y="5478779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5" h="96520">
                <a:moveTo>
                  <a:pt x="0" y="96012"/>
                </a:moveTo>
                <a:lnTo>
                  <a:pt x="96774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700413" y="5478779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700413" y="5574791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325253" y="5350764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4" h="96520">
                <a:moveTo>
                  <a:pt x="96774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422027" y="5446776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0"/>
                </a:moveTo>
                <a:lnTo>
                  <a:pt x="96012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325253" y="5446776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4" h="96520">
                <a:moveTo>
                  <a:pt x="96774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422027" y="5350764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96012"/>
                </a:moveTo>
                <a:lnTo>
                  <a:pt x="96012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422027" y="5350764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422027" y="5446776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062869" y="512673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158881" y="5222747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0"/>
                </a:moveTo>
                <a:lnTo>
                  <a:pt x="96012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062869" y="5222747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158881" y="512673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96012"/>
                </a:moveTo>
                <a:lnTo>
                  <a:pt x="96012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158881" y="5126735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158881" y="5222747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783721" y="4646676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879733" y="474268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0"/>
                </a:moveTo>
                <a:lnTo>
                  <a:pt x="96012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4783721" y="474268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4879733" y="4646676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96012"/>
                </a:moveTo>
                <a:lnTo>
                  <a:pt x="96012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4879733" y="4646676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4879733" y="4742688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520575" y="3701796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616587" y="379780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0"/>
                </a:moveTo>
                <a:lnTo>
                  <a:pt x="96012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520575" y="379780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616587" y="3701796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20">
                <a:moveTo>
                  <a:pt x="0" y="96012"/>
                </a:moveTo>
                <a:lnTo>
                  <a:pt x="96012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616587" y="3701796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616587" y="3797808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6241427" y="181203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19">
                <a:moveTo>
                  <a:pt x="95999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6337427" y="1908048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4" h="96519">
                <a:moveTo>
                  <a:pt x="0" y="0"/>
                </a:moveTo>
                <a:lnTo>
                  <a:pt x="96774" y="96011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6241427" y="190804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20" h="96519">
                <a:moveTo>
                  <a:pt x="95999" y="0"/>
                </a:moveTo>
                <a:lnTo>
                  <a:pt x="0" y="96011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337427" y="1812035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4" h="96519">
                <a:moveTo>
                  <a:pt x="0" y="96012"/>
                </a:moveTo>
                <a:lnTo>
                  <a:pt x="96774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337427" y="1812035"/>
            <a:ext cx="0" cy="96520"/>
          </a:xfrm>
          <a:custGeom>
            <a:avLst/>
            <a:gdLst/>
            <a:ahLst/>
            <a:cxnLst/>
            <a:rect l="l" t="t" r="r" b="b"/>
            <a:pathLst>
              <a:path h="96519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337427" y="1908048"/>
            <a:ext cx="0" cy="96520"/>
          </a:xfrm>
          <a:custGeom>
            <a:avLst/>
            <a:gdLst/>
            <a:ahLst/>
            <a:cxnLst/>
            <a:rect l="l" t="t" r="r" b="b"/>
            <a:pathLst>
              <a:path h="96519">
                <a:moveTo>
                  <a:pt x="0" y="0"/>
                </a:moveTo>
                <a:lnTo>
                  <a:pt x="0" y="96011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1101971" y="4331741"/>
            <a:ext cx="321945" cy="1522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20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10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101971" y="3738918"/>
            <a:ext cx="3149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30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101971" y="3162833"/>
            <a:ext cx="3149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40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101971" y="2570010"/>
            <a:ext cx="3149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50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101971" y="1977948"/>
            <a:ext cx="3149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60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101971" y="1385125"/>
            <a:ext cx="3149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70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903590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2624398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1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345206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4082030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3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4802838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4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261232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6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982041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7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7718864" y="5916752"/>
            <a:ext cx="17716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8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8439673" y="5916752"/>
            <a:ext cx="96266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3415" algn="l"/>
              </a:tabLst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9	</a:t>
            </a:r>
            <a:r>
              <a:rPr sz="2150" b="1" spc="-60" dirty="0">
                <a:solidFill>
                  <a:srgbClr val="000080"/>
                </a:solidFill>
                <a:latin typeface="Arial"/>
                <a:cs typeface="Arial"/>
              </a:rPr>
              <a:t>1</a:t>
            </a: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5379834" y="5916752"/>
            <a:ext cx="441325" cy="818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515" algn="ctr">
              <a:lnSpc>
                <a:spcPct val="100000"/>
              </a:lnSpc>
            </a:pP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5</a:t>
            </a:r>
            <a:endParaRPr sz="2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sz="2150" b="1" spc="-50" dirty="0">
                <a:solidFill>
                  <a:srgbClr val="000080"/>
                </a:solidFill>
                <a:latin typeface="Arial"/>
                <a:cs typeface="Arial"/>
              </a:rPr>
              <a:t>n</a:t>
            </a:r>
            <a:r>
              <a:rPr sz="2150" b="1" spc="30" dirty="0">
                <a:solidFill>
                  <a:srgbClr val="000080"/>
                </a:solidFill>
                <a:latin typeface="Arial"/>
                <a:cs typeface="Arial"/>
              </a:rPr>
              <a:t>-</a:t>
            </a: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&gt;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2220353" y="1828038"/>
            <a:ext cx="1713864" cy="2369820"/>
          </a:xfrm>
          <a:custGeom>
            <a:avLst/>
            <a:gdLst/>
            <a:ahLst/>
            <a:cxnLst/>
            <a:rect l="l" t="t" r="r" b="b"/>
            <a:pathLst>
              <a:path w="1713864" h="2369820">
                <a:moveTo>
                  <a:pt x="0" y="2369820"/>
                </a:moveTo>
                <a:lnTo>
                  <a:pt x="0" y="0"/>
                </a:lnTo>
                <a:lnTo>
                  <a:pt x="1713737" y="0"/>
                </a:lnTo>
                <a:lnTo>
                  <a:pt x="1713737" y="2369820"/>
                </a:lnTo>
                <a:lnTo>
                  <a:pt x="0" y="2369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220353" y="1828038"/>
            <a:ext cx="1713864" cy="2369820"/>
          </a:xfrm>
          <a:custGeom>
            <a:avLst/>
            <a:gdLst/>
            <a:ahLst/>
            <a:cxnLst/>
            <a:rect l="l" t="t" r="r" b="b"/>
            <a:pathLst>
              <a:path w="1713864" h="2369820">
                <a:moveTo>
                  <a:pt x="0" y="2369820"/>
                </a:moveTo>
                <a:lnTo>
                  <a:pt x="0" y="0"/>
                </a:lnTo>
                <a:lnTo>
                  <a:pt x="1713737" y="0"/>
                </a:lnTo>
                <a:lnTo>
                  <a:pt x="1713737" y="2369820"/>
                </a:lnTo>
                <a:lnTo>
                  <a:pt x="0" y="236982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428379" y="2084070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>
                <a:moveTo>
                  <a:pt x="0" y="0"/>
                </a:moveTo>
                <a:lnTo>
                  <a:pt x="57683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636405" y="2004060"/>
            <a:ext cx="161290" cy="160020"/>
          </a:xfrm>
          <a:custGeom>
            <a:avLst/>
            <a:gdLst/>
            <a:ahLst/>
            <a:cxnLst/>
            <a:rect l="l" t="t" r="r" b="b"/>
            <a:pathLst>
              <a:path w="161289" h="160019">
                <a:moveTo>
                  <a:pt x="80009" y="0"/>
                </a:moveTo>
                <a:lnTo>
                  <a:pt x="160781" y="80009"/>
                </a:lnTo>
                <a:lnTo>
                  <a:pt x="80009" y="160019"/>
                </a:lnTo>
                <a:lnTo>
                  <a:pt x="0" y="80009"/>
                </a:lnTo>
                <a:lnTo>
                  <a:pt x="80009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428379" y="2548889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>
                <a:moveTo>
                  <a:pt x="0" y="0"/>
                </a:moveTo>
                <a:lnTo>
                  <a:pt x="576833" y="0"/>
                </a:lnTo>
              </a:path>
            </a:pathLst>
          </a:custGeom>
          <a:ln w="16014">
            <a:solidFill>
              <a:srgbClr val="3333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652407" y="2484882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30" h="112394">
                <a:moveTo>
                  <a:pt x="0" y="112014"/>
                </a:moveTo>
                <a:lnTo>
                  <a:pt x="0" y="0"/>
                </a:lnTo>
                <a:lnTo>
                  <a:pt x="112775" y="0"/>
                </a:lnTo>
                <a:lnTo>
                  <a:pt x="112775" y="112014"/>
                </a:lnTo>
                <a:lnTo>
                  <a:pt x="0" y="112014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428379" y="3012948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>
                <a:moveTo>
                  <a:pt x="0" y="0"/>
                </a:moveTo>
                <a:lnTo>
                  <a:pt x="57683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652407" y="2948939"/>
            <a:ext cx="113030" cy="112395"/>
          </a:xfrm>
          <a:custGeom>
            <a:avLst/>
            <a:gdLst/>
            <a:ahLst/>
            <a:cxnLst/>
            <a:rect l="l" t="t" r="r" b="b"/>
            <a:pathLst>
              <a:path w="113030" h="112394">
                <a:moveTo>
                  <a:pt x="112775" y="56387"/>
                </a:moveTo>
                <a:lnTo>
                  <a:pt x="108358" y="34397"/>
                </a:lnTo>
                <a:lnTo>
                  <a:pt x="96297" y="16478"/>
                </a:lnTo>
                <a:lnTo>
                  <a:pt x="78378" y="4417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4417" y="77938"/>
                </a:lnTo>
                <a:lnTo>
                  <a:pt x="16478" y="95631"/>
                </a:lnTo>
                <a:lnTo>
                  <a:pt x="34397" y="107608"/>
                </a:lnTo>
                <a:lnTo>
                  <a:pt x="56387" y="112014"/>
                </a:lnTo>
                <a:lnTo>
                  <a:pt x="78378" y="107608"/>
                </a:lnTo>
                <a:lnTo>
                  <a:pt x="96297" y="95631"/>
                </a:lnTo>
                <a:lnTo>
                  <a:pt x="108358" y="77938"/>
                </a:lnTo>
                <a:lnTo>
                  <a:pt x="112775" y="56387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 txBox="1"/>
          <p:nvPr/>
        </p:nvSpPr>
        <p:spPr>
          <a:xfrm>
            <a:off x="3057270" y="1777583"/>
            <a:ext cx="730250" cy="140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1600"/>
              </a:lnSpc>
            </a:pPr>
            <a:r>
              <a:rPr sz="2150" b="1" spc="-65" dirty="0">
                <a:solidFill>
                  <a:srgbClr val="000080"/>
                </a:solidFill>
                <a:latin typeface="Arial"/>
                <a:cs typeface="Arial"/>
              </a:rPr>
              <a:t>logn  </a:t>
            </a: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n  </a:t>
            </a:r>
            <a:r>
              <a:rPr sz="2150" b="1" spc="-55" dirty="0">
                <a:solidFill>
                  <a:srgbClr val="000080"/>
                </a:solidFill>
                <a:latin typeface="Arial"/>
                <a:cs typeface="Arial"/>
              </a:rPr>
              <a:t>n</a:t>
            </a:r>
            <a:r>
              <a:rPr sz="2150" b="1" spc="-100" dirty="0">
                <a:solidFill>
                  <a:srgbClr val="000080"/>
                </a:solidFill>
                <a:latin typeface="Arial"/>
                <a:cs typeface="Arial"/>
              </a:rPr>
              <a:t>l</a:t>
            </a:r>
            <a:r>
              <a:rPr sz="2150" b="1" spc="-55" dirty="0">
                <a:solidFill>
                  <a:srgbClr val="000080"/>
                </a:solidFill>
                <a:latin typeface="Arial"/>
                <a:cs typeface="Arial"/>
              </a:rPr>
              <a:t>ogn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6" name="object 196"/>
          <p:cNvSpPr/>
          <p:nvPr/>
        </p:nvSpPr>
        <p:spPr>
          <a:xfrm>
            <a:off x="2620403" y="3396996"/>
            <a:ext cx="193040" cy="193040"/>
          </a:xfrm>
          <a:custGeom>
            <a:avLst/>
            <a:gdLst/>
            <a:ahLst/>
            <a:cxnLst/>
            <a:rect l="l" t="t" r="r" b="b"/>
            <a:pathLst>
              <a:path w="193039" h="193039">
                <a:moveTo>
                  <a:pt x="96012" y="0"/>
                </a:moveTo>
                <a:lnTo>
                  <a:pt x="192786" y="192786"/>
                </a:lnTo>
                <a:lnTo>
                  <a:pt x="0" y="192786"/>
                </a:lnTo>
                <a:lnTo>
                  <a:pt x="96012" y="0"/>
                </a:lnTo>
                <a:close/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 txBox="1"/>
          <p:nvPr/>
        </p:nvSpPr>
        <p:spPr>
          <a:xfrm>
            <a:off x="2415679" y="3322828"/>
            <a:ext cx="1138555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9280" algn="l"/>
              </a:tabLst>
            </a:pPr>
            <a:r>
              <a:rPr sz="3225" b="1" u="heavy" spc="-7" baseline="32299" dirty="0">
                <a:solidFill>
                  <a:srgbClr val="000080"/>
                </a:solidFill>
                <a:latin typeface="Arial"/>
                <a:cs typeface="Arial"/>
              </a:rPr>
              <a:t> 	</a:t>
            </a:r>
            <a:r>
              <a:rPr sz="3225" b="1" spc="-135" baseline="32299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150" b="1" spc="-55" dirty="0">
                <a:solidFill>
                  <a:srgbClr val="000080"/>
                </a:solidFill>
                <a:latin typeface="Arial"/>
                <a:cs typeface="Arial"/>
              </a:rPr>
              <a:t>n</a:t>
            </a:r>
            <a:r>
              <a:rPr sz="2150" b="1" dirty="0">
                <a:solidFill>
                  <a:srgbClr val="000080"/>
                </a:solidFill>
                <a:latin typeface="Arial"/>
                <a:cs typeface="Arial"/>
              </a:rPr>
              <a:t>^</a:t>
            </a: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2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8" name="object 198"/>
          <p:cNvSpPr/>
          <p:nvPr/>
        </p:nvSpPr>
        <p:spPr>
          <a:xfrm>
            <a:off x="2428379" y="3957828"/>
            <a:ext cx="577215" cy="0"/>
          </a:xfrm>
          <a:custGeom>
            <a:avLst/>
            <a:gdLst/>
            <a:ahLst/>
            <a:cxnLst/>
            <a:rect l="l" t="t" r="r" b="b"/>
            <a:pathLst>
              <a:path w="577214">
                <a:moveTo>
                  <a:pt x="0" y="0"/>
                </a:moveTo>
                <a:lnTo>
                  <a:pt x="576833" y="0"/>
                </a:lnTo>
              </a:path>
            </a:pathLst>
          </a:custGeom>
          <a:ln w="16014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620403" y="3861815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716415" y="3957828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5" h="96520">
                <a:moveTo>
                  <a:pt x="0" y="0"/>
                </a:moveTo>
                <a:lnTo>
                  <a:pt x="96774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620403" y="3957828"/>
            <a:ext cx="96520" cy="96520"/>
          </a:xfrm>
          <a:custGeom>
            <a:avLst/>
            <a:gdLst/>
            <a:ahLst/>
            <a:cxnLst/>
            <a:rect l="l" t="t" r="r" b="b"/>
            <a:pathLst>
              <a:path w="96519" h="96520">
                <a:moveTo>
                  <a:pt x="96012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716415" y="3861815"/>
            <a:ext cx="97155" cy="96520"/>
          </a:xfrm>
          <a:custGeom>
            <a:avLst/>
            <a:gdLst/>
            <a:ahLst/>
            <a:cxnLst/>
            <a:rect l="l" t="t" r="r" b="b"/>
            <a:pathLst>
              <a:path w="97155" h="96520">
                <a:moveTo>
                  <a:pt x="0" y="96012"/>
                </a:moveTo>
                <a:lnTo>
                  <a:pt x="96774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716415" y="3861815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96012"/>
                </a:moveTo>
                <a:lnTo>
                  <a:pt x="0" y="0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716415" y="3957828"/>
            <a:ext cx="0" cy="96520"/>
          </a:xfrm>
          <a:custGeom>
            <a:avLst/>
            <a:gdLst/>
            <a:ahLst/>
            <a:cxnLst/>
            <a:rect l="l" t="t" r="r" b="b"/>
            <a:pathLst>
              <a:path h="96520">
                <a:moveTo>
                  <a:pt x="0" y="0"/>
                </a:moveTo>
                <a:lnTo>
                  <a:pt x="0" y="96012"/>
                </a:lnTo>
              </a:path>
            </a:pathLst>
          </a:custGeom>
          <a:ln w="16014">
            <a:solidFill>
              <a:srgbClr val="8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 txBox="1"/>
          <p:nvPr/>
        </p:nvSpPr>
        <p:spPr>
          <a:xfrm>
            <a:off x="3057270" y="3786885"/>
            <a:ext cx="495934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b="1" spc="-65" dirty="0">
                <a:solidFill>
                  <a:srgbClr val="000080"/>
                </a:solidFill>
                <a:latin typeface="Arial"/>
                <a:cs typeface="Arial"/>
              </a:rPr>
              <a:t>2</a:t>
            </a:r>
            <a:r>
              <a:rPr sz="2150" b="1" dirty="0">
                <a:solidFill>
                  <a:srgbClr val="000080"/>
                </a:solidFill>
                <a:latin typeface="Arial"/>
                <a:cs typeface="Arial"/>
              </a:rPr>
              <a:t>^</a:t>
            </a:r>
            <a:r>
              <a:rPr sz="2150" b="1" spc="-5" dirty="0">
                <a:solidFill>
                  <a:srgbClr val="000080"/>
                </a:solidFill>
                <a:latin typeface="Arial"/>
                <a:cs typeface="Arial"/>
              </a:rPr>
              <a:t>n</a:t>
            </a:r>
            <a:endParaRPr sz="2150">
              <a:latin typeface="Arial"/>
              <a:cs typeface="Arial"/>
            </a:endParaRPr>
          </a:p>
        </p:txBody>
      </p:sp>
      <p:sp>
        <p:nvSpPr>
          <p:cNvPr id="206" name="object 20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9665">
              <a:lnSpc>
                <a:spcPct val="100000"/>
              </a:lnSpc>
            </a:pPr>
            <a:r>
              <a:rPr dirty="0"/>
              <a:t>Performance</a:t>
            </a:r>
            <a:r>
              <a:rPr spc="-90" dirty="0"/>
              <a:t> </a:t>
            </a:r>
            <a:r>
              <a:rPr dirty="0"/>
              <a:t>Measurement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534025" cy="2108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Timing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event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In C’s </a:t>
            </a:r>
            <a:r>
              <a:rPr sz="3200" spc="-10" dirty="0">
                <a:latin typeface="Arial"/>
                <a:cs typeface="Arial"/>
              </a:rPr>
              <a:t>standard library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time.h</a:t>
            </a:r>
            <a:endParaRPr sz="32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Clock </a:t>
            </a:r>
            <a:r>
              <a:rPr sz="2800" dirty="0">
                <a:latin typeface="Arial"/>
                <a:cs typeface="Arial"/>
              </a:rPr>
              <a:t>function: system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clock</a:t>
            </a: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Time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2793</Words>
  <Application>Microsoft Office PowerPoint</Application>
  <PresentationFormat>Custom</PresentationFormat>
  <Paragraphs>856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PMingLiU</vt:lpstr>
      <vt:lpstr>PMingLiU</vt:lpstr>
      <vt:lpstr>Arial</vt:lpstr>
      <vt:lpstr>Arial Narrow</vt:lpstr>
      <vt:lpstr>Calibri</vt:lpstr>
      <vt:lpstr>Courier New</vt:lpstr>
      <vt:lpstr>Symbol</vt:lpstr>
      <vt:lpstr>Times New Roman</vt:lpstr>
      <vt:lpstr>Office Theme</vt:lpstr>
      <vt:lpstr>Basic Concepts</vt:lpstr>
      <vt:lpstr>Basic Concepts</vt:lpstr>
      <vt:lpstr>Overview: System Life Cycle</vt:lpstr>
      <vt:lpstr>Overview: System Life Cycle (contd.)</vt:lpstr>
      <vt:lpstr>Evaluative Judgments about Programs</vt:lpstr>
      <vt:lpstr>Role of Data Structures</vt:lpstr>
      <vt:lpstr>Role of Data Structures (contd.)</vt:lpstr>
      <vt:lpstr>Role of Data Structures (contd.)</vt:lpstr>
      <vt:lpstr>Basic Concepts</vt:lpstr>
      <vt:lpstr>Data Abstraction and Encapsulation</vt:lpstr>
      <vt:lpstr>Data Abstraction and Encapsulation</vt:lpstr>
      <vt:lpstr>Data Abstraction and Encapsulation</vt:lpstr>
      <vt:lpstr>PowerPoint Presentation</vt:lpstr>
      <vt:lpstr>Basic Concepts</vt:lpstr>
      <vt:lpstr>Algorithm Specification</vt:lpstr>
      <vt:lpstr>Algorithm Specification (contd.)</vt:lpstr>
      <vt:lpstr>Example 1: Selection Sort</vt:lpstr>
      <vt:lpstr>Example 1: Selection Sort (contd.)</vt:lpstr>
      <vt:lpstr>Example 1: Selection Sort (contd.)</vt:lpstr>
      <vt:lpstr>PowerPoint Presentation</vt:lpstr>
      <vt:lpstr>Example 2: Binary Search</vt:lpstr>
      <vt:lpstr>Example 2: Binary Search (contd.)</vt:lpstr>
      <vt:lpstr>Example 2: Binary Search (contd.)</vt:lpstr>
      <vt:lpstr>Search for 7</vt:lpstr>
      <vt:lpstr>PowerPoint Presentation</vt:lpstr>
      <vt:lpstr>Example 2: Binary Search (contd.)</vt:lpstr>
      <vt:lpstr>Example 3: Selection Problem</vt:lpstr>
      <vt:lpstr>Example 3: Selection Problem (contd.)</vt:lpstr>
      <vt:lpstr>Example 3: Selection Problem (contd.)</vt:lpstr>
      <vt:lpstr>Example 3: Selection Problem (contd.)</vt:lpstr>
      <vt:lpstr>Example 3: Selection Problem (contd.)</vt:lpstr>
      <vt:lpstr>Recursive Algorithms</vt:lpstr>
      <vt:lpstr>Recursive Summation</vt:lpstr>
      <vt:lpstr>Recursive Factorial</vt:lpstr>
      <vt:lpstr>Recursive Multiplication</vt:lpstr>
      <vt:lpstr>Recursive Binary Search</vt:lpstr>
      <vt:lpstr>Recursive Permutations</vt:lpstr>
      <vt:lpstr>Perm(abc,2,3)</vt:lpstr>
      <vt:lpstr>Recursive Permutations (contd.)</vt:lpstr>
      <vt:lpstr>Basic Concepts</vt:lpstr>
      <vt:lpstr>Performance Evaluation</vt:lpstr>
      <vt:lpstr>Performance Analysis</vt:lpstr>
      <vt:lpstr>Space Complexity</vt:lpstr>
      <vt:lpstr>Program</vt:lpstr>
      <vt:lpstr>PowerPoint Presentation</vt:lpstr>
      <vt:lpstr>Time Complexity</vt:lpstr>
      <vt:lpstr>Time Complexity (contd.)</vt:lpstr>
      <vt:lpstr>Methods to Compute the Step Count</vt:lpstr>
      <vt:lpstr>Program 1.15: p.44)</vt:lpstr>
      <vt:lpstr>PowerPoint Presentation</vt:lpstr>
      <vt:lpstr>Tabular Method</vt:lpstr>
      <vt:lpstr>Time Complexity</vt:lpstr>
      <vt:lpstr>Time Complexity (contd.)</vt:lpstr>
      <vt:lpstr>Asymptotic Notation -Big “oh”</vt:lpstr>
      <vt:lpstr>Asymptotic Notation -Big “oh” (contd.)</vt:lpstr>
      <vt:lpstr>Asymptotic Notation -Omega</vt:lpstr>
      <vt:lpstr>Asymptotic Notation –Omega (contd.)</vt:lpstr>
      <vt:lpstr>Asymptotic Notation -Theta</vt:lpstr>
      <vt:lpstr>Asymptotic Notation –Theta (contd.)</vt:lpstr>
      <vt:lpstr>Some Rules</vt:lpstr>
      <vt:lpstr>Running Time Calculations</vt:lpstr>
      <vt:lpstr>Running Time Calculations (cont’d)</vt:lpstr>
      <vt:lpstr>Running Time Calculations (cont’d)</vt:lpstr>
      <vt:lpstr>Running Time Calculations (cont’d)</vt:lpstr>
      <vt:lpstr>Running Time Calculations-</vt:lpstr>
      <vt:lpstr>Typical Growth Rate</vt:lpstr>
      <vt:lpstr>PowerPoint Presentation</vt:lpstr>
      <vt:lpstr>Performance Measurement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chapter01.ppt</dc:title>
  <dc:creator>void</dc:creator>
  <cp:lastModifiedBy>Ondra</cp:lastModifiedBy>
  <cp:revision>3</cp:revision>
  <dcterms:created xsi:type="dcterms:W3CDTF">2017-09-19T01:48:02Z</dcterms:created>
  <dcterms:modified xsi:type="dcterms:W3CDTF">2017-09-19T05:40:22Z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2006-09-25T00:00:00Z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2017-09-19T00:00:00Z</vt:filetime>
  </property>
</Properties>
</file>